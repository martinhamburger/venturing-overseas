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363" r:id="rId2"/>
    <p:sldId id="365" r:id="rId3"/>
    <p:sldId id="385" r:id="rId4"/>
    <p:sldId id="386" r:id="rId5"/>
    <p:sldId id="387" r:id="rId6"/>
    <p:sldId id="388" r:id="rId7"/>
    <p:sldId id="389" r:id="rId8"/>
    <p:sldId id="394" r:id="rId9"/>
    <p:sldId id="390" r:id="rId10"/>
    <p:sldId id="391" r:id="rId11"/>
    <p:sldId id="392" r:id="rId12"/>
    <p:sldId id="395" r:id="rId13"/>
    <p:sldId id="393" r:id="rId14"/>
    <p:sldId id="398" r:id="rId15"/>
    <p:sldId id="396" r:id="rId16"/>
    <p:sldId id="397" r:id="rId17"/>
    <p:sldId id="400"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6" d="100"/>
          <a:sy n="66" d="100"/>
        </p:scale>
        <p:origin x="144" y="3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空白1">
    <p:spTree>
      <p:nvGrpSpPr>
        <p:cNvPr id="1" name=""/>
        <p:cNvGrpSpPr/>
        <p:nvPr/>
      </p:nvGrpSpPr>
      <p:grpSpPr>
        <a:xfrm>
          <a:off x="0" y="0"/>
          <a:ext cx="0" cy="0"/>
          <a:chOff x="0" y="0"/>
          <a:chExt cx="0" cy="0"/>
        </a:xfrm>
      </p:grpSpPr>
    </p:spTree>
    <p:extLst>
      <p:ext uri="{BB962C8B-B14F-4D97-AF65-F5344CB8AC3E}">
        <p14:creationId xmlns:p14="http://schemas.microsoft.com/office/powerpoint/2010/main" val="644615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2">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DB023F5D-5DA1-40D7-9BA8-6493DB1A0482}"/>
              </a:ext>
            </a:extLst>
          </p:cNvPr>
          <p:cNvSpPr>
            <a:spLocks noGrp="1"/>
          </p:cNvSpPr>
          <p:nvPr>
            <p:ph type="dt" sz="half" idx="10"/>
          </p:nvPr>
        </p:nvSpPr>
        <p:spPr/>
        <p:txBody>
          <a:bodyPr/>
          <a:lstStyle/>
          <a:p>
            <a:fld id="{DD96C455-D181-459A-8014-67AAEFFCA7C2}" type="datetimeFigureOut">
              <a:rPr lang="zh-CN" altLang="en-US" smtClean="0"/>
              <a:t>2025/11/26</a:t>
            </a:fld>
            <a:endParaRPr lang="zh-CN" altLang="en-US"/>
          </a:p>
        </p:txBody>
      </p:sp>
      <p:sp>
        <p:nvSpPr>
          <p:cNvPr id="4" name="页脚占位符 3">
            <a:extLst>
              <a:ext uri="{FF2B5EF4-FFF2-40B4-BE49-F238E27FC236}">
                <a16:creationId xmlns:a16="http://schemas.microsoft.com/office/drawing/2014/main" id="{A66471E8-54CB-4202-A3C6-90B01809104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2F77563-29B0-4356-A303-AE800B8508F2}"/>
              </a:ext>
            </a:extLst>
          </p:cNvPr>
          <p:cNvSpPr>
            <a:spLocks noGrp="1"/>
          </p:cNvSpPr>
          <p:nvPr>
            <p:ph type="sldNum" sz="quarter" idx="12"/>
          </p:nvPr>
        </p:nvSpPr>
        <p:spPr/>
        <p:txBody>
          <a:bodyPr/>
          <a:lstStyle/>
          <a:p>
            <a:fld id="{40321020-7931-4610-B95E-80A53469F597}" type="slidenum">
              <a:rPr lang="zh-CN" altLang="en-US" smtClean="0"/>
              <a:t>‹#›</a:t>
            </a:fld>
            <a:endParaRPr lang="zh-CN" altLang="en-US"/>
          </a:p>
        </p:txBody>
      </p:sp>
      <p:grpSp>
        <p:nvGrpSpPr>
          <p:cNvPr id="6" name="组合 5">
            <a:extLst>
              <a:ext uri="{FF2B5EF4-FFF2-40B4-BE49-F238E27FC236}">
                <a16:creationId xmlns:a16="http://schemas.microsoft.com/office/drawing/2014/main" id="{C3E3C003-8E9C-4365-823C-82B7C5500835}"/>
              </a:ext>
            </a:extLst>
          </p:cNvPr>
          <p:cNvGrpSpPr/>
          <p:nvPr userDrawn="1"/>
        </p:nvGrpSpPr>
        <p:grpSpPr>
          <a:xfrm rot="169789">
            <a:off x="7333468" y="1757113"/>
            <a:ext cx="5694860" cy="5835138"/>
            <a:chOff x="377825" y="6983413"/>
            <a:chExt cx="5284788" cy="5414962"/>
          </a:xfrm>
          <a:solidFill>
            <a:schemeClr val="accent1">
              <a:alpha val="4000"/>
            </a:schemeClr>
          </a:solidFill>
        </p:grpSpPr>
        <p:sp>
          <p:nvSpPr>
            <p:cNvPr id="7" name="Freeform 19">
              <a:extLst>
                <a:ext uri="{FF2B5EF4-FFF2-40B4-BE49-F238E27FC236}">
                  <a16:creationId xmlns:a16="http://schemas.microsoft.com/office/drawing/2014/main" id="{C257D5DF-CE0E-4C99-985B-0B4C13D2B580}"/>
                </a:ext>
              </a:extLst>
            </p:cNvPr>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8" name="Freeform 20">
              <a:extLst>
                <a:ext uri="{FF2B5EF4-FFF2-40B4-BE49-F238E27FC236}">
                  <a16:creationId xmlns:a16="http://schemas.microsoft.com/office/drawing/2014/main" id="{5974DED5-33E1-49C1-AF8C-8B5F96507288}"/>
                </a:ext>
              </a:extLst>
            </p:cNvPr>
            <p:cNvSpPr>
              <a:spLocks/>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9" name="Freeform 22">
              <a:extLst>
                <a:ext uri="{FF2B5EF4-FFF2-40B4-BE49-F238E27FC236}">
                  <a16:creationId xmlns:a16="http://schemas.microsoft.com/office/drawing/2014/main" id="{CDD240BC-AA8E-4720-BAA8-8BA4C39FE6E0}"/>
                </a:ext>
              </a:extLst>
            </p:cNvPr>
            <p:cNvSpPr>
              <a:spLocks/>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0" name="Freeform 23">
              <a:extLst>
                <a:ext uri="{FF2B5EF4-FFF2-40B4-BE49-F238E27FC236}">
                  <a16:creationId xmlns:a16="http://schemas.microsoft.com/office/drawing/2014/main" id="{9A9F355C-7215-4E87-9E0A-CBAB62AE6ED1}"/>
                </a:ext>
              </a:extLst>
            </p:cNvPr>
            <p:cNvSpPr>
              <a:spLocks/>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1" name="Freeform 24">
              <a:extLst>
                <a:ext uri="{FF2B5EF4-FFF2-40B4-BE49-F238E27FC236}">
                  <a16:creationId xmlns:a16="http://schemas.microsoft.com/office/drawing/2014/main" id="{6BC2044B-E150-4A79-8D26-74FB2501BC72}"/>
                </a:ext>
              </a:extLst>
            </p:cNvPr>
            <p:cNvSpPr>
              <a:spLocks/>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2" name="Freeform 25">
              <a:extLst>
                <a:ext uri="{FF2B5EF4-FFF2-40B4-BE49-F238E27FC236}">
                  <a16:creationId xmlns:a16="http://schemas.microsoft.com/office/drawing/2014/main" id="{25612C91-115E-4128-855F-10BD57AAE4F6}"/>
                </a:ext>
              </a:extLst>
            </p:cNvPr>
            <p:cNvSpPr>
              <a:spLocks/>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3" name="Freeform 26">
              <a:extLst>
                <a:ext uri="{FF2B5EF4-FFF2-40B4-BE49-F238E27FC236}">
                  <a16:creationId xmlns:a16="http://schemas.microsoft.com/office/drawing/2014/main" id="{16EF1DEE-0FED-4AA1-9700-3B6F1E1F0FE5}"/>
                </a:ext>
              </a:extLst>
            </p:cNvPr>
            <p:cNvSpPr>
              <a:spLocks/>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4" name="Freeform 31">
              <a:extLst>
                <a:ext uri="{FF2B5EF4-FFF2-40B4-BE49-F238E27FC236}">
                  <a16:creationId xmlns:a16="http://schemas.microsoft.com/office/drawing/2014/main" id="{AAF0374A-1288-4700-896B-86285883F4D6}"/>
                </a:ext>
              </a:extLst>
            </p:cNvPr>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5" name="Freeform 33">
              <a:extLst>
                <a:ext uri="{FF2B5EF4-FFF2-40B4-BE49-F238E27FC236}">
                  <a16:creationId xmlns:a16="http://schemas.microsoft.com/office/drawing/2014/main" id="{7D81EB79-E6D8-443B-9F25-3632F36DD0FD}"/>
                </a:ext>
              </a:extLst>
            </p:cNvPr>
            <p:cNvSpPr>
              <a:spLocks/>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6" name="Freeform 35">
              <a:extLst>
                <a:ext uri="{FF2B5EF4-FFF2-40B4-BE49-F238E27FC236}">
                  <a16:creationId xmlns:a16="http://schemas.microsoft.com/office/drawing/2014/main" id="{63830C7F-65F9-43AA-9355-6CAEDED937FB}"/>
                </a:ext>
              </a:extLst>
            </p:cNvPr>
            <p:cNvSpPr>
              <a:spLocks/>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7" name="Freeform 36">
              <a:extLst>
                <a:ext uri="{FF2B5EF4-FFF2-40B4-BE49-F238E27FC236}">
                  <a16:creationId xmlns:a16="http://schemas.microsoft.com/office/drawing/2014/main" id="{E76BFCB5-3408-4815-994A-C5FAA567DB78}"/>
                </a:ext>
              </a:extLst>
            </p:cNvPr>
            <p:cNvSpPr>
              <a:spLocks/>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8" name="Freeform 38">
              <a:extLst>
                <a:ext uri="{FF2B5EF4-FFF2-40B4-BE49-F238E27FC236}">
                  <a16:creationId xmlns:a16="http://schemas.microsoft.com/office/drawing/2014/main" id="{D6B762C4-5A72-4258-BCD6-5C2E1AE230E5}"/>
                </a:ext>
              </a:extLst>
            </p:cNvPr>
            <p:cNvSpPr>
              <a:spLocks/>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9" name="Freeform 39">
              <a:extLst>
                <a:ext uri="{FF2B5EF4-FFF2-40B4-BE49-F238E27FC236}">
                  <a16:creationId xmlns:a16="http://schemas.microsoft.com/office/drawing/2014/main" id="{A0A4C5B5-789D-4B57-AB81-F1BECC99F591}"/>
                </a:ext>
              </a:extLst>
            </p:cNvPr>
            <p:cNvSpPr>
              <a:spLocks/>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0" name="Freeform 40">
              <a:extLst>
                <a:ext uri="{FF2B5EF4-FFF2-40B4-BE49-F238E27FC236}">
                  <a16:creationId xmlns:a16="http://schemas.microsoft.com/office/drawing/2014/main" id="{C4687E93-7A61-425A-AC28-D6A69E437E0B}"/>
                </a:ext>
              </a:extLst>
            </p:cNvPr>
            <p:cNvSpPr>
              <a:spLocks/>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21" name="文本框 20">
            <a:extLst>
              <a:ext uri="{FF2B5EF4-FFF2-40B4-BE49-F238E27FC236}">
                <a16:creationId xmlns:a16="http://schemas.microsoft.com/office/drawing/2014/main" id="{E77F7FB3-7D4B-4EE8-8C35-D8BEA5987A6F}"/>
              </a:ext>
            </a:extLst>
          </p:cNvPr>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p>
        </p:txBody>
      </p:sp>
      <p:sp>
        <p:nvSpPr>
          <p:cNvPr id="23" name="矩形: 圆角 22">
            <a:extLst>
              <a:ext uri="{FF2B5EF4-FFF2-40B4-BE49-F238E27FC236}">
                <a16:creationId xmlns:a16="http://schemas.microsoft.com/office/drawing/2014/main" id="{FAD29A9F-3345-4BDF-A499-439F172F09EA}"/>
              </a:ext>
            </a:extLst>
          </p:cNvPr>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22CD5622-DE7E-4C1E-B6EA-708E11DA3CDB}"/>
              </a:ext>
            </a:extLst>
          </p:cNvPr>
          <p:cNvGrpSpPr/>
          <p:nvPr userDrawn="1"/>
        </p:nvGrpSpPr>
        <p:grpSpPr>
          <a:xfrm>
            <a:off x="237423" y="135299"/>
            <a:ext cx="847682" cy="847682"/>
            <a:chOff x="237423" y="135299"/>
            <a:chExt cx="847682" cy="847682"/>
          </a:xfrm>
        </p:grpSpPr>
        <p:sp>
          <p:nvSpPr>
            <p:cNvPr id="25" name="椭圆 24">
              <a:extLst>
                <a:ext uri="{FF2B5EF4-FFF2-40B4-BE49-F238E27FC236}">
                  <a16:creationId xmlns:a16="http://schemas.microsoft.com/office/drawing/2014/main" id="{A896EB44-3B45-4E38-A7E0-31F9276BD6C7}"/>
                </a:ext>
              </a:extLst>
            </p:cNvPr>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a:extLst>
                <a:ext uri="{FF2B5EF4-FFF2-40B4-BE49-F238E27FC236}">
                  <a16:creationId xmlns:a16="http://schemas.microsoft.com/office/drawing/2014/main" id="{DF0DF9F5-CB0F-49DE-8417-B59A7FE49E32}"/>
                </a:ext>
              </a:extLst>
            </p:cNvPr>
            <p:cNvGrpSpPr/>
            <p:nvPr/>
          </p:nvGrpSpPr>
          <p:grpSpPr>
            <a:xfrm>
              <a:off x="293735" y="191234"/>
              <a:ext cx="735058" cy="735811"/>
              <a:chOff x="3497262" y="849313"/>
              <a:chExt cx="4651376" cy="4656138"/>
            </a:xfrm>
            <a:solidFill>
              <a:schemeClr val="accent1"/>
            </a:solidFill>
          </p:grpSpPr>
          <p:sp>
            <p:nvSpPr>
              <p:cNvPr id="27" name="Freeform 7">
                <a:extLst>
                  <a:ext uri="{FF2B5EF4-FFF2-40B4-BE49-F238E27FC236}">
                    <a16:creationId xmlns:a16="http://schemas.microsoft.com/office/drawing/2014/main" id="{2F6D0600-79C9-47D7-A603-9826D08A1950}"/>
                  </a:ext>
                </a:extLst>
              </p:cNvPr>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9">
                <a:extLst>
                  <a:ext uri="{FF2B5EF4-FFF2-40B4-BE49-F238E27FC236}">
                    <a16:creationId xmlns:a16="http://schemas.microsoft.com/office/drawing/2014/main" id="{98C9D191-75C4-4AFA-B3AC-08AADC288611}"/>
                  </a:ext>
                </a:extLst>
              </p:cNvPr>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10">
                <a:extLst>
                  <a:ext uri="{FF2B5EF4-FFF2-40B4-BE49-F238E27FC236}">
                    <a16:creationId xmlns:a16="http://schemas.microsoft.com/office/drawing/2014/main" id="{24BE8ED6-9F15-4ADD-8CAE-31923EA14711}"/>
                  </a:ext>
                </a:extLst>
              </p:cNvPr>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Freeform 11">
                <a:extLst>
                  <a:ext uri="{FF2B5EF4-FFF2-40B4-BE49-F238E27FC236}">
                    <a16:creationId xmlns:a16="http://schemas.microsoft.com/office/drawing/2014/main" id="{920400D0-F830-4C39-983C-8595B8D475AF}"/>
                  </a:ext>
                </a:extLst>
              </p:cNvPr>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12">
                <a:extLst>
                  <a:ext uri="{FF2B5EF4-FFF2-40B4-BE49-F238E27FC236}">
                    <a16:creationId xmlns:a16="http://schemas.microsoft.com/office/drawing/2014/main" id="{19CE450E-939E-4F1D-8DA0-33C42F3245E7}"/>
                  </a:ext>
                </a:extLst>
              </p:cNvPr>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13">
                <a:extLst>
                  <a:ext uri="{FF2B5EF4-FFF2-40B4-BE49-F238E27FC236}">
                    <a16:creationId xmlns:a16="http://schemas.microsoft.com/office/drawing/2014/main" id="{614FF597-786A-488B-AAEE-43BA22BE8593}"/>
                  </a:ext>
                </a:extLst>
              </p:cNvPr>
              <p:cNvSpPr>
                <a:spLocks/>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14">
                <a:extLst>
                  <a:ext uri="{FF2B5EF4-FFF2-40B4-BE49-F238E27FC236}">
                    <a16:creationId xmlns:a16="http://schemas.microsoft.com/office/drawing/2014/main" id="{3625BAE8-57FD-4A77-861D-AE8635915AFD}"/>
                  </a:ext>
                </a:extLst>
              </p:cNvPr>
              <p:cNvSpPr>
                <a:spLocks/>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15">
                <a:extLst>
                  <a:ext uri="{FF2B5EF4-FFF2-40B4-BE49-F238E27FC236}">
                    <a16:creationId xmlns:a16="http://schemas.microsoft.com/office/drawing/2014/main" id="{8E74C1B8-9A0B-4BD3-823D-9994C0353473}"/>
                  </a:ext>
                </a:extLst>
              </p:cNvPr>
              <p:cNvSpPr>
                <a:spLocks/>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16">
                <a:extLst>
                  <a:ext uri="{FF2B5EF4-FFF2-40B4-BE49-F238E27FC236}">
                    <a16:creationId xmlns:a16="http://schemas.microsoft.com/office/drawing/2014/main" id="{1CE2847F-CDC1-43B3-A4B7-7816C379F193}"/>
                  </a:ext>
                </a:extLst>
              </p:cNvPr>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17">
                <a:extLst>
                  <a:ext uri="{FF2B5EF4-FFF2-40B4-BE49-F238E27FC236}">
                    <a16:creationId xmlns:a16="http://schemas.microsoft.com/office/drawing/2014/main" id="{3B95921D-5B97-42A6-9EF6-C8FDC6CA6BA3}"/>
                  </a:ext>
                </a:extLst>
              </p:cNvPr>
              <p:cNvSpPr>
                <a:spLocks/>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18">
                <a:extLst>
                  <a:ext uri="{FF2B5EF4-FFF2-40B4-BE49-F238E27FC236}">
                    <a16:creationId xmlns:a16="http://schemas.microsoft.com/office/drawing/2014/main" id="{1F12BC9D-9E62-41B9-BA9A-48C04D1F4864}"/>
                  </a:ext>
                </a:extLst>
              </p:cNvPr>
              <p:cNvSpPr>
                <a:spLocks/>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19">
                <a:extLst>
                  <a:ext uri="{FF2B5EF4-FFF2-40B4-BE49-F238E27FC236}">
                    <a16:creationId xmlns:a16="http://schemas.microsoft.com/office/drawing/2014/main" id="{0966FB55-6969-45AA-A00A-302DF34C63D8}"/>
                  </a:ext>
                </a:extLst>
              </p:cNvPr>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Freeform 20">
                <a:extLst>
                  <a:ext uri="{FF2B5EF4-FFF2-40B4-BE49-F238E27FC236}">
                    <a16:creationId xmlns:a16="http://schemas.microsoft.com/office/drawing/2014/main" id="{B3BA570A-50BA-4498-9C53-46D2663A2A7D}"/>
                  </a:ext>
                </a:extLst>
              </p:cNvPr>
              <p:cNvSpPr>
                <a:spLocks/>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21">
                <a:extLst>
                  <a:ext uri="{FF2B5EF4-FFF2-40B4-BE49-F238E27FC236}">
                    <a16:creationId xmlns:a16="http://schemas.microsoft.com/office/drawing/2014/main" id="{B3566405-4CCC-421B-BCEA-0A6F29CA026E}"/>
                  </a:ext>
                </a:extLst>
              </p:cNvPr>
              <p:cNvSpPr>
                <a:spLocks/>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22">
                <a:extLst>
                  <a:ext uri="{FF2B5EF4-FFF2-40B4-BE49-F238E27FC236}">
                    <a16:creationId xmlns:a16="http://schemas.microsoft.com/office/drawing/2014/main" id="{DC9A54A7-8E63-4315-81E2-F5F5BD20B461}"/>
                  </a:ext>
                </a:extLst>
              </p:cNvPr>
              <p:cNvSpPr>
                <a:spLocks/>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Freeform 23">
                <a:extLst>
                  <a:ext uri="{FF2B5EF4-FFF2-40B4-BE49-F238E27FC236}">
                    <a16:creationId xmlns:a16="http://schemas.microsoft.com/office/drawing/2014/main" id="{1B0E2042-A2FA-4FD3-A360-38FEABB0B0C0}"/>
                  </a:ext>
                </a:extLst>
              </p:cNvPr>
              <p:cNvSpPr>
                <a:spLocks/>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24">
                <a:extLst>
                  <a:ext uri="{FF2B5EF4-FFF2-40B4-BE49-F238E27FC236}">
                    <a16:creationId xmlns:a16="http://schemas.microsoft.com/office/drawing/2014/main" id="{6116D539-A9F8-4621-8654-A2282E1C4D86}"/>
                  </a:ext>
                </a:extLst>
              </p:cNvPr>
              <p:cNvSpPr>
                <a:spLocks/>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25">
                <a:extLst>
                  <a:ext uri="{FF2B5EF4-FFF2-40B4-BE49-F238E27FC236}">
                    <a16:creationId xmlns:a16="http://schemas.microsoft.com/office/drawing/2014/main" id="{D814CE22-16C9-4C83-AE88-3549CDA26013}"/>
                  </a:ext>
                </a:extLst>
              </p:cNvPr>
              <p:cNvSpPr>
                <a:spLocks/>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26">
                <a:extLst>
                  <a:ext uri="{FF2B5EF4-FFF2-40B4-BE49-F238E27FC236}">
                    <a16:creationId xmlns:a16="http://schemas.microsoft.com/office/drawing/2014/main" id="{83831B9C-16B2-43D0-A1A4-97235E4BC215}"/>
                  </a:ext>
                </a:extLst>
              </p:cNvPr>
              <p:cNvSpPr>
                <a:spLocks/>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27">
                <a:extLst>
                  <a:ext uri="{FF2B5EF4-FFF2-40B4-BE49-F238E27FC236}">
                    <a16:creationId xmlns:a16="http://schemas.microsoft.com/office/drawing/2014/main" id="{4FFF5076-0286-49F8-B969-71DC20845A7C}"/>
                  </a:ext>
                </a:extLst>
              </p:cNvPr>
              <p:cNvSpPr>
                <a:spLocks/>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28">
                <a:extLst>
                  <a:ext uri="{FF2B5EF4-FFF2-40B4-BE49-F238E27FC236}">
                    <a16:creationId xmlns:a16="http://schemas.microsoft.com/office/drawing/2014/main" id="{DC4A2536-478A-4479-BBDB-C1A832F7C758}"/>
                  </a:ext>
                </a:extLst>
              </p:cNvPr>
              <p:cNvSpPr>
                <a:spLocks/>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29">
                <a:extLst>
                  <a:ext uri="{FF2B5EF4-FFF2-40B4-BE49-F238E27FC236}">
                    <a16:creationId xmlns:a16="http://schemas.microsoft.com/office/drawing/2014/main" id="{304527B4-B693-42AD-8369-7FBF4CAC53D6}"/>
                  </a:ext>
                </a:extLst>
              </p:cNvPr>
              <p:cNvSpPr>
                <a:spLocks/>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30">
                <a:extLst>
                  <a:ext uri="{FF2B5EF4-FFF2-40B4-BE49-F238E27FC236}">
                    <a16:creationId xmlns:a16="http://schemas.microsoft.com/office/drawing/2014/main" id="{14307D10-7924-4F7B-9DC6-1785600E62C6}"/>
                  </a:ext>
                </a:extLst>
              </p:cNvPr>
              <p:cNvSpPr>
                <a:spLocks/>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31">
                <a:extLst>
                  <a:ext uri="{FF2B5EF4-FFF2-40B4-BE49-F238E27FC236}">
                    <a16:creationId xmlns:a16="http://schemas.microsoft.com/office/drawing/2014/main" id="{649EC69D-341B-4F89-8AFF-DDE0C6A96E7D}"/>
                  </a:ext>
                </a:extLst>
              </p:cNvPr>
              <p:cNvSpPr>
                <a:spLocks/>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32">
                <a:extLst>
                  <a:ext uri="{FF2B5EF4-FFF2-40B4-BE49-F238E27FC236}">
                    <a16:creationId xmlns:a16="http://schemas.microsoft.com/office/drawing/2014/main" id="{07866278-8AEC-49F6-A37A-E817DF8BE0A0}"/>
                  </a:ext>
                </a:extLst>
              </p:cNvPr>
              <p:cNvSpPr>
                <a:spLocks/>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33">
                <a:extLst>
                  <a:ext uri="{FF2B5EF4-FFF2-40B4-BE49-F238E27FC236}">
                    <a16:creationId xmlns:a16="http://schemas.microsoft.com/office/drawing/2014/main" id="{12C0D2F0-E8BA-4AD1-AEEF-213030E42D03}"/>
                  </a:ext>
                </a:extLst>
              </p:cNvPr>
              <p:cNvSpPr>
                <a:spLocks/>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34">
                <a:extLst>
                  <a:ext uri="{FF2B5EF4-FFF2-40B4-BE49-F238E27FC236}">
                    <a16:creationId xmlns:a16="http://schemas.microsoft.com/office/drawing/2014/main" id="{6DAED316-684A-46E7-9759-C109048870F5}"/>
                  </a:ext>
                </a:extLst>
              </p:cNvPr>
              <p:cNvSpPr>
                <a:spLocks/>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46">
                <a:extLst>
                  <a:ext uri="{FF2B5EF4-FFF2-40B4-BE49-F238E27FC236}">
                    <a16:creationId xmlns:a16="http://schemas.microsoft.com/office/drawing/2014/main" id="{02060035-CFEA-41A1-8C7B-81DA62978BF8}"/>
                  </a:ext>
                </a:extLst>
              </p:cNvPr>
              <p:cNvSpPr>
                <a:spLocks/>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47">
                <a:extLst>
                  <a:ext uri="{FF2B5EF4-FFF2-40B4-BE49-F238E27FC236}">
                    <a16:creationId xmlns:a16="http://schemas.microsoft.com/office/drawing/2014/main" id="{C317904C-47FB-49E9-A6D2-441590594B55}"/>
                  </a:ext>
                </a:extLst>
              </p:cNvPr>
              <p:cNvSpPr>
                <a:spLocks/>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 name="Freeform 48">
                <a:extLst>
                  <a:ext uri="{FF2B5EF4-FFF2-40B4-BE49-F238E27FC236}">
                    <a16:creationId xmlns:a16="http://schemas.microsoft.com/office/drawing/2014/main" id="{40FA5D6E-F0A2-442F-B276-FA3C18CDA935}"/>
                  </a:ext>
                </a:extLst>
              </p:cNvPr>
              <p:cNvSpPr>
                <a:spLocks/>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49">
                <a:extLst>
                  <a:ext uri="{FF2B5EF4-FFF2-40B4-BE49-F238E27FC236}">
                    <a16:creationId xmlns:a16="http://schemas.microsoft.com/office/drawing/2014/main" id="{33ECC6F9-472E-46D9-BF13-1EBCACCE26D9}"/>
                  </a:ext>
                </a:extLst>
              </p:cNvPr>
              <p:cNvSpPr>
                <a:spLocks/>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 name="Freeform 50">
                <a:extLst>
                  <a:ext uri="{FF2B5EF4-FFF2-40B4-BE49-F238E27FC236}">
                    <a16:creationId xmlns:a16="http://schemas.microsoft.com/office/drawing/2014/main" id="{00F4D34E-1FD6-498C-A92C-4B9F5B2A06A0}"/>
                  </a:ext>
                </a:extLst>
              </p:cNvPr>
              <p:cNvSpPr>
                <a:spLocks/>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51">
                <a:extLst>
                  <a:ext uri="{FF2B5EF4-FFF2-40B4-BE49-F238E27FC236}">
                    <a16:creationId xmlns:a16="http://schemas.microsoft.com/office/drawing/2014/main" id="{62E05761-4BE3-4596-BC7B-E843ED896F79}"/>
                  </a:ext>
                </a:extLst>
              </p:cNvPr>
              <p:cNvSpPr>
                <a:spLocks/>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52">
                <a:extLst>
                  <a:ext uri="{FF2B5EF4-FFF2-40B4-BE49-F238E27FC236}">
                    <a16:creationId xmlns:a16="http://schemas.microsoft.com/office/drawing/2014/main" id="{111A3351-C750-426B-A5B1-1EA92B4F49A1}"/>
                  </a:ext>
                </a:extLst>
              </p:cNvPr>
              <p:cNvSpPr>
                <a:spLocks/>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53">
                <a:extLst>
                  <a:ext uri="{FF2B5EF4-FFF2-40B4-BE49-F238E27FC236}">
                    <a16:creationId xmlns:a16="http://schemas.microsoft.com/office/drawing/2014/main" id="{BFB3222C-C817-43E8-ABAD-7EC38B06B5E7}"/>
                  </a:ext>
                </a:extLst>
              </p:cNvPr>
              <p:cNvSpPr>
                <a:spLocks/>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54">
                <a:extLst>
                  <a:ext uri="{FF2B5EF4-FFF2-40B4-BE49-F238E27FC236}">
                    <a16:creationId xmlns:a16="http://schemas.microsoft.com/office/drawing/2014/main" id="{81F3035C-7082-4827-A287-B9945C19991C}"/>
                  </a:ext>
                </a:extLst>
              </p:cNvPr>
              <p:cNvSpPr>
                <a:spLocks/>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55">
                <a:extLst>
                  <a:ext uri="{FF2B5EF4-FFF2-40B4-BE49-F238E27FC236}">
                    <a16:creationId xmlns:a16="http://schemas.microsoft.com/office/drawing/2014/main" id="{6BC705B7-36EF-4EE1-A9B9-FFFB8110EA95}"/>
                  </a:ext>
                </a:extLst>
              </p:cNvPr>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56">
                <a:extLst>
                  <a:ext uri="{FF2B5EF4-FFF2-40B4-BE49-F238E27FC236}">
                    <a16:creationId xmlns:a16="http://schemas.microsoft.com/office/drawing/2014/main" id="{D736225A-4414-430B-9F38-B5C05B527F2A}"/>
                  </a:ext>
                </a:extLst>
              </p:cNvPr>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57">
                <a:extLst>
                  <a:ext uri="{FF2B5EF4-FFF2-40B4-BE49-F238E27FC236}">
                    <a16:creationId xmlns:a16="http://schemas.microsoft.com/office/drawing/2014/main" id="{7A41B186-F0F5-42FF-9D4A-C0979B626E61}"/>
                  </a:ext>
                </a:extLst>
              </p:cNvPr>
              <p:cNvSpPr>
                <a:spLocks/>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58">
                <a:extLst>
                  <a:ext uri="{FF2B5EF4-FFF2-40B4-BE49-F238E27FC236}">
                    <a16:creationId xmlns:a16="http://schemas.microsoft.com/office/drawing/2014/main" id="{4E74C4E6-BA0A-498F-B7B1-985C9DBAB9B2}"/>
                  </a:ext>
                </a:extLst>
              </p:cNvPr>
              <p:cNvSpPr>
                <a:spLocks/>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67" name="文本占位符 65">
            <a:extLst>
              <a:ext uri="{FF2B5EF4-FFF2-40B4-BE49-F238E27FC236}">
                <a16:creationId xmlns:a16="http://schemas.microsoft.com/office/drawing/2014/main" id="{4723E697-2A10-4CB1-9E9F-12DB547B6ED2}"/>
              </a:ext>
            </a:extLst>
          </p:cNvPr>
          <p:cNvSpPr>
            <a:spLocks noGrp="1"/>
          </p:cNvSpPr>
          <p:nvPr userDrawn="1">
            <p:ph type="body" idx="13"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p>
        </p:txBody>
      </p:sp>
    </p:spTree>
    <p:extLst>
      <p:ext uri="{BB962C8B-B14F-4D97-AF65-F5344CB8AC3E}">
        <p14:creationId xmlns:p14="http://schemas.microsoft.com/office/powerpoint/2010/main" val="2680883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14" name="图片占位符 13">
            <a:extLst>
              <a:ext uri="{FF2B5EF4-FFF2-40B4-BE49-F238E27FC236}">
                <a16:creationId xmlns:a16="http://schemas.microsoft.com/office/drawing/2014/main" id="{58F70DE4-3F46-46A9-9520-7D8FE5C9C283}"/>
              </a:ext>
            </a:extLst>
          </p:cNvPr>
          <p:cNvSpPr>
            <a:spLocks noGrp="1"/>
          </p:cNvSpPr>
          <p:nvPr>
            <p:ph type="pic" sz="quarter" idx="10"/>
          </p:nvPr>
        </p:nvSpPr>
        <p:spPr>
          <a:xfrm>
            <a:off x="0" y="0"/>
            <a:ext cx="4097285" cy="6858000"/>
          </a:xfrm>
        </p:spPr>
        <p:txBody>
          <a:bodyPr/>
          <a:lstStyle/>
          <a:p>
            <a:endParaRPr lang="zh-CN" altLang="en-US"/>
          </a:p>
        </p:txBody>
      </p:sp>
      <p:grpSp>
        <p:nvGrpSpPr>
          <p:cNvPr id="19" name="组合 18">
            <a:extLst>
              <a:ext uri="{FF2B5EF4-FFF2-40B4-BE49-F238E27FC236}">
                <a16:creationId xmlns:a16="http://schemas.microsoft.com/office/drawing/2014/main" id="{10EAAF81-9622-4AE7-AEC1-E5632E7E127F}"/>
              </a:ext>
            </a:extLst>
          </p:cNvPr>
          <p:cNvGrpSpPr/>
          <p:nvPr userDrawn="1"/>
        </p:nvGrpSpPr>
        <p:grpSpPr>
          <a:xfrm rot="169789">
            <a:off x="7333468" y="1757113"/>
            <a:ext cx="5694860" cy="5835138"/>
            <a:chOff x="377825" y="6983413"/>
            <a:chExt cx="5284788" cy="5414962"/>
          </a:xfrm>
          <a:solidFill>
            <a:schemeClr val="accent1">
              <a:alpha val="4000"/>
            </a:schemeClr>
          </a:solidFill>
        </p:grpSpPr>
        <p:sp>
          <p:nvSpPr>
            <p:cNvPr id="20" name="Freeform 19">
              <a:extLst>
                <a:ext uri="{FF2B5EF4-FFF2-40B4-BE49-F238E27FC236}">
                  <a16:creationId xmlns:a16="http://schemas.microsoft.com/office/drawing/2014/main" id="{799A0C3B-3805-4A7D-B9DC-0D8A0BE50FB9}"/>
                </a:ext>
              </a:extLst>
            </p:cNvPr>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20">
              <a:extLst>
                <a:ext uri="{FF2B5EF4-FFF2-40B4-BE49-F238E27FC236}">
                  <a16:creationId xmlns:a16="http://schemas.microsoft.com/office/drawing/2014/main" id="{77073CEC-4568-407C-AF3F-63B02549DD76}"/>
                </a:ext>
              </a:extLst>
            </p:cNvPr>
            <p:cNvSpPr>
              <a:spLocks/>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2" name="Freeform 22">
              <a:extLst>
                <a:ext uri="{FF2B5EF4-FFF2-40B4-BE49-F238E27FC236}">
                  <a16:creationId xmlns:a16="http://schemas.microsoft.com/office/drawing/2014/main" id="{25B520BC-633A-4CA1-ADFC-A4A5FE039E95}"/>
                </a:ext>
              </a:extLst>
            </p:cNvPr>
            <p:cNvSpPr>
              <a:spLocks/>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3" name="Freeform 23">
              <a:extLst>
                <a:ext uri="{FF2B5EF4-FFF2-40B4-BE49-F238E27FC236}">
                  <a16:creationId xmlns:a16="http://schemas.microsoft.com/office/drawing/2014/main" id="{53033BF4-0785-47D2-989A-D7F79856165B}"/>
                </a:ext>
              </a:extLst>
            </p:cNvPr>
            <p:cNvSpPr>
              <a:spLocks/>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4" name="Freeform 24">
              <a:extLst>
                <a:ext uri="{FF2B5EF4-FFF2-40B4-BE49-F238E27FC236}">
                  <a16:creationId xmlns:a16="http://schemas.microsoft.com/office/drawing/2014/main" id="{4424A2B5-FDC9-46DD-A591-E66C22A6FB2C}"/>
                </a:ext>
              </a:extLst>
            </p:cNvPr>
            <p:cNvSpPr>
              <a:spLocks/>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25">
              <a:extLst>
                <a:ext uri="{FF2B5EF4-FFF2-40B4-BE49-F238E27FC236}">
                  <a16:creationId xmlns:a16="http://schemas.microsoft.com/office/drawing/2014/main" id="{72EECE87-CD0D-461C-A293-7D248373E431}"/>
                </a:ext>
              </a:extLst>
            </p:cNvPr>
            <p:cNvSpPr>
              <a:spLocks/>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26">
              <a:extLst>
                <a:ext uri="{FF2B5EF4-FFF2-40B4-BE49-F238E27FC236}">
                  <a16:creationId xmlns:a16="http://schemas.microsoft.com/office/drawing/2014/main" id="{D1E15742-6979-490E-AF5E-60D97AFB6A89}"/>
                </a:ext>
              </a:extLst>
            </p:cNvPr>
            <p:cNvSpPr>
              <a:spLocks/>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31">
              <a:extLst>
                <a:ext uri="{FF2B5EF4-FFF2-40B4-BE49-F238E27FC236}">
                  <a16:creationId xmlns:a16="http://schemas.microsoft.com/office/drawing/2014/main" id="{9FB63A71-75C6-4761-8940-B5F9E94162B4}"/>
                </a:ext>
              </a:extLst>
            </p:cNvPr>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33">
              <a:extLst>
                <a:ext uri="{FF2B5EF4-FFF2-40B4-BE49-F238E27FC236}">
                  <a16:creationId xmlns:a16="http://schemas.microsoft.com/office/drawing/2014/main" id="{843875AC-443A-4F2A-9842-34472E458978}"/>
                </a:ext>
              </a:extLst>
            </p:cNvPr>
            <p:cNvSpPr>
              <a:spLocks/>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35">
              <a:extLst>
                <a:ext uri="{FF2B5EF4-FFF2-40B4-BE49-F238E27FC236}">
                  <a16:creationId xmlns:a16="http://schemas.microsoft.com/office/drawing/2014/main" id="{2950644D-E3EB-4B66-A5D0-B4E6CA3AEB97}"/>
                </a:ext>
              </a:extLst>
            </p:cNvPr>
            <p:cNvSpPr>
              <a:spLocks/>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36">
              <a:extLst>
                <a:ext uri="{FF2B5EF4-FFF2-40B4-BE49-F238E27FC236}">
                  <a16:creationId xmlns:a16="http://schemas.microsoft.com/office/drawing/2014/main" id="{D9E0CE44-4DD0-4767-B8F4-D235B4D9DE7A}"/>
                </a:ext>
              </a:extLst>
            </p:cNvPr>
            <p:cNvSpPr>
              <a:spLocks/>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38">
              <a:extLst>
                <a:ext uri="{FF2B5EF4-FFF2-40B4-BE49-F238E27FC236}">
                  <a16:creationId xmlns:a16="http://schemas.microsoft.com/office/drawing/2014/main" id="{7EEB2D62-F19A-4914-9E77-B761C6152794}"/>
                </a:ext>
              </a:extLst>
            </p:cNvPr>
            <p:cNvSpPr>
              <a:spLocks/>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2" name="Freeform 39">
              <a:extLst>
                <a:ext uri="{FF2B5EF4-FFF2-40B4-BE49-F238E27FC236}">
                  <a16:creationId xmlns:a16="http://schemas.microsoft.com/office/drawing/2014/main" id="{096BC77F-50E4-4042-BD45-153703BEB150}"/>
                </a:ext>
              </a:extLst>
            </p:cNvPr>
            <p:cNvSpPr>
              <a:spLocks/>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3" name="Freeform 40">
              <a:extLst>
                <a:ext uri="{FF2B5EF4-FFF2-40B4-BE49-F238E27FC236}">
                  <a16:creationId xmlns:a16="http://schemas.microsoft.com/office/drawing/2014/main" id="{79792CF4-A12B-414D-8340-0605C32A065A}"/>
                </a:ext>
              </a:extLst>
            </p:cNvPr>
            <p:cNvSpPr>
              <a:spLocks/>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Tree>
    <p:extLst>
      <p:ext uri="{BB962C8B-B14F-4D97-AF65-F5344CB8AC3E}">
        <p14:creationId xmlns:p14="http://schemas.microsoft.com/office/powerpoint/2010/main" val="16939230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sp>
        <p:nvSpPr>
          <p:cNvPr id="12" name="图片占位符 11">
            <a:extLst>
              <a:ext uri="{FF2B5EF4-FFF2-40B4-BE49-F238E27FC236}">
                <a16:creationId xmlns:a16="http://schemas.microsoft.com/office/drawing/2014/main" id="{160D1C33-BEBD-457D-8305-3D9FD1FE6108}"/>
              </a:ext>
            </a:extLst>
          </p:cNvPr>
          <p:cNvSpPr>
            <a:spLocks noGrp="1"/>
          </p:cNvSpPr>
          <p:nvPr>
            <p:ph type="pic" sz="quarter" idx="10"/>
          </p:nvPr>
        </p:nvSpPr>
        <p:spPr>
          <a:xfrm>
            <a:off x="0" y="0"/>
            <a:ext cx="12192000" cy="4056063"/>
          </a:xfrm>
        </p:spPr>
        <p:txBody>
          <a:bodyPr/>
          <a:lstStyle/>
          <a:p>
            <a:endParaRPr lang="zh-CN" altLang="en-US"/>
          </a:p>
        </p:txBody>
      </p:sp>
    </p:spTree>
    <p:extLst>
      <p:ext uri="{BB962C8B-B14F-4D97-AF65-F5344CB8AC3E}">
        <p14:creationId xmlns:p14="http://schemas.microsoft.com/office/powerpoint/2010/main" val="1161089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一张长图">
    <p:spTree>
      <p:nvGrpSpPr>
        <p:cNvPr id="1" name=""/>
        <p:cNvGrpSpPr/>
        <p:nvPr/>
      </p:nvGrpSpPr>
      <p:grpSpPr>
        <a:xfrm>
          <a:off x="0" y="0"/>
          <a:ext cx="0" cy="0"/>
          <a:chOff x="0" y="0"/>
          <a:chExt cx="0" cy="0"/>
        </a:xfrm>
      </p:grpSpPr>
      <p:grpSp>
        <p:nvGrpSpPr>
          <p:cNvPr id="22" name="组合 21">
            <a:extLst>
              <a:ext uri="{FF2B5EF4-FFF2-40B4-BE49-F238E27FC236}">
                <a16:creationId xmlns:a16="http://schemas.microsoft.com/office/drawing/2014/main" id="{74041136-D26F-4DE3-9441-03C3B937527A}"/>
              </a:ext>
            </a:extLst>
          </p:cNvPr>
          <p:cNvGrpSpPr/>
          <p:nvPr userDrawn="1"/>
        </p:nvGrpSpPr>
        <p:grpSpPr>
          <a:xfrm rot="169789">
            <a:off x="7333468" y="1757113"/>
            <a:ext cx="5694860" cy="5835138"/>
            <a:chOff x="377825" y="6983413"/>
            <a:chExt cx="5284788" cy="5414962"/>
          </a:xfrm>
          <a:solidFill>
            <a:schemeClr val="accent1">
              <a:alpha val="4000"/>
            </a:schemeClr>
          </a:solidFill>
        </p:grpSpPr>
        <p:sp>
          <p:nvSpPr>
            <p:cNvPr id="24" name="Freeform 19">
              <a:extLst>
                <a:ext uri="{FF2B5EF4-FFF2-40B4-BE49-F238E27FC236}">
                  <a16:creationId xmlns:a16="http://schemas.microsoft.com/office/drawing/2014/main" id="{60A869CE-96BB-49EA-9D98-8FC3A382424D}"/>
                </a:ext>
              </a:extLst>
            </p:cNvPr>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20">
              <a:extLst>
                <a:ext uri="{FF2B5EF4-FFF2-40B4-BE49-F238E27FC236}">
                  <a16:creationId xmlns:a16="http://schemas.microsoft.com/office/drawing/2014/main" id="{906A10DE-45C9-4F3A-A1D2-ADF7AF45B4C3}"/>
                </a:ext>
              </a:extLst>
            </p:cNvPr>
            <p:cNvSpPr>
              <a:spLocks/>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22">
              <a:extLst>
                <a:ext uri="{FF2B5EF4-FFF2-40B4-BE49-F238E27FC236}">
                  <a16:creationId xmlns:a16="http://schemas.microsoft.com/office/drawing/2014/main" id="{772EE8A2-D191-42EC-A5FA-7CDD844C8B6C}"/>
                </a:ext>
              </a:extLst>
            </p:cNvPr>
            <p:cNvSpPr>
              <a:spLocks/>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23">
              <a:extLst>
                <a:ext uri="{FF2B5EF4-FFF2-40B4-BE49-F238E27FC236}">
                  <a16:creationId xmlns:a16="http://schemas.microsoft.com/office/drawing/2014/main" id="{B84B6905-6EA5-495D-8253-F1F92C799A1C}"/>
                </a:ext>
              </a:extLst>
            </p:cNvPr>
            <p:cNvSpPr>
              <a:spLocks/>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24">
              <a:extLst>
                <a:ext uri="{FF2B5EF4-FFF2-40B4-BE49-F238E27FC236}">
                  <a16:creationId xmlns:a16="http://schemas.microsoft.com/office/drawing/2014/main" id="{BA5404B5-5161-44D6-8A22-30926A0AA2D3}"/>
                </a:ext>
              </a:extLst>
            </p:cNvPr>
            <p:cNvSpPr>
              <a:spLocks/>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25">
              <a:extLst>
                <a:ext uri="{FF2B5EF4-FFF2-40B4-BE49-F238E27FC236}">
                  <a16:creationId xmlns:a16="http://schemas.microsoft.com/office/drawing/2014/main" id="{F53C1378-A716-4564-823A-5C00E4C5C5BF}"/>
                </a:ext>
              </a:extLst>
            </p:cNvPr>
            <p:cNvSpPr>
              <a:spLocks/>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26">
              <a:extLst>
                <a:ext uri="{FF2B5EF4-FFF2-40B4-BE49-F238E27FC236}">
                  <a16:creationId xmlns:a16="http://schemas.microsoft.com/office/drawing/2014/main" id="{86914F0F-EFE6-4CD3-9C32-7AFC15529242}"/>
                </a:ext>
              </a:extLst>
            </p:cNvPr>
            <p:cNvSpPr>
              <a:spLocks/>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31">
              <a:extLst>
                <a:ext uri="{FF2B5EF4-FFF2-40B4-BE49-F238E27FC236}">
                  <a16:creationId xmlns:a16="http://schemas.microsoft.com/office/drawing/2014/main" id="{5612BB38-894B-469B-ADF4-854CA25A82CF}"/>
                </a:ext>
              </a:extLst>
            </p:cNvPr>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2" name="Freeform 33">
              <a:extLst>
                <a:ext uri="{FF2B5EF4-FFF2-40B4-BE49-F238E27FC236}">
                  <a16:creationId xmlns:a16="http://schemas.microsoft.com/office/drawing/2014/main" id="{DB5AB023-FC7E-4BF6-8E4B-F15AB18B3699}"/>
                </a:ext>
              </a:extLst>
            </p:cNvPr>
            <p:cNvSpPr>
              <a:spLocks/>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3" name="Freeform 35">
              <a:extLst>
                <a:ext uri="{FF2B5EF4-FFF2-40B4-BE49-F238E27FC236}">
                  <a16:creationId xmlns:a16="http://schemas.microsoft.com/office/drawing/2014/main" id="{41C61E23-4A35-4BD9-8E18-93A218421F6E}"/>
                </a:ext>
              </a:extLst>
            </p:cNvPr>
            <p:cNvSpPr>
              <a:spLocks/>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4" name="Freeform 36">
              <a:extLst>
                <a:ext uri="{FF2B5EF4-FFF2-40B4-BE49-F238E27FC236}">
                  <a16:creationId xmlns:a16="http://schemas.microsoft.com/office/drawing/2014/main" id="{81D0AAD4-EF0F-4596-BA65-2F2F2E06C724}"/>
                </a:ext>
              </a:extLst>
            </p:cNvPr>
            <p:cNvSpPr>
              <a:spLocks/>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5" name="Freeform 38">
              <a:extLst>
                <a:ext uri="{FF2B5EF4-FFF2-40B4-BE49-F238E27FC236}">
                  <a16:creationId xmlns:a16="http://schemas.microsoft.com/office/drawing/2014/main" id="{D96F8AF7-B0F4-4544-A571-CE00A4ED7A62}"/>
                </a:ext>
              </a:extLst>
            </p:cNvPr>
            <p:cNvSpPr>
              <a:spLocks/>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6" name="Freeform 39">
              <a:extLst>
                <a:ext uri="{FF2B5EF4-FFF2-40B4-BE49-F238E27FC236}">
                  <a16:creationId xmlns:a16="http://schemas.microsoft.com/office/drawing/2014/main" id="{B7A4DCDB-B18A-49F6-8D30-C19F24825796}"/>
                </a:ext>
              </a:extLst>
            </p:cNvPr>
            <p:cNvSpPr>
              <a:spLocks/>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7" name="Freeform 40">
              <a:extLst>
                <a:ext uri="{FF2B5EF4-FFF2-40B4-BE49-F238E27FC236}">
                  <a16:creationId xmlns:a16="http://schemas.microsoft.com/office/drawing/2014/main" id="{05B6990D-6A15-492C-ABBB-277BC7E0CB98}"/>
                </a:ext>
              </a:extLst>
            </p:cNvPr>
            <p:cNvSpPr>
              <a:spLocks/>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2" name="日期占位符 1">
            <a:extLst>
              <a:ext uri="{FF2B5EF4-FFF2-40B4-BE49-F238E27FC236}">
                <a16:creationId xmlns:a16="http://schemas.microsoft.com/office/drawing/2014/main" id="{5E3A72B7-D101-48AE-9E57-23C4D277A2F6}"/>
              </a:ext>
            </a:extLst>
          </p:cNvPr>
          <p:cNvSpPr>
            <a:spLocks noGrp="1"/>
          </p:cNvSpPr>
          <p:nvPr>
            <p:ph type="dt" sz="half" idx="10"/>
          </p:nvPr>
        </p:nvSpPr>
        <p:spPr/>
        <p:txBody>
          <a:bodyPr/>
          <a:lstStyle/>
          <a:p>
            <a:fld id="{DD96C455-D181-459A-8014-67AAEFFCA7C2}" type="datetimeFigureOut">
              <a:rPr lang="zh-CN" altLang="en-US" smtClean="0"/>
              <a:t>2025/11/26</a:t>
            </a:fld>
            <a:endParaRPr lang="zh-CN" altLang="en-US"/>
          </a:p>
        </p:txBody>
      </p:sp>
      <p:sp>
        <p:nvSpPr>
          <p:cNvPr id="3" name="页脚占位符 2">
            <a:extLst>
              <a:ext uri="{FF2B5EF4-FFF2-40B4-BE49-F238E27FC236}">
                <a16:creationId xmlns:a16="http://schemas.microsoft.com/office/drawing/2014/main" id="{4F79F216-2EA1-4947-9590-4EA8E4F9F0E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077878E-846C-4E0B-94ED-C10E7AE40014}"/>
              </a:ext>
            </a:extLst>
          </p:cNvPr>
          <p:cNvSpPr>
            <a:spLocks noGrp="1"/>
          </p:cNvSpPr>
          <p:nvPr>
            <p:ph type="sldNum" sz="quarter" idx="12"/>
          </p:nvPr>
        </p:nvSpPr>
        <p:spPr/>
        <p:txBody>
          <a:bodyPr/>
          <a:lstStyle/>
          <a:p>
            <a:fld id="{40321020-7931-4610-B95E-80A53469F597}" type="slidenum">
              <a:rPr lang="zh-CN" altLang="en-US" smtClean="0"/>
              <a:t>‹#›</a:t>
            </a:fld>
            <a:endParaRPr lang="zh-CN" altLang="en-US"/>
          </a:p>
        </p:txBody>
      </p:sp>
      <p:sp>
        <p:nvSpPr>
          <p:cNvPr id="23" name="图片占位符 22">
            <a:extLst>
              <a:ext uri="{FF2B5EF4-FFF2-40B4-BE49-F238E27FC236}">
                <a16:creationId xmlns:a16="http://schemas.microsoft.com/office/drawing/2014/main" id="{B6AB199A-6349-4779-B62A-DDD2D362AF2B}"/>
              </a:ext>
            </a:extLst>
          </p:cNvPr>
          <p:cNvSpPr>
            <a:spLocks noGrp="1"/>
          </p:cNvSpPr>
          <p:nvPr>
            <p:ph type="pic" sz="quarter" idx="13"/>
          </p:nvPr>
        </p:nvSpPr>
        <p:spPr>
          <a:xfrm>
            <a:off x="660400" y="1130300"/>
            <a:ext cx="10858500" cy="2817813"/>
          </a:xfrm>
        </p:spPr>
        <p:txBody>
          <a:bodyPr/>
          <a:lstStyle/>
          <a:p>
            <a:endParaRPr lang="zh-CN" altLang="en-US"/>
          </a:p>
        </p:txBody>
      </p:sp>
      <p:sp>
        <p:nvSpPr>
          <p:cNvPr id="129" name="文本框 128">
            <a:extLst>
              <a:ext uri="{FF2B5EF4-FFF2-40B4-BE49-F238E27FC236}">
                <a16:creationId xmlns:a16="http://schemas.microsoft.com/office/drawing/2014/main" id="{B86A77EB-4F1C-453E-B2A1-E46728EEFFF2}"/>
              </a:ext>
            </a:extLst>
          </p:cNvPr>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p>
        </p:txBody>
      </p:sp>
      <p:sp>
        <p:nvSpPr>
          <p:cNvPr id="67" name="矩形: 圆角 66">
            <a:extLst>
              <a:ext uri="{FF2B5EF4-FFF2-40B4-BE49-F238E27FC236}">
                <a16:creationId xmlns:a16="http://schemas.microsoft.com/office/drawing/2014/main" id="{B2B9B9D3-3AA3-4019-B16F-FE0DB90D9600}"/>
              </a:ext>
            </a:extLst>
          </p:cNvPr>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8" name="组合 67">
            <a:extLst>
              <a:ext uri="{FF2B5EF4-FFF2-40B4-BE49-F238E27FC236}">
                <a16:creationId xmlns:a16="http://schemas.microsoft.com/office/drawing/2014/main" id="{716F929A-8B5D-4030-A951-E72B3EB30716}"/>
              </a:ext>
            </a:extLst>
          </p:cNvPr>
          <p:cNvGrpSpPr/>
          <p:nvPr userDrawn="1"/>
        </p:nvGrpSpPr>
        <p:grpSpPr>
          <a:xfrm>
            <a:off x="237423" y="135299"/>
            <a:ext cx="847682" cy="847682"/>
            <a:chOff x="237423" y="135299"/>
            <a:chExt cx="847682" cy="847682"/>
          </a:xfrm>
        </p:grpSpPr>
        <p:sp>
          <p:nvSpPr>
            <p:cNvPr id="69" name="椭圆 68">
              <a:extLst>
                <a:ext uri="{FF2B5EF4-FFF2-40B4-BE49-F238E27FC236}">
                  <a16:creationId xmlns:a16="http://schemas.microsoft.com/office/drawing/2014/main" id="{25291A66-5A29-4421-9953-B2BF3C27B646}"/>
                </a:ext>
              </a:extLst>
            </p:cNvPr>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0" name="组合 69">
              <a:extLst>
                <a:ext uri="{FF2B5EF4-FFF2-40B4-BE49-F238E27FC236}">
                  <a16:creationId xmlns:a16="http://schemas.microsoft.com/office/drawing/2014/main" id="{B2099F41-4208-4647-A31E-98399862FCC9}"/>
                </a:ext>
              </a:extLst>
            </p:cNvPr>
            <p:cNvGrpSpPr/>
            <p:nvPr/>
          </p:nvGrpSpPr>
          <p:grpSpPr>
            <a:xfrm>
              <a:off x="293735" y="191234"/>
              <a:ext cx="735058" cy="735811"/>
              <a:chOff x="3497262" y="849313"/>
              <a:chExt cx="4651376" cy="4656138"/>
            </a:xfrm>
            <a:solidFill>
              <a:schemeClr val="accent1"/>
            </a:solidFill>
          </p:grpSpPr>
          <p:sp>
            <p:nvSpPr>
              <p:cNvPr id="71" name="Freeform 7">
                <a:extLst>
                  <a:ext uri="{FF2B5EF4-FFF2-40B4-BE49-F238E27FC236}">
                    <a16:creationId xmlns:a16="http://schemas.microsoft.com/office/drawing/2014/main" id="{64B5994A-180D-498A-BEEC-8341B5FA643A}"/>
                  </a:ext>
                </a:extLst>
              </p:cNvPr>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9">
                <a:extLst>
                  <a:ext uri="{FF2B5EF4-FFF2-40B4-BE49-F238E27FC236}">
                    <a16:creationId xmlns:a16="http://schemas.microsoft.com/office/drawing/2014/main" id="{2FE5B999-6ED1-43FF-A46F-1E58417AA65A}"/>
                  </a:ext>
                </a:extLst>
              </p:cNvPr>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10">
                <a:extLst>
                  <a:ext uri="{FF2B5EF4-FFF2-40B4-BE49-F238E27FC236}">
                    <a16:creationId xmlns:a16="http://schemas.microsoft.com/office/drawing/2014/main" id="{A766AC95-9881-4E76-B444-5229E6664BF9}"/>
                  </a:ext>
                </a:extLst>
              </p:cNvPr>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1">
                <a:extLst>
                  <a:ext uri="{FF2B5EF4-FFF2-40B4-BE49-F238E27FC236}">
                    <a16:creationId xmlns:a16="http://schemas.microsoft.com/office/drawing/2014/main" id="{82CE97B1-ACEB-461A-B3B0-E3B9863EBC4F}"/>
                  </a:ext>
                </a:extLst>
              </p:cNvPr>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2">
                <a:extLst>
                  <a:ext uri="{FF2B5EF4-FFF2-40B4-BE49-F238E27FC236}">
                    <a16:creationId xmlns:a16="http://schemas.microsoft.com/office/drawing/2014/main" id="{6653162A-4542-492E-9077-A78E697D9D7F}"/>
                  </a:ext>
                </a:extLst>
              </p:cNvPr>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3">
                <a:extLst>
                  <a:ext uri="{FF2B5EF4-FFF2-40B4-BE49-F238E27FC236}">
                    <a16:creationId xmlns:a16="http://schemas.microsoft.com/office/drawing/2014/main" id="{CAF05502-1758-4029-A257-FBB44707CD65}"/>
                  </a:ext>
                </a:extLst>
              </p:cNvPr>
              <p:cNvSpPr>
                <a:spLocks/>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Freeform 14">
                <a:extLst>
                  <a:ext uri="{FF2B5EF4-FFF2-40B4-BE49-F238E27FC236}">
                    <a16:creationId xmlns:a16="http://schemas.microsoft.com/office/drawing/2014/main" id="{0E2CADD7-9B7A-42EB-B598-074DDF771A97}"/>
                  </a:ext>
                </a:extLst>
              </p:cNvPr>
              <p:cNvSpPr>
                <a:spLocks/>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15">
                <a:extLst>
                  <a:ext uri="{FF2B5EF4-FFF2-40B4-BE49-F238E27FC236}">
                    <a16:creationId xmlns:a16="http://schemas.microsoft.com/office/drawing/2014/main" id="{2B9FC146-FE20-4359-89BB-2AA603517FC0}"/>
                  </a:ext>
                </a:extLst>
              </p:cNvPr>
              <p:cNvSpPr>
                <a:spLocks/>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Freeform 16">
                <a:extLst>
                  <a:ext uri="{FF2B5EF4-FFF2-40B4-BE49-F238E27FC236}">
                    <a16:creationId xmlns:a16="http://schemas.microsoft.com/office/drawing/2014/main" id="{B72313B1-EE51-49E0-ADEA-E0F1B25C3AD8}"/>
                  </a:ext>
                </a:extLst>
              </p:cNvPr>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Freeform 17">
                <a:extLst>
                  <a:ext uri="{FF2B5EF4-FFF2-40B4-BE49-F238E27FC236}">
                    <a16:creationId xmlns:a16="http://schemas.microsoft.com/office/drawing/2014/main" id="{7D47685E-AAB7-49D3-9405-4DE6B7F4050A}"/>
                  </a:ext>
                </a:extLst>
              </p:cNvPr>
              <p:cNvSpPr>
                <a:spLocks/>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Freeform 18">
                <a:extLst>
                  <a:ext uri="{FF2B5EF4-FFF2-40B4-BE49-F238E27FC236}">
                    <a16:creationId xmlns:a16="http://schemas.microsoft.com/office/drawing/2014/main" id="{9A92B115-0302-4281-A250-5964870C40C5}"/>
                  </a:ext>
                </a:extLst>
              </p:cNvPr>
              <p:cNvSpPr>
                <a:spLocks/>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Freeform 19">
                <a:extLst>
                  <a:ext uri="{FF2B5EF4-FFF2-40B4-BE49-F238E27FC236}">
                    <a16:creationId xmlns:a16="http://schemas.microsoft.com/office/drawing/2014/main" id="{4D783779-E50A-4746-90EA-152768751F8E}"/>
                  </a:ext>
                </a:extLst>
              </p:cNvPr>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Freeform 20">
                <a:extLst>
                  <a:ext uri="{FF2B5EF4-FFF2-40B4-BE49-F238E27FC236}">
                    <a16:creationId xmlns:a16="http://schemas.microsoft.com/office/drawing/2014/main" id="{CBC74F99-DE89-4CBC-A20E-E5F21B8C2694}"/>
                  </a:ext>
                </a:extLst>
              </p:cNvPr>
              <p:cNvSpPr>
                <a:spLocks/>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 name="Freeform 21">
                <a:extLst>
                  <a:ext uri="{FF2B5EF4-FFF2-40B4-BE49-F238E27FC236}">
                    <a16:creationId xmlns:a16="http://schemas.microsoft.com/office/drawing/2014/main" id="{4C41F27A-B43C-45FC-9D04-DE5396BDFBE2}"/>
                  </a:ext>
                </a:extLst>
              </p:cNvPr>
              <p:cNvSpPr>
                <a:spLocks/>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 name="Freeform 22">
                <a:extLst>
                  <a:ext uri="{FF2B5EF4-FFF2-40B4-BE49-F238E27FC236}">
                    <a16:creationId xmlns:a16="http://schemas.microsoft.com/office/drawing/2014/main" id="{2E95E52E-2514-41EA-927D-CA1836233F30}"/>
                  </a:ext>
                </a:extLst>
              </p:cNvPr>
              <p:cNvSpPr>
                <a:spLocks/>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 name="Freeform 23">
                <a:extLst>
                  <a:ext uri="{FF2B5EF4-FFF2-40B4-BE49-F238E27FC236}">
                    <a16:creationId xmlns:a16="http://schemas.microsoft.com/office/drawing/2014/main" id="{F4E06CE0-5B51-4492-AC09-1DA2150E0933}"/>
                  </a:ext>
                </a:extLst>
              </p:cNvPr>
              <p:cNvSpPr>
                <a:spLocks/>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3" name="Freeform 24">
                <a:extLst>
                  <a:ext uri="{FF2B5EF4-FFF2-40B4-BE49-F238E27FC236}">
                    <a16:creationId xmlns:a16="http://schemas.microsoft.com/office/drawing/2014/main" id="{AE200FB6-E394-4CBE-BBAC-6CFFC1EF776C}"/>
                  </a:ext>
                </a:extLst>
              </p:cNvPr>
              <p:cNvSpPr>
                <a:spLocks/>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4" name="Freeform 25">
                <a:extLst>
                  <a:ext uri="{FF2B5EF4-FFF2-40B4-BE49-F238E27FC236}">
                    <a16:creationId xmlns:a16="http://schemas.microsoft.com/office/drawing/2014/main" id="{EB5F3FA7-AAF8-4B94-A7C4-3941467CB7C8}"/>
                  </a:ext>
                </a:extLst>
              </p:cNvPr>
              <p:cNvSpPr>
                <a:spLocks/>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5" name="Freeform 26">
                <a:extLst>
                  <a:ext uri="{FF2B5EF4-FFF2-40B4-BE49-F238E27FC236}">
                    <a16:creationId xmlns:a16="http://schemas.microsoft.com/office/drawing/2014/main" id="{377F19C3-84C6-430B-8C84-935DFC614D86}"/>
                  </a:ext>
                </a:extLst>
              </p:cNvPr>
              <p:cNvSpPr>
                <a:spLocks/>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6" name="Freeform 27">
                <a:extLst>
                  <a:ext uri="{FF2B5EF4-FFF2-40B4-BE49-F238E27FC236}">
                    <a16:creationId xmlns:a16="http://schemas.microsoft.com/office/drawing/2014/main" id="{3D343494-DD0B-4221-8D6C-D277331DEB6C}"/>
                  </a:ext>
                </a:extLst>
              </p:cNvPr>
              <p:cNvSpPr>
                <a:spLocks/>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7" name="Freeform 28">
                <a:extLst>
                  <a:ext uri="{FF2B5EF4-FFF2-40B4-BE49-F238E27FC236}">
                    <a16:creationId xmlns:a16="http://schemas.microsoft.com/office/drawing/2014/main" id="{27635AE2-D10E-41D5-AD49-7531675887E3}"/>
                  </a:ext>
                </a:extLst>
              </p:cNvPr>
              <p:cNvSpPr>
                <a:spLocks/>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8" name="Freeform 29">
                <a:extLst>
                  <a:ext uri="{FF2B5EF4-FFF2-40B4-BE49-F238E27FC236}">
                    <a16:creationId xmlns:a16="http://schemas.microsoft.com/office/drawing/2014/main" id="{D817385B-F299-48F5-9D10-623193513513}"/>
                  </a:ext>
                </a:extLst>
              </p:cNvPr>
              <p:cNvSpPr>
                <a:spLocks/>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9" name="Freeform 30">
                <a:extLst>
                  <a:ext uri="{FF2B5EF4-FFF2-40B4-BE49-F238E27FC236}">
                    <a16:creationId xmlns:a16="http://schemas.microsoft.com/office/drawing/2014/main" id="{61F633BF-DD0C-4AD2-9A1E-558B8D8074E6}"/>
                  </a:ext>
                </a:extLst>
              </p:cNvPr>
              <p:cNvSpPr>
                <a:spLocks/>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0" name="Freeform 31">
                <a:extLst>
                  <a:ext uri="{FF2B5EF4-FFF2-40B4-BE49-F238E27FC236}">
                    <a16:creationId xmlns:a16="http://schemas.microsoft.com/office/drawing/2014/main" id="{05E31462-4C3E-4DD0-B487-52F1947255DB}"/>
                  </a:ext>
                </a:extLst>
              </p:cNvPr>
              <p:cNvSpPr>
                <a:spLocks/>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1" name="Freeform 32">
                <a:extLst>
                  <a:ext uri="{FF2B5EF4-FFF2-40B4-BE49-F238E27FC236}">
                    <a16:creationId xmlns:a16="http://schemas.microsoft.com/office/drawing/2014/main" id="{B74A5FA6-C9C9-4FAD-B9D3-26B2CC7B9CD5}"/>
                  </a:ext>
                </a:extLst>
              </p:cNvPr>
              <p:cNvSpPr>
                <a:spLocks/>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2" name="Freeform 33">
                <a:extLst>
                  <a:ext uri="{FF2B5EF4-FFF2-40B4-BE49-F238E27FC236}">
                    <a16:creationId xmlns:a16="http://schemas.microsoft.com/office/drawing/2014/main" id="{CE681D3C-E643-4C08-953A-F62523411601}"/>
                  </a:ext>
                </a:extLst>
              </p:cNvPr>
              <p:cNvSpPr>
                <a:spLocks/>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3" name="Freeform 34">
                <a:extLst>
                  <a:ext uri="{FF2B5EF4-FFF2-40B4-BE49-F238E27FC236}">
                    <a16:creationId xmlns:a16="http://schemas.microsoft.com/office/drawing/2014/main" id="{187BE825-0BDA-4DD0-B169-54177A497022}"/>
                  </a:ext>
                </a:extLst>
              </p:cNvPr>
              <p:cNvSpPr>
                <a:spLocks/>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4" name="Freeform 46">
                <a:extLst>
                  <a:ext uri="{FF2B5EF4-FFF2-40B4-BE49-F238E27FC236}">
                    <a16:creationId xmlns:a16="http://schemas.microsoft.com/office/drawing/2014/main" id="{E2E5BAE5-EB8C-48BA-86F7-0487D06E7B59}"/>
                  </a:ext>
                </a:extLst>
              </p:cNvPr>
              <p:cNvSpPr>
                <a:spLocks/>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5" name="Freeform 47">
                <a:extLst>
                  <a:ext uri="{FF2B5EF4-FFF2-40B4-BE49-F238E27FC236}">
                    <a16:creationId xmlns:a16="http://schemas.microsoft.com/office/drawing/2014/main" id="{4E5972B3-2165-4298-9105-C7799893F9B5}"/>
                  </a:ext>
                </a:extLst>
              </p:cNvPr>
              <p:cNvSpPr>
                <a:spLocks/>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6" name="Freeform 48">
                <a:extLst>
                  <a:ext uri="{FF2B5EF4-FFF2-40B4-BE49-F238E27FC236}">
                    <a16:creationId xmlns:a16="http://schemas.microsoft.com/office/drawing/2014/main" id="{4C4196A4-8427-4DAB-9761-0B12B67CCBB6}"/>
                  </a:ext>
                </a:extLst>
              </p:cNvPr>
              <p:cNvSpPr>
                <a:spLocks/>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7" name="Freeform 49">
                <a:extLst>
                  <a:ext uri="{FF2B5EF4-FFF2-40B4-BE49-F238E27FC236}">
                    <a16:creationId xmlns:a16="http://schemas.microsoft.com/office/drawing/2014/main" id="{B24FBA4B-7066-43B5-8320-3319D944F6CE}"/>
                  </a:ext>
                </a:extLst>
              </p:cNvPr>
              <p:cNvSpPr>
                <a:spLocks/>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8" name="Freeform 50">
                <a:extLst>
                  <a:ext uri="{FF2B5EF4-FFF2-40B4-BE49-F238E27FC236}">
                    <a16:creationId xmlns:a16="http://schemas.microsoft.com/office/drawing/2014/main" id="{03E7BC5B-C1D3-48F6-98AF-AC2FD6DB0152}"/>
                  </a:ext>
                </a:extLst>
              </p:cNvPr>
              <p:cNvSpPr>
                <a:spLocks/>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9" name="Freeform 51">
                <a:extLst>
                  <a:ext uri="{FF2B5EF4-FFF2-40B4-BE49-F238E27FC236}">
                    <a16:creationId xmlns:a16="http://schemas.microsoft.com/office/drawing/2014/main" id="{B058C00F-2719-44B1-91B9-0262D7AEFC94}"/>
                  </a:ext>
                </a:extLst>
              </p:cNvPr>
              <p:cNvSpPr>
                <a:spLocks/>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0" name="Freeform 52">
                <a:extLst>
                  <a:ext uri="{FF2B5EF4-FFF2-40B4-BE49-F238E27FC236}">
                    <a16:creationId xmlns:a16="http://schemas.microsoft.com/office/drawing/2014/main" id="{FAC7740F-4D0B-4966-AE95-AFDD833FEB77}"/>
                  </a:ext>
                </a:extLst>
              </p:cNvPr>
              <p:cNvSpPr>
                <a:spLocks/>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1" name="Freeform 53">
                <a:extLst>
                  <a:ext uri="{FF2B5EF4-FFF2-40B4-BE49-F238E27FC236}">
                    <a16:creationId xmlns:a16="http://schemas.microsoft.com/office/drawing/2014/main" id="{65EF3023-963B-4B75-B329-8A6DFA638EAA}"/>
                  </a:ext>
                </a:extLst>
              </p:cNvPr>
              <p:cNvSpPr>
                <a:spLocks/>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2" name="Freeform 54">
                <a:extLst>
                  <a:ext uri="{FF2B5EF4-FFF2-40B4-BE49-F238E27FC236}">
                    <a16:creationId xmlns:a16="http://schemas.microsoft.com/office/drawing/2014/main" id="{DCB4D492-8F86-4FD8-9E29-A198EE39FB8D}"/>
                  </a:ext>
                </a:extLst>
              </p:cNvPr>
              <p:cNvSpPr>
                <a:spLocks/>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3" name="Freeform 55">
                <a:extLst>
                  <a:ext uri="{FF2B5EF4-FFF2-40B4-BE49-F238E27FC236}">
                    <a16:creationId xmlns:a16="http://schemas.microsoft.com/office/drawing/2014/main" id="{740A9F7B-B444-4E32-927B-D8A19D6C03C0}"/>
                  </a:ext>
                </a:extLst>
              </p:cNvPr>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4" name="Freeform 56">
                <a:extLst>
                  <a:ext uri="{FF2B5EF4-FFF2-40B4-BE49-F238E27FC236}">
                    <a16:creationId xmlns:a16="http://schemas.microsoft.com/office/drawing/2014/main" id="{CF9AD5D7-706E-41B8-BFE0-7FC9A1C41548}"/>
                  </a:ext>
                </a:extLst>
              </p:cNvPr>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5" name="Freeform 57">
                <a:extLst>
                  <a:ext uri="{FF2B5EF4-FFF2-40B4-BE49-F238E27FC236}">
                    <a16:creationId xmlns:a16="http://schemas.microsoft.com/office/drawing/2014/main" id="{9C17A9F5-81FA-4FCE-A442-B73F2F7F8B3F}"/>
                  </a:ext>
                </a:extLst>
              </p:cNvPr>
              <p:cNvSpPr>
                <a:spLocks/>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6" name="Freeform 58">
                <a:extLst>
                  <a:ext uri="{FF2B5EF4-FFF2-40B4-BE49-F238E27FC236}">
                    <a16:creationId xmlns:a16="http://schemas.microsoft.com/office/drawing/2014/main" id="{EF6FDF55-E089-4DBB-BC7F-5134AE59BF3D}"/>
                  </a:ext>
                </a:extLst>
              </p:cNvPr>
              <p:cNvSpPr>
                <a:spLocks/>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57" name="文本占位符 65">
            <a:extLst>
              <a:ext uri="{FF2B5EF4-FFF2-40B4-BE49-F238E27FC236}">
                <a16:creationId xmlns:a16="http://schemas.microsoft.com/office/drawing/2014/main" id="{15EF978C-D233-4FBC-8320-5FB7A9CA61BD}"/>
              </a:ext>
            </a:extLst>
          </p:cNvPr>
          <p:cNvSpPr>
            <a:spLocks noGrp="1"/>
          </p:cNvSpPr>
          <p:nvPr>
            <p:ph type="body" idx="14"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p>
        </p:txBody>
      </p:sp>
    </p:spTree>
    <p:extLst>
      <p:ext uri="{BB962C8B-B14F-4D97-AF65-F5344CB8AC3E}">
        <p14:creationId xmlns:p14="http://schemas.microsoft.com/office/powerpoint/2010/main" val="3696443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一张图片">
    <p:spTree>
      <p:nvGrpSpPr>
        <p:cNvPr id="1" name=""/>
        <p:cNvGrpSpPr/>
        <p:nvPr/>
      </p:nvGrpSpPr>
      <p:grpSpPr>
        <a:xfrm>
          <a:off x="0" y="0"/>
          <a:ext cx="0" cy="0"/>
          <a:chOff x="0" y="0"/>
          <a:chExt cx="0" cy="0"/>
        </a:xfrm>
      </p:grpSpPr>
      <p:sp>
        <p:nvSpPr>
          <p:cNvPr id="8" name="图片占位符 7">
            <a:extLst>
              <a:ext uri="{FF2B5EF4-FFF2-40B4-BE49-F238E27FC236}">
                <a16:creationId xmlns:a16="http://schemas.microsoft.com/office/drawing/2014/main" id="{E6F7B20F-EF55-483B-8555-04CA4C04ACF1}"/>
              </a:ext>
            </a:extLst>
          </p:cNvPr>
          <p:cNvSpPr>
            <a:spLocks noGrp="1"/>
          </p:cNvSpPr>
          <p:nvPr>
            <p:ph type="pic" sz="quarter" idx="13"/>
          </p:nvPr>
        </p:nvSpPr>
        <p:spPr>
          <a:xfrm>
            <a:off x="838200" y="1301750"/>
            <a:ext cx="5243513" cy="4670425"/>
          </a:xfrm>
        </p:spPr>
        <p:txBody>
          <a:bodyPr/>
          <a:lstStyle/>
          <a:p>
            <a:endParaRPr lang="zh-CN" altLang="en-US"/>
          </a:p>
        </p:txBody>
      </p:sp>
      <p:sp>
        <p:nvSpPr>
          <p:cNvPr id="3" name="日期占位符 2">
            <a:extLst>
              <a:ext uri="{FF2B5EF4-FFF2-40B4-BE49-F238E27FC236}">
                <a16:creationId xmlns:a16="http://schemas.microsoft.com/office/drawing/2014/main" id="{E3F108A6-7EAC-4504-8CC9-2040E9F27BDF}"/>
              </a:ext>
            </a:extLst>
          </p:cNvPr>
          <p:cNvSpPr>
            <a:spLocks noGrp="1"/>
          </p:cNvSpPr>
          <p:nvPr>
            <p:ph type="dt" sz="half" idx="10"/>
          </p:nvPr>
        </p:nvSpPr>
        <p:spPr/>
        <p:txBody>
          <a:bodyPr/>
          <a:lstStyle/>
          <a:p>
            <a:fld id="{DD96C455-D181-459A-8014-67AAEFFCA7C2}" type="datetimeFigureOut">
              <a:rPr lang="zh-CN" altLang="en-US" smtClean="0"/>
              <a:t>2025/11/26</a:t>
            </a:fld>
            <a:endParaRPr lang="zh-CN" altLang="en-US"/>
          </a:p>
        </p:txBody>
      </p:sp>
      <p:sp>
        <p:nvSpPr>
          <p:cNvPr id="4" name="页脚占位符 3">
            <a:extLst>
              <a:ext uri="{FF2B5EF4-FFF2-40B4-BE49-F238E27FC236}">
                <a16:creationId xmlns:a16="http://schemas.microsoft.com/office/drawing/2014/main" id="{F4B97241-2430-47C5-9847-2A5FA9AA492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7FC6D73-144B-41D6-A73B-8F3BD2AC9DF1}"/>
              </a:ext>
            </a:extLst>
          </p:cNvPr>
          <p:cNvSpPr>
            <a:spLocks noGrp="1"/>
          </p:cNvSpPr>
          <p:nvPr>
            <p:ph type="sldNum" sz="quarter" idx="12"/>
          </p:nvPr>
        </p:nvSpPr>
        <p:spPr/>
        <p:txBody>
          <a:bodyPr/>
          <a:lstStyle/>
          <a:p>
            <a:fld id="{40321020-7931-4610-B95E-80A53469F597}" type="slidenum">
              <a:rPr lang="zh-CN" altLang="en-US" smtClean="0"/>
              <a:t>‹#›</a:t>
            </a:fld>
            <a:endParaRPr lang="zh-CN" altLang="en-US"/>
          </a:p>
        </p:txBody>
      </p:sp>
      <p:grpSp>
        <p:nvGrpSpPr>
          <p:cNvPr id="23" name="组合 22">
            <a:extLst>
              <a:ext uri="{FF2B5EF4-FFF2-40B4-BE49-F238E27FC236}">
                <a16:creationId xmlns:a16="http://schemas.microsoft.com/office/drawing/2014/main" id="{DB11DFE2-A84D-4D03-9B27-B4F8B00B177C}"/>
              </a:ext>
            </a:extLst>
          </p:cNvPr>
          <p:cNvGrpSpPr/>
          <p:nvPr userDrawn="1"/>
        </p:nvGrpSpPr>
        <p:grpSpPr>
          <a:xfrm rot="169789">
            <a:off x="7333468" y="1757113"/>
            <a:ext cx="5694860" cy="5835138"/>
            <a:chOff x="377825" y="6983413"/>
            <a:chExt cx="5284788" cy="5414962"/>
          </a:xfrm>
          <a:solidFill>
            <a:schemeClr val="accent1">
              <a:alpha val="4000"/>
            </a:schemeClr>
          </a:solidFill>
        </p:grpSpPr>
        <p:sp>
          <p:nvSpPr>
            <p:cNvPr id="24" name="Freeform 19">
              <a:extLst>
                <a:ext uri="{FF2B5EF4-FFF2-40B4-BE49-F238E27FC236}">
                  <a16:creationId xmlns:a16="http://schemas.microsoft.com/office/drawing/2014/main" id="{985CD8C4-CA09-4CDB-8CA8-4B99CF425ACA}"/>
                </a:ext>
              </a:extLst>
            </p:cNvPr>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20">
              <a:extLst>
                <a:ext uri="{FF2B5EF4-FFF2-40B4-BE49-F238E27FC236}">
                  <a16:creationId xmlns:a16="http://schemas.microsoft.com/office/drawing/2014/main" id="{B83158DE-1DED-4CFA-A78B-B4E63CFF5523}"/>
                </a:ext>
              </a:extLst>
            </p:cNvPr>
            <p:cNvSpPr>
              <a:spLocks/>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22">
              <a:extLst>
                <a:ext uri="{FF2B5EF4-FFF2-40B4-BE49-F238E27FC236}">
                  <a16:creationId xmlns:a16="http://schemas.microsoft.com/office/drawing/2014/main" id="{67F8350D-7C55-436A-9A17-0632C548BE62}"/>
                </a:ext>
              </a:extLst>
            </p:cNvPr>
            <p:cNvSpPr>
              <a:spLocks/>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23">
              <a:extLst>
                <a:ext uri="{FF2B5EF4-FFF2-40B4-BE49-F238E27FC236}">
                  <a16:creationId xmlns:a16="http://schemas.microsoft.com/office/drawing/2014/main" id="{C9AC71BC-F865-4547-AE03-A2128D3A735D}"/>
                </a:ext>
              </a:extLst>
            </p:cNvPr>
            <p:cNvSpPr>
              <a:spLocks/>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24">
              <a:extLst>
                <a:ext uri="{FF2B5EF4-FFF2-40B4-BE49-F238E27FC236}">
                  <a16:creationId xmlns:a16="http://schemas.microsoft.com/office/drawing/2014/main" id="{C1FB9CC2-714A-490F-B7D4-3E6C6366580E}"/>
                </a:ext>
              </a:extLst>
            </p:cNvPr>
            <p:cNvSpPr>
              <a:spLocks/>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25">
              <a:extLst>
                <a:ext uri="{FF2B5EF4-FFF2-40B4-BE49-F238E27FC236}">
                  <a16:creationId xmlns:a16="http://schemas.microsoft.com/office/drawing/2014/main" id="{8B1BD9A2-68DB-42AE-81BE-13C2E028C0A6}"/>
                </a:ext>
              </a:extLst>
            </p:cNvPr>
            <p:cNvSpPr>
              <a:spLocks/>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26">
              <a:extLst>
                <a:ext uri="{FF2B5EF4-FFF2-40B4-BE49-F238E27FC236}">
                  <a16:creationId xmlns:a16="http://schemas.microsoft.com/office/drawing/2014/main" id="{820559DB-5622-4AEC-AF14-DB0EB2417A3D}"/>
                </a:ext>
              </a:extLst>
            </p:cNvPr>
            <p:cNvSpPr>
              <a:spLocks/>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31">
              <a:extLst>
                <a:ext uri="{FF2B5EF4-FFF2-40B4-BE49-F238E27FC236}">
                  <a16:creationId xmlns:a16="http://schemas.microsoft.com/office/drawing/2014/main" id="{4645B00C-B1A7-4616-9E8B-75A757568383}"/>
                </a:ext>
              </a:extLst>
            </p:cNvPr>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2" name="Freeform 33">
              <a:extLst>
                <a:ext uri="{FF2B5EF4-FFF2-40B4-BE49-F238E27FC236}">
                  <a16:creationId xmlns:a16="http://schemas.microsoft.com/office/drawing/2014/main" id="{93E258CA-6976-483A-B1DE-EA72FEB091F8}"/>
                </a:ext>
              </a:extLst>
            </p:cNvPr>
            <p:cNvSpPr>
              <a:spLocks/>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3" name="Freeform 35">
              <a:extLst>
                <a:ext uri="{FF2B5EF4-FFF2-40B4-BE49-F238E27FC236}">
                  <a16:creationId xmlns:a16="http://schemas.microsoft.com/office/drawing/2014/main" id="{B9A714BD-0B26-47BF-AEE9-2602D19961CE}"/>
                </a:ext>
              </a:extLst>
            </p:cNvPr>
            <p:cNvSpPr>
              <a:spLocks/>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4" name="Freeform 36">
              <a:extLst>
                <a:ext uri="{FF2B5EF4-FFF2-40B4-BE49-F238E27FC236}">
                  <a16:creationId xmlns:a16="http://schemas.microsoft.com/office/drawing/2014/main" id="{B0D9DCA0-9AE7-40C1-A5B2-A71890974892}"/>
                </a:ext>
              </a:extLst>
            </p:cNvPr>
            <p:cNvSpPr>
              <a:spLocks/>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5" name="Freeform 38">
              <a:extLst>
                <a:ext uri="{FF2B5EF4-FFF2-40B4-BE49-F238E27FC236}">
                  <a16:creationId xmlns:a16="http://schemas.microsoft.com/office/drawing/2014/main" id="{FE53E166-F815-4284-A00F-262157C2D911}"/>
                </a:ext>
              </a:extLst>
            </p:cNvPr>
            <p:cNvSpPr>
              <a:spLocks/>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6" name="Freeform 39">
              <a:extLst>
                <a:ext uri="{FF2B5EF4-FFF2-40B4-BE49-F238E27FC236}">
                  <a16:creationId xmlns:a16="http://schemas.microsoft.com/office/drawing/2014/main" id="{F9322739-097A-4ED5-AE6F-83D277E5CE3E}"/>
                </a:ext>
              </a:extLst>
            </p:cNvPr>
            <p:cNvSpPr>
              <a:spLocks/>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7" name="Freeform 40">
              <a:extLst>
                <a:ext uri="{FF2B5EF4-FFF2-40B4-BE49-F238E27FC236}">
                  <a16:creationId xmlns:a16="http://schemas.microsoft.com/office/drawing/2014/main" id="{A255E10F-A26C-4013-9D98-838BB0061B69}"/>
                </a:ext>
              </a:extLst>
            </p:cNvPr>
            <p:cNvSpPr>
              <a:spLocks/>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84" name="文本框 83">
            <a:extLst>
              <a:ext uri="{FF2B5EF4-FFF2-40B4-BE49-F238E27FC236}">
                <a16:creationId xmlns:a16="http://schemas.microsoft.com/office/drawing/2014/main" id="{8B54DC34-0A52-4909-9DAF-B4D863303161}"/>
              </a:ext>
            </a:extLst>
          </p:cNvPr>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p>
        </p:txBody>
      </p:sp>
      <p:sp>
        <p:nvSpPr>
          <p:cNvPr id="85" name="矩形: 圆角 84">
            <a:extLst>
              <a:ext uri="{FF2B5EF4-FFF2-40B4-BE49-F238E27FC236}">
                <a16:creationId xmlns:a16="http://schemas.microsoft.com/office/drawing/2014/main" id="{727D0EFE-0773-458D-951B-05868593BC5A}"/>
              </a:ext>
            </a:extLst>
          </p:cNvPr>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6" name="组合 85">
            <a:extLst>
              <a:ext uri="{FF2B5EF4-FFF2-40B4-BE49-F238E27FC236}">
                <a16:creationId xmlns:a16="http://schemas.microsoft.com/office/drawing/2014/main" id="{1C8D1E98-32E6-47FD-B4E0-AFB46CB23F70}"/>
              </a:ext>
            </a:extLst>
          </p:cNvPr>
          <p:cNvGrpSpPr/>
          <p:nvPr userDrawn="1"/>
        </p:nvGrpSpPr>
        <p:grpSpPr>
          <a:xfrm>
            <a:off x="237423" y="135299"/>
            <a:ext cx="847682" cy="847682"/>
            <a:chOff x="237423" y="135299"/>
            <a:chExt cx="847682" cy="847682"/>
          </a:xfrm>
        </p:grpSpPr>
        <p:sp>
          <p:nvSpPr>
            <p:cNvPr id="87" name="椭圆 86">
              <a:extLst>
                <a:ext uri="{FF2B5EF4-FFF2-40B4-BE49-F238E27FC236}">
                  <a16:creationId xmlns:a16="http://schemas.microsoft.com/office/drawing/2014/main" id="{7427EAD0-706E-4C3B-AC91-36CE8D18D77C}"/>
                </a:ext>
              </a:extLst>
            </p:cNvPr>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8" name="组合 87">
              <a:extLst>
                <a:ext uri="{FF2B5EF4-FFF2-40B4-BE49-F238E27FC236}">
                  <a16:creationId xmlns:a16="http://schemas.microsoft.com/office/drawing/2014/main" id="{6E3A4095-5D7B-435F-9CED-C384A0F3CD72}"/>
                </a:ext>
              </a:extLst>
            </p:cNvPr>
            <p:cNvGrpSpPr/>
            <p:nvPr/>
          </p:nvGrpSpPr>
          <p:grpSpPr>
            <a:xfrm>
              <a:off x="293735" y="191234"/>
              <a:ext cx="735058" cy="735811"/>
              <a:chOff x="3497262" y="849313"/>
              <a:chExt cx="4651376" cy="4656138"/>
            </a:xfrm>
            <a:solidFill>
              <a:schemeClr val="accent1"/>
            </a:solidFill>
          </p:grpSpPr>
          <p:sp>
            <p:nvSpPr>
              <p:cNvPr id="89" name="Freeform 7">
                <a:extLst>
                  <a:ext uri="{FF2B5EF4-FFF2-40B4-BE49-F238E27FC236}">
                    <a16:creationId xmlns:a16="http://schemas.microsoft.com/office/drawing/2014/main" id="{432C5514-9B34-4499-A27D-F8389F45CF79}"/>
                  </a:ext>
                </a:extLst>
              </p:cNvPr>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Freeform 9">
                <a:extLst>
                  <a:ext uri="{FF2B5EF4-FFF2-40B4-BE49-F238E27FC236}">
                    <a16:creationId xmlns:a16="http://schemas.microsoft.com/office/drawing/2014/main" id="{35DB8A7C-4F71-4296-AD16-A91A4545D4F4}"/>
                  </a:ext>
                </a:extLst>
              </p:cNvPr>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Freeform 10">
                <a:extLst>
                  <a:ext uri="{FF2B5EF4-FFF2-40B4-BE49-F238E27FC236}">
                    <a16:creationId xmlns:a16="http://schemas.microsoft.com/office/drawing/2014/main" id="{8656E463-41BF-4B32-B9AD-C51BA0B1E918}"/>
                  </a:ext>
                </a:extLst>
              </p:cNvPr>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11">
                <a:extLst>
                  <a:ext uri="{FF2B5EF4-FFF2-40B4-BE49-F238E27FC236}">
                    <a16:creationId xmlns:a16="http://schemas.microsoft.com/office/drawing/2014/main" id="{E50E5EEE-1A89-425F-9C56-37A02B0AE510}"/>
                  </a:ext>
                </a:extLst>
              </p:cNvPr>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Freeform 12">
                <a:extLst>
                  <a:ext uri="{FF2B5EF4-FFF2-40B4-BE49-F238E27FC236}">
                    <a16:creationId xmlns:a16="http://schemas.microsoft.com/office/drawing/2014/main" id="{7F337DCB-390B-4104-8633-0B8F660BEAF3}"/>
                  </a:ext>
                </a:extLst>
              </p:cNvPr>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13">
                <a:extLst>
                  <a:ext uri="{FF2B5EF4-FFF2-40B4-BE49-F238E27FC236}">
                    <a16:creationId xmlns:a16="http://schemas.microsoft.com/office/drawing/2014/main" id="{11F645B1-84DD-47F9-AE23-E075CB0B5B13}"/>
                  </a:ext>
                </a:extLst>
              </p:cNvPr>
              <p:cNvSpPr>
                <a:spLocks/>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14">
                <a:extLst>
                  <a:ext uri="{FF2B5EF4-FFF2-40B4-BE49-F238E27FC236}">
                    <a16:creationId xmlns:a16="http://schemas.microsoft.com/office/drawing/2014/main" id="{444D0672-6277-4EE3-A4A7-0F7335F3C9B7}"/>
                  </a:ext>
                </a:extLst>
              </p:cNvPr>
              <p:cNvSpPr>
                <a:spLocks/>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15">
                <a:extLst>
                  <a:ext uri="{FF2B5EF4-FFF2-40B4-BE49-F238E27FC236}">
                    <a16:creationId xmlns:a16="http://schemas.microsoft.com/office/drawing/2014/main" id="{66CAA7A3-F00A-489D-B540-150D1D430C20}"/>
                  </a:ext>
                </a:extLst>
              </p:cNvPr>
              <p:cNvSpPr>
                <a:spLocks/>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16">
                <a:extLst>
                  <a:ext uri="{FF2B5EF4-FFF2-40B4-BE49-F238E27FC236}">
                    <a16:creationId xmlns:a16="http://schemas.microsoft.com/office/drawing/2014/main" id="{7CB282AD-75A0-4651-B433-5D300850214A}"/>
                  </a:ext>
                </a:extLst>
              </p:cNvPr>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17">
                <a:extLst>
                  <a:ext uri="{FF2B5EF4-FFF2-40B4-BE49-F238E27FC236}">
                    <a16:creationId xmlns:a16="http://schemas.microsoft.com/office/drawing/2014/main" id="{C42CFDE9-55B3-4A1B-91B4-4C3DCDE061A2}"/>
                  </a:ext>
                </a:extLst>
              </p:cNvPr>
              <p:cNvSpPr>
                <a:spLocks/>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18">
                <a:extLst>
                  <a:ext uri="{FF2B5EF4-FFF2-40B4-BE49-F238E27FC236}">
                    <a16:creationId xmlns:a16="http://schemas.microsoft.com/office/drawing/2014/main" id="{91A5A770-818D-431D-937A-FA379400EF50}"/>
                  </a:ext>
                </a:extLst>
              </p:cNvPr>
              <p:cNvSpPr>
                <a:spLocks/>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Freeform 19">
                <a:extLst>
                  <a:ext uri="{FF2B5EF4-FFF2-40B4-BE49-F238E27FC236}">
                    <a16:creationId xmlns:a16="http://schemas.microsoft.com/office/drawing/2014/main" id="{97CA9984-1ED5-40FD-BDE3-D0039234811B}"/>
                  </a:ext>
                </a:extLst>
              </p:cNvPr>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20">
                <a:extLst>
                  <a:ext uri="{FF2B5EF4-FFF2-40B4-BE49-F238E27FC236}">
                    <a16:creationId xmlns:a16="http://schemas.microsoft.com/office/drawing/2014/main" id="{ED37B6CC-508A-4BBA-899B-51BE3430D5B4}"/>
                  </a:ext>
                </a:extLst>
              </p:cNvPr>
              <p:cNvSpPr>
                <a:spLocks/>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Freeform 21">
                <a:extLst>
                  <a:ext uri="{FF2B5EF4-FFF2-40B4-BE49-F238E27FC236}">
                    <a16:creationId xmlns:a16="http://schemas.microsoft.com/office/drawing/2014/main" id="{5D9D939F-9C9C-4372-9DA0-882B0CE483A1}"/>
                  </a:ext>
                </a:extLst>
              </p:cNvPr>
              <p:cNvSpPr>
                <a:spLocks/>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22">
                <a:extLst>
                  <a:ext uri="{FF2B5EF4-FFF2-40B4-BE49-F238E27FC236}">
                    <a16:creationId xmlns:a16="http://schemas.microsoft.com/office/drawing/2014/main" id="{6E3B3323-808D-498B-8EAC-A6D4159E7816}"/>
                  </a:ext>
                </a:extLst>
              </p:cNvPr>
              <p:cNvSpPr>
                <a:spLocks/>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23">
                <a:extLst>
                  <a:ext uri="{FF2B5EF4-FFF2-40B4-BE49-F238E27FC236}">
                    <a16:creationId xmlns:a16="http://schemas.microsoft.com/office/drawing/2014/main" id="{87DF0996-2298-4A4B-929F-DAC3629EB7FE}"/>
                  </a:ext>
                </a:extLst>
              </p:cNvPr>
              <p:cNvSpPr>
                <a:spLocks/>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24">
                <a:extLst>
                  <a:ext uri="{FF2B5EF4-FFF2-40B4-BE49-F238E27FC236}">
                    <a16:creationId xmlns:a16="http://schemas.microsoft.com/office/drawing/2014/main" id="{864CF228-7FB1-49BF-AFBA-76AFD4D02174}"/>
                  </a:ext>
                </a:extLst>
              </p:cNvPr>
              <p:cNvSpPr>
                <a:spLocks/>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25">
                <a:extLst>
                  <a:ext uri="{FF2B5EF4-FFF2-40B4-BE49-F238E27FC236}">
                    <a16:creationId xmlns:a16="http://schemas.microsoft.com/office/drawing/2014/main" id="{4C01A230-24F9-4CC5-9630-A86E3B6F8CA1}"/>
                  </a:ext>
                </a:extLst>
              </p:cNvPr>
              <p:cNvSpPr>
                <a:spLocks/>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Freeform 26">
                <a:extLst>
                  <a:ext uri="{FF2B5EF4-FFF2-40B4-BE49-F238E27FC236}">
                    <a16:creationId xmlns:a16="http://schemas.microsoft.com/office/drawing/2014/main" id="{475EFC63-C61C-4092-ACF3-A66048B42C63}"/>
                  </a:ext>
                </a:extLst>
              </p:cNvPr>
              <p:cNvSpPr>
                <a:spLocks/>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27">
                <a:extLst>
                  <a:ext uri="{FF2B5EF4-FFF2-40B4-BE49-F238E27FC236}">
                    <a16:creationId xmlns:a16="http://schemas.microsoft.com/office/drawing/2014/main" id="{1DF433C8-23D7-4B3E-9EF3-9144DFD04EF2}"/>
                  </a:ext>
                </a:extLst>
              </p:cNvPr>
              <p:cNvSpPr>
                <a:spLocks/>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28">
                <a:extLst>
                  <a:ext uri="{FF2B5EF4-FFF2-40B4-BE49-F238E27FC236}">
                    <a16:creationId xmlns:a16="http://schemas.microsoft.com/office/drawing/2014/main" id="{487AF9D9-6A0A-422D-817A-F33A6DB7148C}"/>
                  </a:ext>
                </a:extLst>
              </p:cNvPr>
              <p:cNvSpPr>
                <a:spLocks/>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29">
                <a:extLst>
                  <a:ext uri="{FF2B5EF4-FFF2-40B4-BE49-F238E27FC236}">
                    <a16:creationId xmlns:a16="http://schemas.microsoft.com/office/drawing/2014/main" id="{DED8AFED-73C3-461B-888C-AA2D8FBCE65E}"/>
                  </a:ext>
                </a:extLst>
              </p:cNvPr>
              <p:cNvSpPr>
                <a:spLocks/>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30">
                <a:extLst>
                  <a:ext uri="{FF2B5EF4-FFF2-40B4-BE49-F238E27FC236}">
                    <a16:creationId xmlns:a16="http://schemas.microsoft.com/office/drawing/2014/main" id="{8BF6B89F-276A-4870-8F7E-179E2B30E9E3}"/>
                  </a:ext>
                </a:extLst>
              </p:cNvPr>
              <p:cNvSpPr>
                <a:spLocks/>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31">
                <a:extLst>
                  <a:ext uri="{FF2B5EF4-FFF2-40B4-BE49-F238E27FC236}">
                    <a16:creationId xmlns:a16="http://schemas.microsoft.com/office/drawing/2014/main" id="{0721FC16-5467-4F11-93E4-456B5BD70BE3}"/>
                  </a:ext>
                </a:extLst>
              </p:cNvPr>
              <p:cNvSpPr>
                <a:spLocks/>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Freeform 32">
                <a:extLst>
                  <a:ext uri="{FF2B5EF4-FFF2-40B4-BE49-F238E27FC236}">
                    <a16:creationId xmlns:a16="http://schemas.microsoft.com/office/drawing/2014/main" id="{238C4FC7-9D29-4E68-842B-6BEE1B13AB4A}"/>
                  </a:ext>
                </a:extLst>
              </p:cNvPr>
              <p:cNvSpPr>
                <a:spLocks/>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4" name="Freeform 33">
                <a:extLst>
                  <a:ext uri="{FF2B5EF4-FFF2-40B4-BE49-F238E27FC236}">
                    <a16:creationId xmlns:a16="http://schemas.microsoft.com/office/drawing/2014/main" id="{8022D624-52E1-4BBD-99C7-FB62A781E206}"/>
                  </a:ext>
                </a:extLst>
              </p:cNvPr>
              <p:cNvSpPr>
                <a:spLocks/>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5" name="Freeform 34">
                <a:extLst>
                  <a:ext uri="{FF2B5EF4-FFF2-40B4-BE49-F238E27FC236}">
                    <a16:creationId xmlns:a16="http://schemas.microsoft.com/office/drawing/2014/main" id="{D9089CB4-20A3-42CE-B15B-EE0274D5811E}"/>
                  </a:ext>
                </a:extLst>
              </p:cNvPr>
              <p:cNvSpPr>
                <a:spLocks/>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6" name="Freeform 46">
                <a:extLst>
                  <a:ext uri="{FF2B5EF4-FFF2-40B4-BE49-F238E27FC236}">
                    <a16:creationId xmlns:a16="http://schemas.microsoft.com/office/drawing/2014/main" id="{E7B71761-1E81-4443-B9DF-7504D17BE2B6}"/>
                  </a:ext>
                </a:extLst>
              </p:cNvPr>
              <p:cNvSpPr>
                <a:spLocks/>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7" name="Freeform 47">
                <a:extLst>
                  <a:ext uri="{FF2B5EF4-FFF2-40B4-BE49-F238E27FC236}">
                    <a16:creationId xmlns:a16="http://schemas.microsoft.com/office/drawing/2014/main" id="{3594B505-B142-4F77-95C0-042B8F09F130}"/>
                  </a:ext>
                </a:extLst>
              </p:cNvPr>
              <p:cNvSpPr>
                <a:spLocks/>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8" name="Freeform 48">
                <a:extLst>
                  <a:ext uri="{FF2B5EF4-FFF2-40B4-BE49-F238E27FC236}">
                    <a16:creationId xmlns:a16="http://schemas.microsoft.com/office/drawing/2014/main" id="{4B465C86-0764-44AD-BAC1-4CBF2A1938A7}"/>
                  </a:ext>
                </a:extLst>
              </p:cNvPr>
              <p:cNvSpPr>
                <a:spLocks/>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9" name="Freeform 49">
                <a:extLst>
                  <a:ext uri="{FF2B5EF4-FFF2-40B4-BE49-F238E27FC236}">
                    <a16:creationId xmlns:a16="http://schemas.microsoft.com/office/drawing/2014/main" id="{74038C08-FE27-4E8D-AD25-40F1E4BAD8DB}"/>
                  </a:ext>
                </a:extLst>
              </p:cNvPr>
              <p:cNvSpPr>
                <a:spLocks/>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0" name="Freeform 50">
                <a:extLst>
                  <a:ext uri="{FF2B5EF4-FFF2-40B4-BE49-F238E27FC236}">
                    <a16:creationId xmlns:a16="http://schemas.microsoft.com/office/drawing/2014/main" id="{EB63B124-60E6-40AA-BD42-BF3F6AFF35C7}"/>
                  </a:ext>
                </a:extLst>
              </p:cNvPr>
              <p:cNvSpPr>
                <a:spLocks/>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1" name="Freeform 51">
                <a:extLst>
                  <a:ext uri="{FF2B5EF4-FFF2-40B4-BE49-F238E27FC236}">
                    <a16:creationId xmlns:a16="http://schemas.microsoft.com/office/drawing/2014/main" id="{E140D2C5-2FC4-44C1-A84D-1EF8ACCB70A4}"/>
                  </a:ext>
                </a:extLst>
              </p:cNvPr>
              <p:cNvSpPr>
                <a:spLocks/>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2" name="Freeform 52">
                <a:extLst>
                  <a:ext uri="{FF2B5EF4-FFF2-40B4-BE49-F238E27FC236}">
                    <a16:creationId xmlns:a16="http://schemas.microsoft.com/office/drawing/2014/main" id="{15CA1E90-78F6-430E-BF2C-F57CE93C3327}"/>
                  </a:ext>
                </a:extLst>
              </p:cNvPr>
              <p:cNvSpPr>
                <a:spLocks/>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3" name="Freeform 53">
                <a:extLst>
                  <a:ext uri="{FF2B5EF4-FFF2-40B4-BE49-F238E27FC236}">
                    <a16:creationId xmlns:a16="http://schemas.microsoft.com/office/drawing/2014/main" id="{668FA062-D5F8-4784-BA4C-DD0997E14FBD}"/>
                  </a:ext>
                </a:extLst>
              </p:cNvPr>
              <p:cNvSpPr>
                <a:spLocks/>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4" name="Freeform 54">
                <a:extLst>
                  <a:ext uri="{FF2B5EF4-FFF2-40B4-BE49-F238E27FC236}">
                    <a16:creationId xmlns:a16="http://schemas.microsoft.com/office/drawing/2014/main" id="{231656A7-DCAB-4877-B722-7CFA5BC75608}"/>
                  </a:ext>
                </a:extLst>
              </p:cNvPr>
              <p:cNvSpPr>
                <a:spLocks/>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5" name="Freeform 55">
                <a:extLst>
                  <a:ext uri="{FF2B5EF4-FFF2-40B4-BE49-F238E27FC236}">
                    <a16:creationId xmlns:a16="http://schemas.microsoft.com/office/drawing/2014/main" id="{089D9780-9670-40D8-863B-118510D2BB49}"/>
                  </a:ext>
                </a:extLst>
              </p:cNvPr>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6" name="Freeform 56">
                <a:extLst>
                  <a:ext uri="{FF2B5EF4-FFF2-40B4-BE49-F238E27FC236}">
                    <a16:creationId xmlns:a16="http://schemas.microsoft.com/office/drawing/2014/main" id="{61BCDD3C-0CE7-42AC-BD6A-BE812011120D}"/>
                  </a:ext>
                </a:extLst>
              </p:cNvPr>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 name="Freeform 57">
                <a:extLst>
                  <a:ext uri="{FF2B5EF4-FFF2-40B4-BE49-F238E27FC236}">
                    <a16:creationId xmlns:a16="http://schemas.microsoft.com/office/drawing/2014/main" id="{D4A99035-160A-40D4-B22D-9D84747ED53D}"/>
                  </a:ext>
                </a:extLst>
              </p:cNvPr>
              <p:cNvSpPr>
                <a:spLocks/>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 name="Freeform 58">
                <a:extLst>
                  <a:ext uri="{FF2B5EF4-FFF2-40B4-BE49-F238E27FC236}">
                    <a16:creationId xmlns:a16="http://schemas.microsoft.com/office/drawing/2014/main" id="{C102C314-FB02-4C78-8F04-BE65D8663DE9}"/>
                  </a:ext>
                </a:extLst>
              </p:cNvPr>
              <p:cNvSpPr>
                <a:spLocks/>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29" name="文本占位符 65">
            <a:extLst>
              <a:ext uri="{FF2B5EF4-FFF2-40B4-BE49-F238E27FC236}">
                <a16:creationId xmlns:a16="http://schemas.microsoft.com/office/drawing/2014/main" id="{317476C1-9512-4939-83E4-D52BF9FA1D9B}"/>
              </a:ext>
            </a:extLst>
          </p:cNvPr>
          <p:cNvSpPr>
            <a:spLocks noGrp="1"/>
          </p:cNvSpPr>
          <p:nvPr>
            <p:ph type="body" idx="14"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p>
        </p:txBody>
      </p:sp>
    </p:spTree>
    <p:extLst>
      <p:ext uri="{BB962C8B-B14F-4D97-AF65-F5344CB8AC3E}">
        <p14:creationId xmlns:p14="http://schemas.microsoft.com/office/powerpoint/2010/main" val="1905362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grpSp>
        <p:nvGrpSpPr>
          <p:cNvPr id="35" name="组合 34">
            <a:extLst>
              <a:ext uri="{FF2B5EF4-FFF2-40B4-BE49-F238E27FC236}">
                <a16:creationId xmlns:a16="http://schemas.microsoft.com/office/drawing/2014/main" id="{481B125D-1EB9-4E3C-9071-E3D11BAFE226}"/>
              </a:ext>
            </a:extLst>
          </p:cNvPr>
          <p:cNvGrpSpPr/>
          <p:nvPr userDrawn="1"/>
        </p:nvGrpSpPr>
        <p:grpSpPr>
          <a:xfrm rot="169789">
            <a:off x="7333468" y="1757113"/>
            <a:ext cx="5694860" cy="5835138"/>
            <a:chOff x="377825" y="6983413"/>
            <a:chExt cx="5284788" cy="5414962"/>
          </a:xfrm>
          <a:solidFill>
            <a:schemeClr val="accent1">
              <a:alpha val="4000"/>
            </a:schemeClr>
          </a:solidFill>
        </p:grpSpPr>
        <p:sp>
          <p:nvSpPr>
            <p:cNvPr id="36" name="Freeform 19">
              <a:extLst>
                <a:ext uri="{FF2B5EF4-FFF2-40B4-BE49-F238E27FC236}">
                  <a16:creationId xmlns:a16="http://schemas.microsoft.com/office/drawing/2014/main" id="{0994F04D-BDBC-4A61-BE97-54FC0AF0A0D2}"/>
                </a:ext>
              </a:extLst>
            </p:cNvPr>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7" name="Freeform 20">
              <a:extLst>
                <a:ext uri="{FF2B5EF4-FFF2-40B4-BE49-F238E27FC236}">
                  <a16:creationId xmlns:a16="http://schemas.microsoft.com/office/drawing/2014/main" id="{61D48748-6AA0-4848-AB9F-1BC8DCD9FF3B}"/>
                </a:ext>
              </a:extLst>
            </p:cNvPr>
            <p:cNvSpPr>
              <a:spLocks/>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8" name="Freeform 22">
              <a:extLst>
                <a:ext uri="{FF2B5EF4-FFF2-40B4-BE49-F238E27FC236}">
                  <a16:creationId xmlns:a16="http://schemas.microsoft.com/office/drawing/2014/main" id="{C8235290-5334-479D-996D-75FACAE508EF}"/>
                </a:ext>
              </a:extLst>
            </p:cNvPr>
            <p:cNvSpPr>
              <a:spLocks/>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9" name="Freeform 23">
              <a:extLst>
                <a:ext uri="{FF2B5EF4-FFF2-40B4-BE49-F238E27FC236}">
                  <a16:creationId xmlns:a16="http://schemas.microsoft.com/office/drawing/2014/main" id="{EFCBF819-0F1F-42BD-A2DE-1D3709603713}"/>
                </a:ext>
              </a:extLst>
            </p:cNvPr>
            <p:cNvSpPr>
              <a:spLocks/>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0" name="Freeform 24">
              <a:extLst>
                <a:ext uri="{FF2B5EF4-FFF2-40B4-BE49-F238E27FC236}">
                  <a16:creationId xmlns:a16="http://schemas.microsoft.com/office/drawing/2014/main" id="{FFEDB543-40B9-4C3A-9326-967415FDB6F1}"/>
                </a:ext>
              </a:extLst>
            </p:cNvPr>
            <p:cNvSpPr>
              <a:spLocks/>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1" name="Freeform 25">
              <a:extLst>
                <a:ext uri="{FF2B5EF4-FFF2-40B4-BE49-F238E27FC236}">
                  <a16:creationId xmlns:a16="http://schemas.microsoft.com/office/drawing/2014/main" id="{19B48D97-71AE-487B-841E-6E4B7CC24D85}"/>
                </a:ext>
              </a:extLst>
            </p:cNvPr>
            <p:cNvSpPr>
              <a:spLocks/>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2" name="Freeform 26">
              <a:extLst>
                <a:ext uri="{FF2B5EF4-FFF2-40B4-BE49-F238E27FC236}">
                  <a16:creationId xmlns:a16="http://schemas.microsoft.com/office/drawing/2014/main" id="{DEF32C03-DCD6-401E-B0F3-7269C36C2243}"/>
                </a:ext>
              </a:extLst>
            </p:cNvPr>
            <p:cNvSpPr>
              <a:spLocks/>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3" name="Freeform 31">
              <a:extLst>
                <a:ext uri="{FF2B5EF4-FFF2-40B4-BE49-F238E27FC236}">
                  <a16:creationId xmlns:a16="http://schemas.microsoft.com/office/drawing/2014/main" id="{9E960CAB-5EF5-4ADA-B934-777CEF453F15}"/>
                </a:ext>
              </a:extLst>
            </p:cNvPr>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4" name="Freeform 33">
              <a:extLst>
                <a:ext uri="{FF2B5EF4-FFF2-40B4-BE49-F238E27FC236}">
                  <a16:creationId xmlns:a16="http://schemas.microsoft.com/office/drawing/2014/main" id="{8B924A52-0C8F-442F-BF6F-E1C5F12AFB36}"/>
                </a:ext>
              </a:extLst>
            </p:cNvPr>
            <p:cNvSpPr>
              <a:spLocks/>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5" name="Freeform 35">
              <a:extLst>
                <a:ext uri="{FF2B5EF4-FFF2-40B4-BE49-F238E27FC236}">
                  <a16:creationId xmlns:a16="http://schemas.microsoft.com/office/drawing/2014/main" id="{6E336577-CB02-4D9B-8B19-5E4A87C15124}"/>
                </a:ext>
              </a:extLst>
            </p:cNvPr>
            <p:cNvSpPr>
              <a:spLocks/>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6" name="Freeform 36">
              <a:extLst>
                <a:ext uri="{FF2B5EF4-FFF2-40B4-BE49-F238E27FC236}">
                  <a16:creationId xmlns:a16="http://schemas.microsoft.com/office/drawing/2014/main" id="{FDC758B6-B0D7-4D96-8829-89384EBC3AB3}"/>
                </a:ext>
              </a:extLst>
            </p:cNvPr>
            <p:cNvSpPr>
              <a:spLocks/>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7" name="Freeform 38">
              <a:extLst>
                <a:ext uri="{FF2B5EF4-FFF2-40B4-BE49-F238E27FC236}">
                  <a16:creationId xmlns:a16="http://schemas.microsoft.com/office/drawing/2014/main" id="{9A88D2F3-6271-494A-8E50-76E7B8458D58}"/>
                </a:ext>
              </a:extLst>
            </p:cNvPr>
            <p:cNvSpPr>
              <a:spLocks/>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8" name="Freeform 39">
              <a:extLst>
                <a:ext uri="{FF2B5EF4-FFF2-40B4-BE49-F238E27FC236}">
                  <a16:creationId xmlns:a16="http://schemas.microsoft.com/office/drawing/2014/main" id="{C3565EC9-454C-4933-AF50-9696CBF42974}"/>
                </a:ext>
              </a:extLst>
            </p:cNvPr>
            <p:cNvSpPr>
              <a:spLocks/>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9" name="Freeform 40">
              <a:extLst>
                <a:ext uri="{FF2B5EF4-FFF2-40B4-BE49-F238E27FC236}">
                  <a16:creationId xmlns:a16="http://schemas.microsoft.com/office/drawing/2014/main" id="{AFF28B5A-E7D4-430E-8DD2-785511615D4D}"/>
                </a:ext>
              </a:extLst>
            </p:cNvPr>
            <p:cNvSpPr>
              <a:spLocks/>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18" name="图片占位符 16">
            <a:extLst>
              <a:ext uri="{FF2B5EF4-FFF2-40B4-BE49-F238E27FC236}">
                <a16:creationId xmlns:a16="http://schemas.microsoft.com/office/drawing/2014/main" id="{7943FC7D-C8F3-4BE5-A034-2C496A5EDA1D}"/>
              </a:ext>
            </a:extLst>
          </p:cNvPr>
          <p:cNvSpPr>
            <a:spLocks noGrp="1"/>
          </p:cNvSpPr>
          <p:nvPr>
            <p:ph type="pic" sz="quarter" idx="14"/>
          </p:nvPr>
        </p:nvSpPr>
        <p:spPr>
          <a:xfrm>
            <a:off x="4698494" y="3681942"/>
            <a:ext cx="6819900" cy="2441575"/>
          </a:xfrm>
        </p:spPr>
        <p:txBody>
          <a:bodyPr/>
          <a:lstStyle/>
          <a:p>
            <a:endParaRPr lang="zh-CN" altLang="en-US"/>
          </a:p>
        </p:txBody>
      </p:sp>
      <p:sp>
        <p:nvSpPr>
          <p:cNvPr id="17" name="图片占位符 16">
            <a:extLst>
              <a:ext uri="{FF2B5EF4-FFF2-40B4-BE49-F238E27FC236}">
                <a16:creationId xmlns:a16="http://schemas.microsoft.com/office/drawing/2014/main" id="{31C487E0-4ADD-4432-B6D1-FFA5CE52750A}"/>
              </a:ext>
            </a:extLst>
          </p:cNvPr>
          <p:cNvSpPr>
            <a:spLocks noGrp="1"/>
          </p:cNvSpPr>
          <p:nvPr>
            <p:ph type="pic" sz="quarter" idx="13"/>
          </p:nvPr>
        </p:nvSpPr>
        <p:spPr>
          <a:xfrm>
            <a:off x="668338" y="1123950"/>
            <a:ext cx="6819900" cy="2441575"/>
          </a:xfrm>
        </p:spPr>
        <p:txBody>
          <a:bodyPr/>
          <a:lstStyle/>
          <a:p>
            <a:endParaRPr lang="zh-CN" altLang="en-US"/>
          </a:p>
        </p:txBody>
      </p:sp>
      <p:sp>
        <p:nvSpPr>
          <p:cNvPr id="3" name="日期占位符 2">
            <a:extLst>
              <a:ext uri="{FF2B5EF4-FFF2-40B4-BE49-F238E27FC236}">
                <a16:creationId xmlns:a16="http://schemas.microsoft.com/office/drawing/2014/main" id="{70E71EF4-54CB-4801-852D-AED794C3D720}"/>
              </a:ext>
            </a:extLst>
          </p:cNvPr>
          <p:cNvSpPr>
            <a:spLocks noGrp="1"/>
          </p:cNvSpPr>
          <p:nvPr>
            <p:ph type="dt" sz="half" idx="10"/>
          </p:nvPr>
        </p:nvSpPr>
        <p:spPr/>
        <p:txBody>
          <a:bodyPr/>
          <a:lstStyle/>
          <a:p>
            <a:fld id="{DD96C455-D181-459A-8014-67AAEFFCA7C2}" type="datetimeFigureOut">
              <a:rPr lang="zh-CN" altLang="en-US" smtClean="0"/>
              <a:t>2025/11/26</a:t>
            </a:fld>
            <a:endParaRPr lang="zh-CN" altLang="en-US"/>
          </a:p>
        </p:txBody>
      </p:sp>
      <p:sp>
        <p:nvSpPr>
          <p:cNvPr id="4" name="页脚占位符 3">
            <a:extLst>
              <a:ext uri="{FF2B5EF4-FFF2-40B4-BE49-F238E27FC236}">
                <a16:creationId xmlns:a16="http://schemas.microsoft.com/office/drawing/2014/main" id="{B537B485-8FF5-4CC3-BDCF-A7D367ECB04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B9F4718-D7D2-486A-ACF0-90AEF2658ADA}"/>
              </a:ext>
            </a:extLst>
          </p:cNvPr>
          <p:cNvSpPr>
            <a:spLocks noGrp="1"/>
          </p:cNvSpPr>
          <p:nvPr>
            <p:ph type="sldNum" sz="quarter" idx="12"/>
          </p:nvPr>
        </p:nvSpPr>
        <p:spPr/>
        <p:txBody>
          <a:bodyPr/>
          <a:lstStyle/>
          <a:p>
            <a:fld id="{40321020-7931-4610-B95E-80A53469F597}" type="slidenum">
              <a:rPr lang="zh-CN" altLang="en-US" smtClean="0"/>
              <a:t>‹#›</a:t>
            </a:fld>
            <a:endParaRPr lang="zh-CN" altLang="en-US"/>
          </a:p>
        </p:txBody>
      </p:sp>
      <p:sp>
        <p:nvSpPr>
          <p:cNvPr id="34" name="文本框 33">
            <a:extLst>
              <a:ext uri="{FF2B5EF4-FFF2-40B4-BE49-F238E27FC236}">
                <a16:creationId xmlns:a16="http://schemas.microsoft.com/office/drawing/2014/main" id="{0CC33E79-78DC-413F-AB98-58FBEF9F8339}"/>
              </a:ext>
            </a:extLst>
          </p:cNvPr>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p>
        </p:txBody>
      </p:sp>
      <p:sp>
        <p:nvSpPr>
          <p:cNvPr id="85" name="矩形: 圆角 84">
            <a:extLst>
              <a:ext uri="{FF2B5EF4-FFF2-40B4-BE49-F238E27FC236}">
                <a16:creationId xmlns:a16="http://schemas.microsoft.com/office/drawing/2014/main" id="{6F0E2D7F-223B-4E42-95F9-6BFB7B4E3CB4}"/>
              </a:ext>
            </a:extLst>
          </p:cNvPr>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6" name="组合 85">
            <a:extLst>
              <a:ext uri="{FF2B5EF4-FFF2-40B4-BE49-F238E27FC236}">
                <a16:creationId xmlns:a16="http://schemas.microsoft.com/office/drawing/2014/main" id="{49821573-502D-472C-971F-65E5131308DD}"/>
              </a:ext>
            </a:extLst>
          </p:cNvPr>
          <p:cNvGrpSpPr/>
          <p:nvPr userDrawn="1"/>
        </p:nvGrpSpPr>
        <p:grpSpPr>
          <a:xfrm>
            <a:off x="237423" y="135299"/>
            <a:ext cx="847682" cy="847682"/>
            <a:chOff x="237423" y="135299"/>
            <a:chExt cx="847682" cy="847682"/>
          </a:xfrm>
        </p:grpSpPr>
        <p:sp>
          <p:nvSpPr>
            <p:cNvPr id="87" name="椭圆 86">
              <a:extLst>
                <a:ext uri="{FF2B5EF4-FFF2-40B4-BE49-F238E27FC236}">
                  <a16:creationId xmlns:a16="http://schemas.microsoft.com/office/drawing/2014/main" id="{11945D2C-56DB-4DEA-8ADE-A74CA2B7DBD6}"/>
                </a:ext>
              </a:extLst>
            </p:cNvPr>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8" name="组合 87">
              <a:extLst>
                <a:ext uri="{FF2B5EF4-FFF2-40B4-BE49-F238E27FC236}">
                  <a16:creationId xmlns:a16="http://schemas.microsoft.com/office/drawing/2014/main" id="{834D053F-1303-4F83-8693-AB1D11CC6593}"/>
                </a:ext>
              </a:extLst>
            </p:cNvPr>
            <p:cNvGrpSpPr/>
            <p:nvPr/>
          </p:nvGrpSpPr>
          <p:grpSpPr>
            <a:xfrm>
              <a:off x="293735" y="191234"/>
              <a:ext cx="735058" cy="735811"/>
              <a:chOff x="3497262" y="849313"/>
              <a:chExt cx="4651376" cy="4656138"/>
            </a:xfrm>
            <a:solidFill>
              <a:schemeClr val="accent1"/>
            </a:solidFill>
          </p:grpSpPr>
          <p:sp>
            <p:nvSpPr>
              <p:cNvPr id="89" name="Freeform 7">
                <a:extLst>
                  <a:ext uri="{FF2B5EF4-FFF2-40B4-BE49-F238E27FC236}">
                    <a16:creationId xmlns:a16="http://schemas.microsoft.com/office/drawing/2014/main" id="{4EE6C00E-E2EA-4476-AD24-7F64CA41BA41}"/>
                  </a:ext>
                </a:extLst>
              </p:cNvPr>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Freeform 9">
                <a:extLst>
                  <a:ext uri="{FF2B5EF4-FFF2-40B4-BE49-F238E27FC236}">
                    <a16:creationId xmlns:a16="http://schemas.microsoft.com/office/drawing/2014/main" id="{2329C249-C0FC-480A-8865-31E6EDA1F4CC}"/>
                  </a:ext>
                </a:extLst>
              </p:cNvPr>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Freeform 10">
                <a:extLst>
                  <a:ext uri="{FF2B5EF4-FFF2-40B4-BE49-F238E27FC236}">
                    <a16:creationId xmlns:a16="http://schemas.microsoft.com/office/drawing/2014/main" id="{1860EE36-7A6F-444E-A4E8-4FAD22817D09}"/>
                  </a:ext>
                </a:extLst>
              </p:cNvPr>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11">
                <a:extLst>
                  <a:ext uri="{FF2B5EF4-FFF2-40B4-BE49-F238E27FC236}">
                    <a16:creationId xmlns:a16="http://schemas.microsoft.com/office/drawing/2014/main" id="{0938E48B-C1CD-4984-AE4E-CEB47A7101F5}"/>
                  </a:ext>
                </a:extLst>
              </p:cNvPr>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Freeform 12">
                <a:extLst>
                  <a:ext uri="{FF2B5EF4-FFF2-40B4-BE49-F238E27FC236}">
                    <a16:creationId xmlns:a16="http://schemas.microsoft.com/office/drawing/2014/main" id="{19345389-3C36-4859-ACD9-FA02FC3BA5AB}"/>
                  </a:ext>
                </a:extLst>
              </p:cNvPr>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13">
                <a:extLst>
                  <a:ext uri="{FF2B5EF4-FFF2-40B4-BE49-F238E27FC236}">
                    <a16:creationId xmlns:a16="http://schemas.microsoft.com/office/drawing/2014/main" id="{486408FE-2441-4509-8970-CE0A6F81C359}"/>
                  </a:ext>
                </a:extLst>
              </p:cNvPr>
              <p:cNvSpPr>
                <a:spLocks/>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14">
                <a:extLst>
                  <a:ext uri="{FF2B5EF4-FFF2-40B4-BE49-F238E27FC236}">
                    <a16:creationId xmlns:a16="http://schemas.microsoft.com/office/drawing/2014/main" id="{15924078-3531-46B1-895C-EF8D35C3F548}"/>
                  </a:ext>
                </a:extLst>
              </p:cNvPr>
              <p:cNvSpPr>
                <a:spLocks/>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15">
                <a:extLst>
                  <a:ext uri="{FF2B5EF4-FFF2-40B4-BE49-F238E27FC236}">
                    <a16:creationId xmlns:a16="http://schemas.microsoft.com/office/drawing/2014/main" id="{ACA7318B-E09B-47E3-9B0E-C43586F71D57}"/>
                  </a:ext>
                </a:extLst>
              </p:cNvPr>
              <p:cNvSpPr>
                <a:spLocks/>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16">
                <a:extLst>
                  <a:ext uri="{FF2B5EF4-FFF2-40B4-BE49-F238E27FC236}">
                    <a16:creationId xmlns:a16="http://schemas.microsoft.com/office/drawing/2014/main" id="{A3559D0F-5F1D-4E7C-B81F-CCA39FA26181}"/>
                  </a:ext>
                </a:extLst>
              </p:cNvPr>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17">
                <a:extLst>
                  <a:ext uri="{FF2B5EF4-FFF2-40B4-BE49-F238E27FC236}">
                    <a16:creationId xmlns:a16="http://schemas.microsoft.com/office/drawing/2014/main" id="{AB05E9D1-ADB8-4804-9BDB-0FA0B60ADF3A}"/>
                  </a:ext>
                </a:extLst>
              </p:cNvPr>
              <p:cNvSpPr>
                <a:spLocks/>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18">
                <a:extLst>
                  <a:ext uri="{FF2B5EF4-FFF2-40B4-BE49-F238E27FC236}">
                    <a16:creationId xmlns:a16="http://schemas.microsoft.com/office/drawing/2014/main" id="{4AC89B66-D399-4EBA-8987-F109A35D33EC}"/>
                  </a:ext>
                </a:extLst>
              </p:cNvPr>
              <p:cNvSpPr>
                <a:spLocks/>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Freeform 19">
                <a:extLst>
                  <a:ext uri="{FF2B5EF4-FFF2-40B4-BE49-F238E27FC236}">
                    <a16:creationId xmlns:a16="http://schemas.microsoft.com/office/drawing/2014/main" id="{EF63A5F8-BC3C-4834-A14C-8A5E07CFC2A7}"/>
                  </a:ext>
                </a:extLst>
              </p:cNvPr>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20">
                <a:extLst>
                  <a:ext uri="{FF2B5EF4-FFF2-40B4-BE49-F238E27FC236}">
                    <a16:creationId xmlns:a16="http://schemas.microsoft.com/office/drawing/2014/main" id="{D0482388-EB57-438A-9164-FDFCB661CB46}"/>
                  </a:ext>
                </a:extLst>
              </p:cNvPr>
              <p:cNvSpPr>
                <a:spLocks/>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Freeform 21">
                <a:extLst>
                  <a:ext uri="{FF2B5EF4-FFF2-40B4-BE49-F238E27FC236}">
                    <a16:creationId xmlns:a16="http://schemas.microsoft.com/office/drawing/2014/main" id="{347AD7CD-A176-48D6-888A-20728BB31E66}"/>
                  </a:ext>
                </a:extLst>
              </p:cNvPr>
              <p:cNvSpPr>
                <a:spLocks/>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22">
                <a:extLst>
                  <a:ext uri="{FF2B5EF4-FFF2-40B4-BE49-F238E27FC236}">
                    <a16:creationId xmlns:a16="http://schemas.microsoft.com/office/drawing/2014/main" id="{96F0CA2D-DF67-46C6-95DE-C962EFC5A55D}"/>
                  </a:ext>
                </a:extLst>
              </p:cNvPr>
              <p:cNvSpPr>
                <a:spLocks/>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23">
                <a:extLst>
                  <a:ext uri="{FF2B5EF4-FFF2-40B4-BE49-F238E27FC236}">
                    <a16:creationId xmlns:a16="http://schemas.microsoft.com/office/drawing/2014/main" id="{E2B74095-BE12-46BA-8ADE-B2A9B58F5A3C}"/>
                  </a:ext>
                </a:extLst>
              </p:cNvPr>
              <p:cNvSpPr>
                <a:spLocks/>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24">
                <a:extLst>
                  <a:ext uri="{FF2B5EF4-FFF2-40B4-BE49-F238E27FC236}">
                    <a16:creationId xmlns:a16="http://schemas.microsoft.com/office/drawing/2014/main" id="{FF7E4F44-E88E-4E7C-9328-D251AE23171E}"/>
                  </a:ext>
                </a:extLst>
              </p:cNvPr>
              <p:cNvSpPr>
                <a:spLocks/>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25">
                <a:extLst>
                  <a:ext uri="{FF2B5EF4-FFF2-40B4-BE49-F238E27FC236}">
                    <a16:creationId xmlns:a16="http://schemas.microsoft.com/office/drawing/2014/main" id="{32AACF93-8184-4804-AB9F-E336AA5ED3A3}"/>
                  </a:ext>
                </a:extLst>
              </p:cNvPr>
              <p:cNvSpPr>
                <a:spLocks/>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Freeform 26">
                <a:extLst>
                  <a:ext uri="{FF2B5EF4-FFF2-40B4-BE49-F238E27FC236}">
                    <a16:creationId xmlns:a16="http://schemas.microsoft.com/office/drawing/2014/main" id="{D432E4D6-1B74-4166-9FB9-9F22BA29F472}"/>
                  </a:ext>
                </a:extLst>
              </p:cNvPr>
              <p:cNvSpPr>
                <a:spLocks/>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27">
                <a:extLst>
                  <a:ext uri="{FF2B5EF4-FFF2-40B4-BE49-F238E27FC236}">
                    <a16:creationId xmlns:a16="http://schemas.microsoft.com/office/drawing/2014/main" id="{A8610602-51C5-41CD-B8D7-32402164C09B}"/>
                  </a:ext>
                </a:extLst>
              </p:cNvPr>
              <p:cNvSpPr>
                <a:spLocks/>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28">
                <a:extLst>
                  <a:ext uri="{FF2B5EF4-FFF2-40B4-BE49-F238E27FC236}">
                    <a16:creationId xmlns:a16="http://schemas.microsoft.com/office/drawing/2014/main" id="{3FAF1A0F-4959-43AE-AE7F-2E15737C923B}"/>
                  </a:ext>
                </a:extLst>
              </p:cNvPr>
              <p:cNvSpPr>
                <a:spLocks/>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29">
                <a:extLst>
                  <a:ext uri="{FF2B5EF4-FFF2-40B4-BE49-F238E27FC236}">
                    <a16:creationId xmlns:a16="http://schemas.microsoft.com/office/drawing/2014/main" id="{DD342581-DD61-433E-9E95-4DD44588CCC3}"/>
                  </a:ext>
                </a:extLst>
              </p:cNvPr>
              <p:cNvSpPr>
                <a:spLocks/>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30">
                <a:extLst>
                  <a:ext uri="{FF2B5EF4-FFF2-40B4-BE49-F238E27FC236}">
                    <a16:creationId xmlns:a16="http://schemas.microsoft.com/office/drawing/2014/main" id="{0E1F54C3-EAB3-446F-B49A-C873692DAE53}"/>
                  </a:ext>
                </a:extLst>
              </p:cNvPr>
              <p:cNvSpPr>
                <a:spLocks/>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31">
                <a:extLst>
                  <a:ext uri="{FF2B5EF4-FFF2-40B4-BE49-F238E27FC236}">
                    <a16:creationId xmlns:a16="http://schemas.microsoft.com/office/drawing/2014/main" id="{3EA9BBE9-BE23-442A-85C9-4EDF449D5E4F}"/>
                  </a:ext>
                </a:extLst>
              </p:cNvPr>
              <p:cNvSpPr>
                <a:spLocks/>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Freeform 32">
                <a:extLst>
                  <a:ext uri="{FF2B5EF4-FFF2-40B4-BE49-F238E27FC236}">
                    <a16:creationId xmlns:a16="http://schemas.microsoft.com/office/drawing/2014/main" id="{B7F36112-62CC-46B9-950D-B979712EA716}"/>
                  </a:ext>
                </a:extLst>
              </p:cNvPr>
              <p:cNvSpPr>
                <a:spLocks/>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4" name="Freeform 33">
                <a:extLst>
                  <a:ext uri="{FF2B5EF4-FFF2-40B4-BE49-F238E27FC236}">
                    <a16:creationId xmlns:a16="http://schemas.microsoft.com/office/drawing/2014/main" id="{E85471A4-1A82-4F7A-9793-DCF02507F855}"/>
                  </a:ext>
                </a:extLst>
              </p:cNvPr>
              <p:cNvSpPr>
                <a:spLocks/>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5" name="Freeform 34">
                <a:extLst>
                  <a:ext uri="{FF2B5EF4-FFF2-40B4-BE49-F238E27FC236}">
                    <a16:creationId xmlns:a16="http://schemas.microsoft.com/office/drawing/2014/main" id="{D8E0AF39-488A-4EB1-BE5C-16E5C97743D3}"/>
                  </a:ext>
                </a:extLst>
              </p:cNvPr>
              <p:cNvSpPr>
                <a:spLocks/>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6" name="Freeform 46">
                <a:extLst>
                  <a:ext uri="{FF2B5EF4-FFF2-40B4-BE49-F238E27FC236}">
                    <a16:creationId xmlns:a16="http://schemas.microsoft.com/office/drawing/2014/main" id="{C7C841A7-162E-424A-95FA-1A17977F532F}"/>
                  </a:ext>
                </a:extLst>
              </p:cNvPr>
              <p:cNvSpPr>
                <a:spLocks/>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7" name="Freeform 47">
                <a:extLst>
                  <a:ext uri="{FF2B5EF4-FFF2-40B4-BE49-F238E27FC236}">
                    <a16:creationId xmlns:a16="http://schemas.microsoft.com/office/drawing/2014/main" id="{462C43BC-C32F-4725-AF24-9A3E5815370A}"/>
                  </a:ext>
                </a:extLst>
              </p:cNvPr>
              <p:cNvSpPr>
                <a:spLocks/>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8" name="Freeform 48">
                <a:extLst>
                  <a:ext uri="{FF2B5EF4-FFF2-40B4-BE49-F238E27FC236}">
                    <a16:creationId xmlns:a16="http://schemas.microsoft.com/office/drawing/2014/main" id="{6CACE1CB-653A-45CB-866B-F1951B38E146}"/>
                  </a:ext>
                </a:extLst>
              </p:cNvPr>
              <p:cNvSpPr>
                <a:spLocks/>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9" name="Freeform 49">
                <a:extLst>
                  <a:ext uri="{FF2B5EF4-FFF2-40B4-BE49-F238E27FC236}">
                    <a16:creationId xmlns:a16="http://schemas.microsoft.com/office/drawing/2014/main" id="{4C97E765-7385-48AE-A31E-7E708A25BFA7}"/>
                  </a:ext>
                </a:extLst>
              </p:cNvPr>
              <p:cNvSpPr>
                <a:spLocks/>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0" name="Freeform 50">
                <a:extLst>
                  <a:ext uri="{FF2B5EF4-FFF2-40B4-BE49-F238E27FC236}">
                    <a16:creationId xmlns:a16="http://schemas.microsoft.com/office/drawing/2014/main" id="{BB91DBA2-E47F-495C-BFFD-75C8BD5B1389}"/>
                  </a:ext>
                </a:extLst>
              </p:cNvPr>
              <p:cNvSpPr>
                <a:spLocks/>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1" name="Freeform 51">
                <a:extLst>
                  <a:ext uri="{FF2B5EF4-FFF2-40B4-BE49-F238E27FC236}">
                    <a16:creationId xmlns:a16="http://schemas.microsoft.com/office/drawing/2014/main" id="{4440DF01-A024-4055-8E85-1E2B98A2ECA3}"/>
                  </a:ext>
                </a:extLst>
              </p:cNvPr>
              <p:cNvSpPr>
                <a:spLocks/>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2" name="Freeform 52">
                <a:extLst>
                  <a:ext uri="{FF2B5EF4-FFF2-40B4-BE49-F238E27FC236}">
                    <a16:creationId xmlns:a16="http://schemas.microsoft.com/office/drawing/2014/main" id="{3F360BC4-C8CA-486F-B254-633A83BF9D80}"/>
                  </a:ext>
                </a:extLst>
              </p:cNvPr>
              <p:cNvSpPr>
                <a:spLocks/>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3" name="Freeform 53">
                <a:extLst>
                  <a:ext uri="{FF2B5EF4-FFF2-40B4-BE49-F238E27FC236}">
                    <a16:creationId xmlns:a16="http://schemas.microsoft.com/office/drawing/2014/main" id="{A94CF489-FDC8-4982-B093-5005C4DE3999}"/>
                  </a:ext>
                </a:extLst>
              </p:cNvPr>
              <p:cNvSpPr>
                <a:spLocks/>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4" name="Freeform 54">
                <a:extLst>
                  <a:ext uri="{FF2B5EF4-FFF2-40B4-BE49-F238E27FC236}">
                    <a16:creationId xmlns:a16="http://schemas.microsoft.com/office/drawing/2014/main" id="{7478BD5A-D71B-4BE3-9432-800BDB147E53}"/>
                  </a:ext>
                </a:extLst>
              </p:cNvPr>
              <p:cNvSpPr>
                <a:spLocks/>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5" name="Freeform 55">
                <a:extLst>
                  <a:ext uri="{FF2B5EF4-FFF2-40B4-BE49-F238E27FC236}">
                    <a16:creationId xmlns:a16="http://schemas.microsoft.com/office/drawing/2014/main" id="{6F786C8C-1627-4700-83AB-2EE6C5E2895E}"/>
                  </a:ext>
                </a:extLst>
              </p:cNvPr>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6" name="Freeform 56">
                <a:extLst>
                  <a:ext uri="{FF2B5EF4-FFF2-40B4-BE49-F238E27FC236}">
                    <a16:creationId xmlns:a16="http://schemas.microsoft.com/office/drawing/2014/main" id="{8E6365E3-B4CE-4154-8BF2-D2BFD1E11045}"/>
                  </a:ext>
                </a:extLst>
              </p:cNvPr>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 name="Freeform 57">
                <a:extLst>
                  <a:ext uri="{FF2B5EF4-FFF2-40B4-BE49-F238E27FC236}">
                    <a16:creationId xmlns:a16="http://schemas.microsoft.com/office/drawing/2014/main" id="{F5080B87-F137-4F1D-B7CC-39599BC5F11A}"/>
                  </a:ext>
                </a:extLst>
              </p:cNvPr>
              <p:cNvSpPr>
                <a:spLocks/>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 name="Freeform 58">
                <a:extLst>
                  <a:ext uri="{FF2B5EF4-FFF2-40B4-BE49-F238E27FC236}">
                    <a16:creationId xmlns:a16="http://schemas.microsoft.com/office/drawing/2014/main" id="{E0B2EB43-B5EA-49DF-8387-021AD2303918}"/>
                  </a:ext>
                </a:extLst>
              </p:cNvPr>
              <p:cNvSpPr>
                <a:spLocks/>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29" name="文本占位符 65">
            <a:extLst>
              <a:ext uri="{FF2B5EF4-FFF2-40B4-BE49-F238E27FC236}">
                <a16:creationId xmlns:a16="http://schemas.microsoft.com/office/drawing/2014/main" id="{62810C37-A594-447D-9AF3-2D9B413DE4D1}"/>
              </a:ext>
            </a:extLst>
          </p:cNvPr>
          <p:cNvSpPr>
            <a:spLocks noGrp="1"/>
          </p:cNvSpPr>
          <p:nvPr>
            <p:ph type="body" idx="15"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p>
        </p:txBody>
      </p:sp>
    </p:spTree>
    <p:extLst>
      <p:ext uri="{BB962C8B-B14F-4D97-AF65-F5344CB8AC3E}">
        <p14:creationId xmlns:p14="http://schemas.microsoft.com/office/powerpoint/2010/main" val="3048580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三张图片">
    <p:spTree>
      <p:nvGrpSpPr>
        <p:cNvPr id="1" name=""/>
        <p:cNvGrpSpPr/>
        <p:nvPr/>
      </p:nvGrpSpPr>
      <p:grpSpPr>
        <a:xfrm>
          <a:off x="0" y="0"/>
          <a:ext cx="0" cy="0"/>
          <a:chOff x="0" y="0"/>
          <a:chExt cx="0" cy="0"/>
        </a:xfrm>
      </p:grpSpPr>
      <p:grpSp>
        <p:nvGrpSpPr>
          <p:cNvPr id="13" name="组合 12">
            <a:extLst>
              <a:ext uri="{FF2B5EF4-FFF2-40B4-BE49-F238E27FC236}">
                <a16:creationId xmlns:a16="http://schemas.microsoft.com/office/drawing/2014/main" id="{5ACFA262-9802-473C-819D-C85BD949A5E5}"/>
              </a:ext>
            </a:extLst>
          </p:cNvPr>
          <p:cNvGrpSpPr/>
          <p:nvPr userDrawn="1"/>
        </p:nvGrpSpPr>
        <p:grpSpPr>
          <a:xfrm rot="169789">
            <a:off x="7333468" y="1757113"/>
            <a:ext cx="5694860" cy="5835138"/>
            <a:chOff x="377825" y="6983413"/>
            <a:chExt cx="5284788" cy="5414962"/>
          </a:xfrm>
          <a:solidFill>
            <a:schemeClr val="accent1">
              <a:alpha val="4000"/>
            </a:schemeClr>
          </a:solidFill>
        </p:grpSpPr>
        <p:sp>
          <p:nvSpPr>
            <p:cNvPr id="14" name="Freeform 19">
              <a:extLst>
                <a:ext uri="{FF2B5EF4-FFF2-40B4-BE49-F238E27FC236}">
                  <a16:creationId xmlns:a16="http://schemas.microsoft.com/office/drawing/2014/main" id="{F5226A24-083D-465C-A2C8-4D378AABFCF7}"/>
                </a:ext>
              </a:extLst>
            </p:cNvPr>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5" name="Freeform 20">
              <a:extLst>
                <a:ext uri="{FF2B5EF4-FFF2-40B4-BE49-F238E27FC236}">
                  <a16:creationId xmlns:a16="http://schemas.microsoft.com/office/drawing/2014/main" id="{1E4953C3-E57F-4F10-912D-C6A2FA9A54B1}"/>
                </a:ext>
              </a:extLst>
            </p:cNvPr>
            <p:cNvSpPr>
              <a:spLocks/>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6" name="Freeform 22">
              <a:extLst>
                <a:ext uri="{FF2B5EF4-FFF2-40B4-BE49-F238E27FC236}">
                  <a16:creationId xmlns:a16="http://schemas.microsoft.com/office/drawing/2014/main" id="{BB7B2D30-64B6-4D04-A31A-AB13ED3DAD28}"/>
                </a:ext>
              </a:extLst>
            </p:cNvPr>
            <p:cNvSpPr>
              <a:spLocks/>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7" name="Freeform 23">
              <a:extLst>
                <a:ext uri="{FF2B5EF4-FFF2-40B4-BE49-F238E27FC236}">
                  <a16:creationId xmlns:a16="http://schemas.microsoft.com/office/drawing/2014/main" id="{1387D953-FEA4-4039-BCBE-8B5D37848CE6}"/>
                </a:ext>
              </a:extLst>
            </p:cNvPr>
            <p:cNvSpPr>
              <a:spLocks/>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8" name="Freeform 24">
              <a:extLst>
                <a:ext uri="{FF2B5EF4-FFF2-40B4-BE49-F238E27FC236}">
                  <a16:creationId xmlns:a16="http://schemas.microsoft.com/office/drawing/2014/main" id="{BE80F26C-524B-4382-8783-EB7C92FCFE36}"/>
                </a:ext>
              </a:extLst>
            </p:cNvPr>
            <p:cNvSpPr>
              <a:spLocks/>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9" name="Freeform 25">
              <a:extLst>
                <a:ext uri="{FF2B5EF4-FFF2-40B4-BE49-F238E27FC236}">
                  <a16:creationId xmlns:a16="http://schemas.microsoft.com/office/drawing/2014/main" id="{AFCA8A07-8685-4BA2-8EC7-617980AD7861}"/>
                </a:ext>
              </a:extLst>
            </p:cNvPr>
            <p:cNvSpPr>
              <a:spLocks/>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0" name="Freeform 26">
              <a:extLst>
                <a:ext uri="{FF2B5EF4-FFF2-40B4-BE49-F238E27FC236}">
                  <a16:creationId xmlns:a16="http://schemas.microsoft.com/office/drawing/2014/main" id="{1C06CD20-9AF5-4434-8426-6D3AAD69AD6D}"/>
                </a:ext>
              </a:extLst>
            </p:cNvPr>
            <p:cNvSpPr>
              <a:spLocks/>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31">
              <a:extLst>
                <a:ext uri="{FF2B5EF4-FFF2-40B4-BE49-F238E27FC236}">
                  <a16:creationId xmlns:a16="http://schemas.microsoft.com/office/drawing/2014/main" id="{1F0D698A-C282-4CB6-A6B3-5ADFAC67249A}"/>
                </a:ext>
              </a:extLst>
            </p:cNvPr>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2" name="Freeform 33">
              <a:extLst>
                <a:ext uri="{FF2B5EF4-FFF2-40B4-BE49-F238E27FC236}">
                  <a16:creationId xmlns:a16="http://schemas.microsoft.com/office/drawing/2014/main" id="{ABF949B9-998E-4C45-8394-146372A6D79B}"/>
                </a:ext>
              </a:extLst>
            </p:cNvPr>
            <p:cNvSpPr>
              <a:spLocks/>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3" name="Freeform 35">
              <a:extLst>
                <a:ext uri="{FF2B5EF4-FFF2-40B4-BE49-F238E27FC236}">
                  <a16:creationId xmlns:a16="http://schemas.microsoft.com/office/drawing/2014/main" id="{85613236-48D6-49CE-8723-8CCC4517C002}"/>
                </a:ext>
              </a:extLst>
            </p:cNvPr>
            <p:cNvSpPr>
              <a:spLocks/>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4" name="Freeform 36">
              <a:extLst>
                <a:ext uri="{FF2B5EF4-FFF2-40B4-BE49-F238E27FC236}">
                  <a16:creationId xmlns:a16="http://schemas.microsoft.com/office/drawing/2014/main" id="{63FBC835-16F3-4A5A-A96D-555083C19854}"/>
                </a:ext>
              </a:extLst>
            </p:cNvPr>
            <p:cNvSpPr>
              <a:spLocks/>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38">
              <a:extLst>
                <a:ext uri="{FF2B5EF4-FFF2-40B4-BE49-F238E27FC236}">
                  <a16:creationId xmlns:a16="http://schemas.microsoft.com/office/drawing/2014/main" id="{BC7E0367-FE79-42BD-9BBC-6878EC44E74B}"/>
                </a:ext>
              </a:extLst>
            </p:cNvPr>
            <p:cNvSpPr>
              <a:spLocks/>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39">
              <a:extLst>
                <a:ext uri="{FF2B5EF4-FFF2-40B4-BE49-F238E27FC236}">
                  <a16:creationId xmlns:a16="http://schemas.microsoft.com/office/drawing/2014/main" id="{FC0C6FE9-3A1B-48CB-968E-12FB720891F8}"/>
                </a:ext>
              </a:extLst>
            </p:cNvPr>
            <p:cNvSpPr>
              <a:spLocks/>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40">
              <a:extLst>
                <a:ext uri="{FF2B5EF4-FFF2-40B4-BE49-F238E27FC236}">
                  <a16:creationId xmlns:a16="http://schemas.microsoft.com/office/drawing/2014/main" id="{5F611D87-1ABA-44DB-B4C5-C9C61C489879}"/>
                </a:ext>
              </a:extLst>
            </p:cNvPr>
            <p:cNvSpPr>
              <a:spLocks/>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3" name="日期占位符 2">
            <a:extLst>
              <a:ext uri="{FF2B5EF4-FFF2-40B4-BE49-F238E27FC236}">
                <a16:creationId xmlns:a16="http://schemas.microsoft.com/office/drawing/2014/main" id="{9B24150D-167F-4FF3-AFA0-D2AD8886D3C4}"/>
              </a:ext>
            </a:extLst>
          </p:cNvPr>
          <p:cNvSpPr>
            <a:spLocks noGrp="1"/>
          </p:cNvSpPr>
          <p:nvPr>
            <p:ph type="dt" sz="half" idx="10"/>
          </p:nvPr>
        </p:nvSpPr>
        <p:spPr/>
        <p:txBody>
          <a:bodyPr/>
          <a:lstStyle/>
          <a:p>
            <a:fld id="{DD96C455-D181-459A-8014-67AAEFFCA7C2}" type="datetimeFigureOut">
              <a:rPr lang="zh-CN" altLang="en-US" smtClean="0"/>
              <a:t>2025/11/26</a:t>
            </a:fld>
            <a:endParaRPr lang="zh-CN" altLang="en-US"/>
          </a:p>
        </p:txBody>
      </p:sp>
      <p:sp>
        <p:nvSpPr>
          <p:cNvPr id="4" name="页脚占位符 3">
            <a:extLst>
              <a:ext uri="{FF2B5EF4-FFF2-40B4-BE49-F238E27FC236}">
                <a16:creationId xmlns:a16="http://schemas.microsoft.com/office/drawing/2014/main" id="{7C38B913-F1F6-46A4-92A7-C5E8148D2D8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F12C1FB-8265-4B75-B0B6-371CC4773E36}"/>
              </a:ext>
            </a:extLst>
          </p:cNvPr>
          <p:cNvSpPr>
            <a:spLocks noGrp="1"/>
          </p:cNvSpPr>
          <p:nvPr>
            <p:ph type="sldNum" sz="quarter" idx="12"/>
          </p:nvPr>
        </p:nvSpPr>
        <p:spPr/>
        <p:txBody>
          <a:bodyPr/>
          <a:lstStyle/>
          <a:p>
            <a:fld id="{40321020-7931-4610-B95E-80A53469F597}" type="slidenum">
              <a:rPr lang="zh-CN" altLang="en-US" smtClean="0"/>
              <a:t>‹#›</a:t>
            </a:fld>
            <a:endParaRPr lang="zh-CN" altLang="en-US"/>
          </a:p>
        </p:txBody>
      </p:sp>
      <p:sp>
        <p:nvSpPr>
          <p:cNvPr id="10" name="图片占位符 9">
            <a:extLst>
              <a:ext uri="{FF2B5EF4-FFF2-40B4-BE49-F238E27FC236}">
                <a16:creationId xmlns:a16="http://schemas.microsoft.com/office/drawing/2014/main" id="{59544942-28C7-4EC4-992A-EBFD2EC64BED}"/>
              </a:ext>
            </a:extLst>
          </p:cNvPr>
          <p:cNvSpPr>
            <a:spLocks noGrp="1"/>
          </p:cNvSpPr>
          <p:nvPr>
            <p:ph type="pic" sz="quarter" idx="13"/>
          </p:nvPr>
        </p:nvSpPr>
        <p:spPr>
          <a:xfrm>
            <a:off x="661988" y="1139750"/>
            <a:ext cx="3517900" cy="2725813"/>
          </a:xfrm>
        </p:spPr>
        <p:txBody>
          <a:bodyPr/>
          <a:lstStyle/>
          <a:p>
            <a:endParaRPr lang="zh-CN" altLang="en-US"/>
          </a:p>
        </p:txBody>
      </p:sp>
      <p:sp>
        <p:nvSpPr>
          <p:cNvPr id="11" name="图片占位符 9">
            <a:extLst>
              <a:ext uri="{FF2B5EF4-FFF2-40B4-BE49-F238E27FC236}">
                <a16:creationId xmlns:a16="http://schemas.microsoft.com/office/drawing/2014/main" id="{2BF7BACF-A877-469E-B987-945A47ABB197}"/>
              </a:ext>
            </a:extLst>
          </p:cNvPr>
          <p:cNvSpPr>
            <a:spLocks noGrp="1"/>
          </p:cNvSpPr>
          <p:nvPr>
            <p:ph type="pic" sz="quarter" idx="14"/>
          </p:nvPr>
        </p:nvSpPr>
        <p:spPr>
          <a:xfrm>
            <a:off x="4330561" y="1139750"/>
            <a:ext cx="3517900" cy="2725813"/>
          </a:xfrm>
        </p:spPr>
        <p:txBody>
          <a:bodyPr/>
          <a:lstStyle/>
          <a:p>
            <a:endParaRPr lang="zh-CN" altLang="en-US"/>
          </a:p>
        </p:txBody>
      </p:sp>
      <p:sp>
        <p:nvSpPr>
          <p:cNvPr id="12" name="图片占位符 9">
            <a:extLst>
              <a:ext uri="{FF2B5EF4-FFF2-40B4-BE49-F238E27FC236}">
                <a16:creationId xmlns:a16="http://schemas.microsoft.com/office/drawing/2014/main" id="{E825FDC7-97B6-4EFC-ACA3-DB3103120097}"/>
              </a:ext>
            </a:extLst>
          </p:cNvPr>
          <p:cNvSpPr>
            <a:spLocks noGrp="1"/>
          </p:cNvSpPr>
          <p:nvPr>
            <p:ph type="pic" sz="quarter" idx="15"/>
          </p:nvPr>
        </p:nvSpPr>
        <p:spPr>
          <a:xfrm>
            <a:off x="7999134" y="1139750"/>
            <a:ext cx="3517900" cy="2725813"/>
          </a:xfrm>
        </p:spPr>
        <p:txBody>
          <a:bodyPr/>
          <a:lstStyle/>
          <a:p>
            <a:endParaRPr lang="zh-CN" altLang="en-US"/>
          </a:p>
        </p:txBody>
      </p:sp>
      <p:sp>
        <p:nvSpPr>
          <p:cNvPr id="28" name="文本框 27">
            <a:extLst>
              <a:ext uri="{FF2B5EF4-FFF2-40B4-BE49-F238E27FC236}">
                <a16:creationId xmlns:a16="http://schemas.microsoft.com/office/drawing/2014/main" id="{84682D3A-D243-4629-8961-3E3D31C79201}"/>
              </a:ext>
            </a:extLst>
          </p:cNvPr>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p>
        </p:txBody>
      </p:sp>
      <p:sp>
        <p:nvSpPr>
          <p:cNvPr id="120" name="矩形: 圆角 119">
            <a:extLst>
              <a:ext uri="{FF2B5EF4-FFF2-40B4-BE49-F238E27FC236}">
                <a16:creationId xmlns:a16="http://schemas.microsoft.com/office/drawing/2014/main" id="{87FC8088-E3FF-4ACA-953F-2C6C615618F5}"/>
              </a:ext>
            </a:extLst>
          </p:cNvPr>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1" name="组合 120">
            <a:extLst>
              <a:ext uri="{FF2B5EF4-FFF2-40B4-BE49-F238E27FC236}">
                <a16:creationId xmlns:a16="http://schemas.microsoft.com/office/drawing/2014/main" id="{B9D37719-AAC9-4D4A-9266-AEF9E38F45CD}"/>
              </a:ext>
            </a:extLst>
          </p:cNvPr>
          <p:cNvGrpSpPr/>
          <p:nvPr userDrawn="1"/>
        </p:nvGrpSpPr>
        <p:grpSpPr>
          <a:xfrm>
            <a:off x="237423" y="135299"/>
            <a:ext cx="847682" cy="847682"/>
            <a:chOff x="237423" y="135299"/>
            <a:chExt cx="847682" cy="847682"/>
          </a:xfrm>
        </p:grpSpPr>
        <p:sp>
          <p:nvSpPr>
            <p:cNvPr id="122" name="椭圆 121">
              <a:extLst>
                <a:ext uri="{FF2B5EF4-FFF2-40B4-BE49-F238E27FC236}">
                  <a16:creationId xmlns:a16="http://schemas.microsoft.com/office/drawing/2014/main" id="{11D4931B-5A18-4340-9051-07E721124343}"/>
                </a:ext>
              </a:extLst>
            </p:cNvPr>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3" name="组合 122">
              <a:extLst>
                <a:ext uri="{FF2B5EF4-FFF2-40B4-BE49-F238E27FC236}">
                  <a16:creationId xmlns:a16="http://schemas.microsoft.com/office/drawing/2014/main" id="{726E3FAA-71D2-4B32-9821-BDA519E913CC}"/>
                </a:ext>
              </a:extLst>
            </p:cNvPr>
            <p:cNvGrpSpPr/>
            <p:nvPr/>
          </p:nvGrpSpPr>
          <p:grpSpPr>
            <a:xfrm>
              <a:off x="293735" y="191234"/>
              <a:ext cx="735058" cy="735811"/>
              <a:chOff x="3497262" y="849313"/>
              <a:chExt cx="4651376" cy="4656138"/>
            </a:xfrm>
            <a:solidFill>
              <a:schemeClr val="accent1"/>
            </a:solidFill>
          </p:grpSpPr>
          <p:sp>
            <p:nvSpPr>
              <p:cNvPr id="124" name="Freeform 7">
                <a:extLst>
                  <a:ext uri="{FF2B5EF4-FFF2-40B4-BE49-F238E27FC236}">
                    <a16:creationId xmlns:a16="http://schemas.microsoft.com/office/drawing/2014/main" id="{57A8D168-738F-4955-9653-BF8B780A5FC0}"/>
                  </a:ext>
                </a:extLst>
              </p:cNvPr>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5" name="Freeform 9">
                <a:extLst>
                  <a:ext uri="{FF2B5EF4-FFF2-40B4-BE49-F238E27FC236}">
                    <a16:creationId xmlns:a16="http://schemas.microsoft.com/office/drawing/2014/main" id="{EDEDD3F5-D737-4850-BFB8-4857F966AD43}"/>
                  </a:ext>
                </a:extLst>
              </p:cNvPr>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6" name="Freeform 10">
                <a:extLst>
                  <a:ext uri="{FF2B5EF4-FFF2-40B4-BE49-F238E27FC236}">
                    <a16:creationId xmlns:a16="http://schemas.microsoft.com/office/drawing/2014/main" id="{5AE02355-EAF5-47B6-808E-5FBB8D555CF6}"/>
                  </a:ext>
                </a:extLst>
              </p:cNvPr>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 name="Freeform 11">
                <a:extLst>
                  <a:ext uri="{FF2B5EF4-FFF2-40B4-BE49-F238E27FC236}">
                    <a16:creationId xmlns:a16="http://schemas.microsoft.com/office/drawing/2014/main" id="{54FF0350-166C-4D91-9C32-1457E0B3C758}"/>
                  </a:ext>
                </a:extLst>
              </p:cNvPr>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 name="Freeform 12">
                <a:extLst>
                  <a:ext uri="{FF2B5EF4-FFF2-40B4-BE49-F238E27FC236}">
                    <a16:creationId xmlns:a16="http://schemas.microsoft.com/office/drawing/2014/main" id="{CD70937F-73A1-4E4F-BCB7-72F4FAA75668}"/>
                  </a:ext>
                </a:extLst>
              </p:cNvPr>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9" name="Freeform 13">
                <a:extLst>
                  <a:ext uri="{FF2B5EF4-FFF2-40B4-BE49-F238E27FC236}">
                    <a16:creationId xmlns:a16="http://schemas.microsoft.com/office/drawing/2014/main" id="{1AFA1B34-C9CD-4D8E-A4CE-4933FBD74739}"/>
                  </a:ext>
                </a:extLst>
              </p:cNvPr>
              <p:cNvSpPr>
                <a:spLocks/>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 name="Freeform 14">
                <a:extLst>
                  <a:ext uri="{FF2B5EF4-FFF2-40B4-BE49-F238E27FC236}">
                    <a16:creationId xmlns:a16="http://schemas.microsoft.com/office/drawing/2014/main" id="{F7DFDBE0-1942-4EA5-ADDC-ACC4DDB3EBDD}"/>
                  </a:ext>
                </a:extLst>
              </p:cNvPr>
              <p:cNvSpPr>
                <a:spLocks/>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 name="Freeform 15">
                <a:extLst>
                  <a:ext uri="{FF2B5EF4-FFF2-40B4-BE49-F238E27FC236}">
                    <a16:creationId xmlns:a16="http://schemas.microsoft.com/office/drawing/2014/main" id="{41039EE5-041E-45CF-9BC0-83475120DF95}"/>
                  </a:ext>
                </a:extLst>
              </p:cNvPr>
              <p:cNvSpPr>
                <a:spLocks/>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 name="Freeform 16">
                <a:extLst>
                  <a:ext uri="{FF2B5EF4-FFF2-40B4-BE49-F238E27FC236}">
                    <a16:creationId xmlns:a16="http://schemas.microsoft.com/office/drawing/2014/main" id="{0E6BE068-7937-4960-8682-F691DE58AB23}"/>
                  </a:ext>
                </a:extLst>
              </p:cNvPr>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3" name="Freeform 17">
                <a:extLst>
                  <a:ext uri="{FF2B5EF4-FFF2-40B4-BE49-F238E27FC236}">
                    <a16:creationId xmlns:a16="http://schemas.microsoft.com/office/drawing/2014/main" id="{30973B98-C00F-4716-9311-557406831771}"/>
                  </a:ext>
                </a:extLst>
              </p:cNvPr>
              <p:cNvSpPr>
                <a:spLocks/>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4" name="Freeform 18">
                <a:extLst>
                  <a:ext uri="{FF2B5EF4-FFF2-40B4-BE49-F238E27FC236}">
                    <a16:creationId xmlns:a16="http://schemas.microsoft.com/office/drawing/2014/main" id="{A2A98144-2B9A-431C-8A67-E732F9765F0B}"/>
                  </a:ext>
                </a:extLst>
              </p:cNvPr>
              <p:cNvSpPr>
                <a:spLocks/>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5" name="Freeform 19">
                <a:extLst>
                  <a:ext uri="{FF2B5EF4-FFF2-40B4-BE49-F238E27FC236}">
                    <a16:creationId xmlns:a16="http://schemas.microsoft.com/office/drawing/2014/main" id="{E5B6ECD5-8F7B-4ED2-97F4-FD99C3E9288F}"/>
                  </a:ext>
                </a:extLst>
              </p:cNvPr>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6" name="Freeform 20">
                <a:extLst>
                  <a:ext uri="{FF2B5EF4-FFF2-40B4-BE49-F238E27FC236}">
                    <a16:creationId xmlns:a16="http://schemas.microsoft.com/office/drawing/2014/main" id="{EBAEEDDF-57A6-4BDD-9305-4CF374426295}"/>
                  </a:ext>
                </a:extLst>
              </p:cNvPr>
              <p:cNvSpPr>
                <a:spLocks/>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7" name="Freeform 21">
                <a:extLst>
                  <a:ext uri="{FF2B5EF4-FFF2-40B4-BE49-F238E27FC236}">
                    <a16:creationId xmlns:a16="http://schemas.microsoft.com/office/drawing/2014/main" id="{73E6E938-4CF0-48DA-B2BB-A83D092A914A}"/>
                  </a:ext>
                </a:extLst>
              </p:cNvPr>
              <p:cNvSpPr>
                <a:spLocks/>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8" name="Freeform 22">
                <a:extLst>
                  <a:ext uri="{FF2B5EF4-FFF2-40B4-BE49-F238E27FC236}">
                    <a16:creationId xmlns:a16="http://schemas.microsoft.com/office/drawing/2014/main" id="{2E20F32D-DAE2-41E4-A5AA-375070EADD3D}"/>
                  </a:ext>
                </a:extLst>
              </p:cNvPr>
              <p:cNvSpPr>
                <a:spLocks/>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9" name="Freeform 23">
                <a:extLst>
                  <a:ext uri="{FF2B5EF4-FFF2-40B4-BE49-F238E27FC236}">
                    <a16:creationId xmlns:a16="http://schemas.microsoft.com/office/drawing/2014/main" id="{9BB3D819-ED86-4FC2-8907-D1EB55F834F6}"/>
                  </a:ext>
                </a:extLst>
              </p:cNvPr>
              <p:cNvSpPr>
                <a:spLocks/>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0" name="Freeform 24">
                <a:extLst>
                  <a:ext uri="{FF2B5EF4-FFF2-40B4-BE49-F238E27FC236}">
                    <a16:creationId xmlns:a16="http://schemas.microsoft.com/office/drawing/2014/main" id="{6A7E8B8F-5D94-44A2-B5C0-E4DD4B3EADC4}"/>
                  </a:ext>
                </a:extLst>
              </p:cNvPr>
              <p:cNvSpPr>
                <a:spLocks/>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1" name="Freeform 25">
                <a:extLst>
                  <a:ext uri="{FF2B5EF4-FFF2-40B4-BE49-F238E27FC236}">
                    <a16:creationId xmlns:a16="http://schemas.microsoft.com/office/drawing/2014/main" id="{8474C3FA-61F9-4152-A6D7-579994B808EF}"/>
                  </a:ext>
                </a:extLst>
              </p:cNvPr>
              <p:cNvSpPr>
                <a:spLocks/>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2" name="Freeform 26">
                <a:extLst>
                  <a:ext uri="{FF2B5EF4-FFF2-40B4-BE49-F238E27FC236}">
                    <a16:creationId xmlns:a16="http://schemas.microsoft.com/office/drawing/2014/main" id="{A7D4E3AA-07EB-4EB2-AFB3-D394BCB0F972}"/>
                  </a:ext>
                </a:extLst>
              </p:cNvPr>
              <p:cNvSpPr>
                <a:spLocks/>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3" name="Freeform 27">
                <a:extLst>
                  <a:ext uri="{FF2B5EF4-FFF2-40B4-BE49-F238E27FC236}">
                    <a16:creationId xmlns:a16="http://schemas.microsoft.com/office/drawing/2014/main" id="{6D13FAAB-AE43-417C-90B6-C84942F51EB0}"/>
                  </a:ext>
                </a:extLst>
              </p:cNvPr>
              <p:cNvSpPr>
                <a:spLocks/>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4" name="Freeform 28">
                <a:extLst>
                  <a:ext uri="{FF2B5EF4-FFF2-40B4-BE49-F238E27FC236}">
                    <a16:creationId xmlns:a16="http://schemas.microsoft.com/office/drawing/2014/main" id="{B3412E1B-042D-4056-B83F-AA723C48A74E}"/>
                  </a:ext>
                </a:extLst>
              </p:cNvPr>
              <p:cNvSpPr>
                <a:spLocks/>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5" name="Freeform 29">
                <a:extLst>
                  <a:ext uri="{FF2B5EF4-FFF2-40B4-BE49-F238E27FC236}">
                    <a16:creationId xmlns:a16="http://schemas.microsoft.com/office/drawing/2014/main" id="{2F203987-02F6-4A39-8678-026DC3F72B71}"/>
                  </a:ext>
                </a:extLst>
              </p:cNvPr>
              <p:cNvSpPr>
                <a:spLocks/>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6" name="Freeform 30">
                <a:extLst>
                  <a:ext uri="{FF2B5EF4-FFF2-40B4-BE49-F238E27FC236}">
                    <a16:creationId xmlns:a16="http://schemas.microsoft.com/office/drawing/2014/main" id="{DBD3BECA-3E37-4263-974D-C1A776F6CBC8}"/>
                  </a:ext>
                </a:extLst>
              </p:cNvPr>
              <p:cNvSpPr>
                <a:spLocks/>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7" name="Freeform 31">
                <a:extLst>
                  <a:ext uri="{FF2B5EF4-FFF2-40B4-BE49-F238E27FC236}">
                    <a16:creationId xmlns:a16="http://schemas.microsoft.com/office/drawing/2014/main" id="{2187858D-7D29-4C4B-97D8-F4AC215720CD}"/>
                  </a:ext>
                </a:extLst>
              </p:cNvPr>
              <p:cNvSpPr>
                <a:spLocks/>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8" name="Freeform 32">
                <a:extLst>
                  <a:ext uri="{FF2B5EF4-FFF2-40B4-BE49-F238E27FC236}">
                    <a16:creationId xmlns:a16="http://schemas.microsoft.com/office/drawing/2014/main" id="{5AEE7E78-F444-49D9-B087-05CFFF53B83B}"/>
                  </a:ext>
                </a:extLst>
              </p:cNvPr>
              <p:cNvSpPr>
                <a:spLocks/>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9" name="Freeform 33">
                <a:extLst>
                  <a:ext uri="{FF2B5EF4-FFF2-40B4-BE49-F238E27FC236}">
                    <a16:creationId xmlns:a16="http://schemas.microsoft.com/office/drawing/2014/main" id="{BAF442FD-14B1-4486-81E4-57E263E57440}"/>
                  </a:ext>
                </a:extLst>
              </p:cNvPr>
              <p:cNvSpPr>
                <a:spLocks/>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0" name="Freeform 34">
                <a:extLst>
                  <a:ext uri="{FF2B5EF4-FFF2-40B4-BE49-F238E27FC236}">
                    <a16:creationId xmlns:a16="http://schemas.microsoft.com/office/drawing/2014/main" id="{D110D87E-F920-4322-8070-BF3D97A73055}"/>
                  </a:ext>
                </a:extLst>
              </p:cNvPr>
              <p:cNvSpPr>
                <a:spLocks/>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1" name="Freeform 46">
                <a:extLst>
                  <a:ext uri="{FF2B5EF4-FFF2-40B4-BE49-F238E27FC236}">
                    <a16:creationId xmlns:a16="http://schemas.microsoft.com/office/drawing/2014/main" id="{90EAEB88-2207-4076-A7F8-AAF60F32AEE2}"/>
                  </a:ext>
                </a:extLst>
              </p:cNvPr>
              <p:cNvSpPr>
                <a:spLocks/>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2" name="Freeform 47">
                <a:extLst>
                  <a:ext uri="{FF2B5EF4-FFF2-40B4-BE49-F238E27FC236}">
                    <a16:creationId xmlns:a16="http://schemas.microsoft.com/office/drawing/2014/main" id="{ECB3C1B1-AF2C-4B6F-A7C1-D42B932C800C}"/>
                  </a:ext>
                </a:extLst>
              </p:cNvPr>
              <p:cNvSpPr>
                <a:spLocks/>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3" name="Freeform 48">
                <a:extLst>
                  <a:ext uri="{FF2B5EF4-FFF2-40B4-BE49-F238E27FC236}">
                    <a16:creationId xmlns:a16="http://schemas.microsoft.com/office/drawing/2014/main" id="{4926D183-0CEE-45E1-8590-F3E12A460A11}"/>
                  </a:ext>
                </a:extLst>
              </p:cNvPr>
              <p:cNvSpPr>
                <a:spLocks/>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4" name="Freeform 49">
                <a:extLst>
                  <a:ext uri="{FF2B5EF4-FFF2-40B4-BE49-F238E27FC236}">
                    <a16:creationId xmlns:a16="http://schemas.microsoft.com/office/drawing/2014/main" id="{A4BC2FD3-8264-41DB-85F8-03441339F158}"/>
                  </a:ext>
                </a:extLst>
              </p:cNvPr>
              <p:cNvSpPr>
                <a:spLocks/>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5" name="Freeform 50">
                <a:extLst>
                  <a:ext uri="{FF2B5EF4-FFF2-40B4-BE49-F238E27FC236}">
                    <a16:creationId xmlns:a16="http://schemas.microsoft.com/office/drawing/2014/main" id="{C419E22C-00A3-41E3-A0E6-43418FD4DAE9}"/>
                  </a:ext>
                </a:extLst>
              </p:cNvPr>
              <p:cNvSpPr>
                <a:spLocks/>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6" name="Freeform 51">
                <a:extLst>
                  <a:ext uri="{FF2B5EF4-FFF2-40B4-BE49-F238E27FC236}">
                    <a16:creationId xmlns:a16="http://schemas.microsoft.com/office/drawing/2014/main" id="{C66E7FB6-DA85-4013-BB1E-7F3802EAD8DB}"/>
                  </a:ext>
                </a:extLst>
              </p:cNvPr>
              <p:cNvSpPr>
                <a:spLocks/>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7" name="Freeform 52">
                <a:extLst>
                  <a:ext uri="{FF2B5EF4-FFF2-40B4-BE49-F238E27FC236}">
                    <a16:creationId xmlns:a16="http://schemas.microsoft.com/office/drawing/2014/main" id="{3166FBA0-D49C-45CE-B70F-AAE0E1B241A1}"/>
                  </a:ext>
                </a:extLst>
              </p:cNvPr>
              <p:cNvSpPr>
                <a:spLocks/>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8" name="Freeform 53">
                <a:extLst>
                  <a:ext uri="{FF2B5EF4-FFF2-40B4-BE49-F238E27FC236}">
                    <a16:creationId xmlns:a16="http://schemas.microsoft.com/office/drawing/2014/main" id="{EC81D795-E69B-4E31-BA58-5851AD3F32EF}"/>
                  </a:ext>
                </a:extLst>
              </p:cNvPr>
              <p:cNvSpPr>
                <a:spLocks/>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9" name="Freeform 54">
                <a:extLst>
                  <a:ext uri="{FF2B5EF4-FFF2-40B4-BE49-F238E27FC236}">
                    <a16:creationId xmlns:a16="http://schemas.microsoft.com/office/drawing/2014/main" id="{B87A562C-45E9-420A-8509-F1D46E7C0BE6}"/>
                  </a:ext>
                </a:extLst>
              </p:cNvPr>
              <p:cNvSpPr>
                <a:spLocks/>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0" name="Freeform 55">
                <a:extLst>
                  <a:ext uri="{FF2B5EF4-FFF2-40B4-BE49-F238E27FC236}">
                    <a16:creationId xmlns:a16="http://schemas.microsoft.com/office/drawing/2014/main" id="{B71C3D96-92CC-448A-B299-2D6121780A65}"/>
                  </a:ext>
                </a:extLst>
              </p:cNvPr>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1" name="Freeform 56">
                <a:extLst>
                  <a:ext uri="{FF2B5EF4-FFF2-40B4-BE49-F238E27FC236}">
                    <a16:creationId xmlns:a16="http://schemas.microsoft.com/office/drawing/2014/main" id="{88D67E78-6C2F-46F3-A513-F284A8498BAD}"/>
                  </a:ext>
                </a:extLst>
              </p:cNvPr>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2" name="Freeform 57">
                <a:extLst>
                  <a:ext uri="{FF2B5EF4-FFF2-40B4-BE49-F238E27FC236}">
                    <a16:creationId xmlns:a16="http://schemas.microsoft.com/office/drawing/2014/main" id="{AC3E6570-EC28-4E18-9B85-0BC47E6117E5}"/>
                  </a:ext>
                </a:extLst>
              </p:cNvPr>
              <p:cNvSpPr>
                <a:spLocks/>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3" name="Freeform 58">
                <a:extLst>
                  <a:ext uri="{FF2B5EF4-FFF2-40B4-BE49-F238E27FC236}">
                    <a16:creationId xmlns:a16="http://schemas.microsoft.com/office/drawing/2014/main" id="{09CAE530-DE8A-422F-8057-29360F374E0D}"/>
                  </a:ext>
                </a:extLst>
              </p:cNvPr>
              <p:cNvSpPr>
                <a:spLocks/>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64" name="文本占位符 65">
            <a:extLst>
              <a:ext uri="{FF2B5EF4-FFF2-40B4-BE49-F238E27FC236}">
                <a16:creationId xmlns:a16="http://schemas.microsoft.com/office/drawing/2014/main" id="{BFBF867F-E39A-412D-B801-2EA744568D29}"/>
              </a:ext>
            </a:extLst>
          </p:cNvPr>
          <p:cNvSpPr>
            <a:spLocks noGrp="1"/>
          </p:cNvSpPr>
          <p:nvPr>
            <p:ph type="body" idx="16"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p>
        </p:txBody>
      </p:sp>
    </p:spTree>
    <p:extLst>
      <p:ext uri="{BB962C8B-B14F-4D97-AF65-F5344CB8AC3E}">
        <p14:creationId xmlns:p14="http://schemas.microsoft.com/office/powerpoint/2010/main" val="10866047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四张图片">
    <p:spTree>
      <p:nvGrpSpPr>
        <p:cNvPr id="1" name=""/>
        <p:cNvGrpSpPr/>
        <p:nvPr/>
      </p:nvGrpSpPr>
      <p:grpSpPr>
        <a:xfrm>
          <a:off x="0" y="0"/>
          <a:ext cx="0" cy="0"/>
          <a:chOff x="0" y="0"/>
          <a:chExt cx="0" cy="0"/>
        </a:xfrm>
      </p:grpSpPr>
      <p:grpSp>
        <p:nvGrpSpPr>
          <p:cNvPr id="19" name="组合 18">
            <a:extLst>
              <a:ext uri="{FF2B5EF4-FFF2-40B4-BE49-F238E27FC236}">
                <a16:creationId xmlns:a16="http://schemas.microsoft.com/office/drawing/2014/main" id="{514964C7-5574-415D-A002-6FE3043AE28B}"/>
              </a:ext>
            </a:extLst>
          </p:cNvPr>
          <p:cNvGrpSpPr/>
          <p:nvPr userDrawn="1"/>
        </p:nvGrpSpPr>
        <p:grpSpPr>
          <a:xfrm rot="169789">
            <a:off x="7333468" y="1757113"/>
            <a:ext cx="5694860" cy="5835138"/>
            <a:chOff x="377825" y="6983413"/>
            <a:chExt cx="5284788" cy="5414962"/>
          </a:xfrm>
          <a:solidFill>
            <a:schemeClr val="accent1">
              <a:alpha val="4000"/>
            </a:schemeClr>
          </a:solidFill>
        </p:grpSpPr>
        <p:sp>
          <p:nvSpPr>
            <p:cNvPr id="20" name="Freeform 19">
              <a:extLst>
                <a:ext uri="{FF2B5EF4-FFF2-40B4-BE49-F238E27FC236}">
                  <a16:creationId xmlns:a16="http://schemas.microsoft.com/office/drawing/2014/main" id="{FAFC0506-76EE-4CB2-9699-58F41DDE7663}"/>
                </a:ext>
              </a:extLst>
            </p:cNvPr>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20">
              <a:extLst>
                <a:ext uri="{FF2B5EF4-FFF2-40B4-BE49-F238E27FC236}">
                  <a16:creationId xmlns:a16="http://schemas.microsoft.com/office/drawing/2014/main" id="{B77DAC51-6937-4C07-B330-C5A97FD7667E}"/>
                </a:ext>
              </a:extLst>
            </p:cNvPr>
            <p:cNvSpPr>
              <a:spLocks/>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2" name="Freeform 22">
              <a:extLst>
                <a:ext uri="{FF2B5EF4-FFF2-40B4-BE49-F238E27FC236}">
                  <a16:creationId xmlns:a16="http://schemas.microsoft.com/office/drawing/2014/main" id="{371BCF94-A378-41C7-8AE0-D0EBCB8617D4}"/>
                </a:ext>
              </a:extLst>
            </p:cNvPr>
            <p:cNvSpPr>
              <a:spLocks/>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3" name="Freeform 23">
              <a:extLst>
                <a:ext uri="{FF2B5EF4-FFF2-40B4-BE49-F238E27FC236}">
                  <a16:creationId xmlns:a16="http://schemas.microsoft.com/office/drawing/2014/main" id="{15909567-5D2E-442A-AC25-6BFE12C942C4}"/>
                </a:ext>
              </a:extLst>
            </p:cNvPr>
            <p:cNvSpPr>
              <a:spLocks/>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4" name="Freeform 24">
              <a:extLst>
                <a:ext uri="{FF2B5EF4-FFF2-40B4-BE49-F238E27FC236}">
                  <a16:creationId xmlns:a16="http://schemas.microsoft.com/office/drawing/2014/main" id="{C336A134-F537-466E-9346-042A3759F82A}"/>
                </a:ext>
              </a:extLst>
            </p:cNvPr>
            <p:cNvSpPr>
              <a:spLocks/>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25">
              <a:extLst>
                <a:ext uri="{FF2B5EF4-FFF2-40B4-BE49-F238E27FC236}">
                  <a16:creationId xmlns:a16="http://schemas.microsoft.com/office/drawing/2014/main" id="{B77A41A5-FFB1-48A2-A1D1-B1F82EA980E3}"/>
                </a:ext>
              </a:extLst>
            </p:cNvPr>
            <p:cNvSpPr>
              <a:spLocks/>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26">
              <a:extLst>
                <a:ext uri="{FF2B5EF4-FFF2-40B4-BE49-F238E27FC236}">
                  <a16:creationId xmlns:a16="http://schemas.microsoft.com/office/drawing/2014/main" id="{DB975970-006C-4C32-B7F2-99941C10229B}"/>
                </a:ext>
              </a:extLst>
            </p:cNvPr>
            <p:cNvSpPr>
              <a:spLocks/>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31">
              <a:extLst>
                <a:ext uri="{FF2B5EF4-FFF2-40B4-BE49-F238E27FC236}">
                  <a16:creationId xmlns:a16="http://schemas.microsoft.com/office/drawing/2014/main" id="{C0F36612-B6BD-4235-BD7E-2AD76C510879}"/>
                </a:ext>
              </a:extLst>
            </p:cNvPr>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33">
              <a:extLst>
                <a:ext uri="{FF2B5EF4-FFF2-40B4-BE49-F238E27FC236}">
                  <a16:creationId xmlns:a16="http://schemas.microsoft.com/office/drawing/2014/main" id="{FBA664A5-8292-4140-930D-4015033064B7}"/>
                </a:ext>
              </a:extLst>
            </p:cNvPr>
            <p:cNvSpPr>
              <a:spLocks/>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35">
              <a:extLst>
                <a:ext uri="{FF2B5EF4-FFF2-40B4-BE49-F238E27FC236}">
                  <a16:creationId xmlns:a16="http://schemas.microsoft.com/office/drawing/2014/main" id="{93B86134-78B3-4D4D-8EE0-A3155EF9C63A}"/>
                </a:ext>
              </a:extLst>
            </p:cNvPr>
            <p:cNvSpPr>
              <a:spLocks/>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36">
              <a:extLst>
                <a:ext uri="{FF2B5EF4-FFF2-40B4-BE49-F238E27FC236}">
                  <a16:creationId xmlns:a16="http://schemas.microsoft.com/office/drawing/2014/main" id="{B3ED1D86-C435-425F-9F5A-61CBE4EF0385}"/>
                </a:ext>
              </a:extLst>
            </p:cNvPr>
            <p:cNvSpPr>
              <a:spLocks/>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38">
              <a:extLst>
                <a:ext uri="{FF2B5EF4-FFF2-40B4-BE49-F238E27FC236}">
                  <a16:creationId xmlns:a16="http://schemas.microsoft.com/office/drawing/2014/main" id="{EC7B8766-41F2-424A-8492-CA4E5301377C}"/>
                </a:ext>
              </a:extLst>
            </p:cNvPr>
            <p:cNvSpPr>
              <a:spLocks/>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2" name="Freeform 39">
              <a:extLst>
                <a:ext uri="{FF2B5EF4-FFF2-40B4-BE49-F238E27FC236}">
                  <a16:creationId xmlns:a16="http://schemas.microsoft.com/office/drawing/2014/main" id="{335FCB65-5CBE-452C-AE4D-C48015188904}"/>
                </a:ext>
              </a:extLst>
            </p:cNvPr>
            <p:cNvSpPr>
              <a:spLocks/>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3" name="Freeform 40">
              <a:extLst>
                <a:ext uri="{FF2B5EF4-FFF2-40B4-BE49-F238E27FC236}">
                  <a16:creationId xmlns:a16="http://schemas.microsoft.com/office/drawing/2014/main" id="{08030888-7CCE-4BFC-95C2-4D7C14C63121}"/>
                </a:ext>
              </a:extLst>
            </p:cNvPr>
            <p:cNvSpPr>
              <a:spLocks/>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3" name="日期占位符 2">
            <a:extLst>
              <a:ext uri="{FF2B5EF4-FFF2-40B4-BE49-F238E27FC236}">
                <a16:creationId xmlns:a16="http://schemas.microsoft.com/office/drawing/2014/main" id="{D26B7C1A-4B20-4267-8B0A-EEF1F7806DBB}"/>
              </a:ext>
            </a:extLst>
          </p:cNvPr>
          <p:cNvSpPr>
            <a:spLocks noGrp="1"/>
          </p:cNvSpPr>
          <p:nvPr>
            <p:ph type="dt" sz="half" idx="10"/>
          </p:nvPr>
        </p:nvSpPr>
        <p:spPr/>
        <p:txBody>
          <a:bodyPr/>
          <a:lstStyle/>
          <a:p>
            <a:fld id="{DD96C455-D181-459A-8014-67AAEFFCA7C2}" type="datetimeFigureOut">
              <a:rPr lang="zh-CN" altLang="en-US" smtClean="0"/>
              <a:t>2025/11/26</a:t>
            </a:fld>
            <a:endParaRPr lang="zh-CN" altLang="en-US"/>
          </a:p>
        </p:txBody>
      </p:sp>
      <p:sp>
        <p:nvSpPr>
          <p:cNvPr id="4" name="页脚占位符 3">
            <a:extLst>
              <a:ext uri="{FF2B5EF4-FFF2-40B4-BE49-F238E27FC236}">
                <a16:creationId xmlns:a16="http://schemas.microsoft.com/office/drawing/2014/main" id="{60C02CBA-5674-45EA-A60A-ECD11CBB4C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F9EB718-3188-422E-946C-63D124BCAB8E}"/>
              </a:ext>
            </a:extLst>
          </p:cNvPr>
          <p:cNvSpPr>
            <a:spLocks noGrp="1"/>
          </p:cNvSpPr>
          <p:nvPr>
            <p:ph type="sldNum" sz="quarter" idx="12"/>
          </p:nvPr>
        </p:nvSpPr>
        <p:spPr/>
        <p:txBody>
          <a:bodyPr/>
          <a:lstStyle/>
          <a:p>
            <a:fld id="{40321020-7931-4610-B95E-80A53469F597}" type="slidenum">
              <a:rPr lang="zh-CN" altLang="en-US" smtClean="0"/>
              <a:t>‹#›</a:t>
            </a:fld>
            <a:endParaRPr lang="zh-CN" altLang="en-US"/>
          </a:p>
        </p:txBody>
      </p:sp>
      <p:sp>
        <p:nvSpPr>
          <p:cNvPr id="6" name="矩形 5">
            <a:extLst>
              <a:ext uri="{FF2B5EF4-FFF2-40B4-BE49-F238E27FC236}">
                <a16:creationId xmlns:a16="http://schemas.microsoft.com/office/drawing/2014/main" id="{ACB4960C-295B-4296-A03C-3E8E5954F69A}"/>
              </a:ext>
            </a:extLst>
          </p:cNvPr>
          <p:cNvSpPr/>
          <p:nvPr userDrawn="1"/>
        </p:nvSpPr>
        <p:spPr>
          <a:xfrm>
            <a:off x="660400" y="1130300"/>
            <a:ext cx="5367020" cy="24358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EE08FD9B-3C66-482E-BEDD-1CDE4F684F1F}"/>
              </a:ext>
            </a:extLst>
          </p:cNvPr>
          <p:cNvSpPr/>
          <p:nvPr userDrawn="1"/>
        </p:nvSpPr>
        <p:spPr>
          <a:xfrm>
            <a:off x="660400" y="3734122"/>
            <a:ext cx="5367020" cy="23999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C21D78F5-CD13-47AA-B036-87B4F33163CF}"/>
              </a:ext>
            </a:extLst>
          </p:cNvPr>
          <p:cNvSpPr/>
          <p:nvPr userDrawn="1"/>
        </p:nvSpPr>
        <p:spPr>
          <a:xfrm>
            <a:off x="6151880" y="1130300"/>
            <a:ext cx="5367020" cy="24358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FFE03348-A1F2-4840-86A8-C48875F1BCB9}"/>
              </a:ext>
            </a:extLst>
          </p:cNvPr>
          <p:cNvSpPr/>
          <p:nvPr userDrawn="1"/>
        </p:nvSpPr>
        <p:spPr>
          <a:xfrm>
            <a:off x="6151880" y="3734122"/>
            <a:ext cx="5367020" cy="23999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图片占位符 14">
            <a:extLst>
              <a:ext uri="{FF2B5EF4-FFF2-40B4-BE49-F238E27FC236}">
                <a16:creationId xmlns:a16="http://schemas.microsoft.com/office/drawing/2014/main" id="{D8E99FCF-341F-4B58-AB03-FB8D84543C30}"/>
              </a:ext>
            </a:extLst>
          </p:cNvPr>
          <p:cNvSpPr>
            <a:spLocks noGrp="1"/>
          </p:cNvSpPr>
          <p:nvPr>
            <p:ph type="pic" sz="quarter" idx="13"/>
          </p:nvPr>
        </p:nvSpPr>
        <p:spPr>
          <a:xfrm>
            <a:off x="952392" y="1412875"/>
            <a:ext cx="1867008" cy="1866245"/>
          </a:xfrm>
        </p:spPr>
        <p:txBody>
          <a:bodyPr/>
          <a:lstStyle/>
          <a:p>
            <a:endParaRPr lang="zh-CN" altLang="en-US"/>
          </a:p>
        </p:txBody>
      </p:sp>
      <p:sp>
        <p:nvSpPr>
          <p:cNvPr id="16" name="图片占位符 14">
            <a:extLst>
              <a:ext uri="{FF2B5EF4-FFF2-40B4-BE49-F238E27FC236}">
                <a16:creationId xmlns:a16="http://schemas.microsoft.com/office/drawing/2014/main" id="{DF133E62-8406-47E0-9A97-F613B64A161C}"/>
              </a:ext>
            </a:extLst>
          </p:cNvPr>
          <p:cNvSpPr>
            <a:spLocks noGrp="1"/>
          </p:cNvSpPr>
          <p:nvPr>
            <p:ph type="pic" sz="quarter" idx="14"/>
          </p:nvPr>
        </p:nvSpPr>
        <p:spPr>
          <a:xfrm>
            <a:off x="6422971" y="1412875"/>
            <a:ext cx="1867008" cy="1866245"/>
          </a:xfrm>
        </p:spPr>
        <p:txBody>
          <a:bodyPr/>
          <a:lstStyle/>
          <a:p>
            <a:endParaRPr lang="zh-CN" altLang="en-US"/>
          </a:p>
        </p:txBody>
      </p:sp>
      <p:sp>
        <p:nvSpPr>
          <p:cNvPr id="17" name="图片占位符 14">
            <a:extLst>
              <a:ext uri="{FF2B5EF4-FFF2-40B4-BE49-F238E27FC236}">
                <a16:creationId xmlns:a16="http://schemas.microsoft.com/office/drawing/2014/main" id="{F9821C6F-0109-4D0A-9372-DB42B96B4775}"/>
              </a:ext>
            </a:extLst>
          </p:cNvPr>
          <p:cNvSpPr>
            <a:spLocks noGrp="1"/>
          </p:cNvSpPr>
          <p:nvPr>
            <p:ph type="pic" sz="quarter" idx="15"/>
          </p:nvPr>
        </p:nvSpPr>
        <p:spPr>
          <a:xfrm>
            <a:off x="6422971" y="4000607"/>
            <a:ext cx="1867008" cy="1866245"/>
          </a:xfrm>
        </p:spPr>
        <p:txBody>
          <a:bodyPr/>
          <a:lstStyle/>
          <a:p>
            <a:endParaRPr lang="zh-CN" altLang="en-US"/>
          </a:p>
        </p:txBody>
      </p:sp>
      <p:sp>
        <p:nvSpPr>
          <p:cNvPr id="18" name="图片占位符 14">
            <a:extLst>
              <a:ext uri="{FF2B5EF4-FFF2-40B4-BE49-F238E27FC236}">
                <a16:creationId xmlns:a16="http://schemas.microsoft.com/office/drawing/2014/main" id="{354CB8C7-90A5-4AB5-9D22-15D281B7C916}"/>
              </a:ext>
            </a:extLst>
          </p:cNvPr>
          <p:cNvSpPr>
            <a:spLocks noGrp="1"/>
          </p:cNvSpPr>
          <p:nvPr>
            <p:ph type="pic" sz="quarter" idx="16"/>
          </p:nvPr>
        </p:nvSpPr>
        <p:spPr>
          <a:xfrm>
            <a:off x="952392" y="4000607"/>
            <a:ext cx="1867008" cy="1866245"/>
          </a:xfrm>
        </p:spPr>
        <p:txBody>
          <a:bodyPr/>
          <a:lstStyle/>
          <a:p>
            <a:endParaRPr lang="zh-CN" altLang="en-US"/>
          </a:p>
        </p:txBody>
      </p:sp>
      <p:sp>
        <p:nvSpPr>
          <p:cNvPr id="34" name="文本框 33">
            <a:extLst>
              <a:ext uri="{FF2B5EF4-FFF2-40B4-BE49-F238E27FC236}">
                <a16:creationId xmlns:a16="http://schemas.microsoft.com/office/drawing/2014/main" id="{2337286D-E20F-458C-9C81-63E8EF5446E7}"/>
              </a:ext>
            </a:extLst>
          </p:cNvPr>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p>
        </p:txBody>
      </p:sp>
      <p:sp>
        <p:nvSpPr>
          <p:cNvPr id="81" name="矩形: 圆角 80">
            <a:extLst>
              <a:ext uri="{FF2B5EF4-FFF2-40B4-BE49-F238E27FC236}">
                <a16:creationId xmlns:a16="http://schemas.microsoft.com/office/drawing/2014/main" id="{8A0CBBCC-2322-4C3E-B4AB-041BE4574202}"/>
              </a:ext>
            </a:extLst>
          </p:cNvPr>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2" name="组合 81">
            <a:extLst>
              <a:ext uri="{FF2B5EF4-FFF2-40B4-BE49-F238E27FC236}">
                <a16:creationId xmlns:a16="http://schemas.microsoft.com/office/drawing/2014/main" id="{DF6C2FDA-51DC-4258-9E93-6554AABA5C5B}"/>
              </a:ext>
            </a:extLst>
          </p:cNvPr>
          <p:cNvGrpSpPr/>
          <p:nvPr userDrawn="1"/>
        </p:nvGrpSpPr>
        <p:grpSpPr>
          <a:xfrm>
            <a:off x="237423" y="135299"/>
            <a:ext cx="847682" cy="847682"/>
            <a:chOff x="237423" y="135299"/>
            <a:chExt cx="847682" cy="847682"/>
          </a:xfrm>
        </p:grpSpPr>
        <p:sp>
          <p:nvSpPr>
            <p:cNvPr id="83" name="椭圆 82">
              <a:extLst>
                <a:ext uri="{FF2B5EF4-FFF2-40B4-BE49-F238E27FC236}">
                  <a16:creationId xmlns:a16="http://schemas.microsoft.com/office/drawing/2014/main" id="{2A9245DD-9994-4EB2-B1C7-7DCC0685C2E8}"/>
                </a:ext>
              </a:extLst>
            </p:cNvPr>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4" name="组合 83">
              <a:extLst>
                <a:ext uri="{FF2B5EF4-FFF2-40B4-BE49-F238E27FC236}">
                  <a16:creationId xmlns:a16="http://schemas.microsoft.com/office/drawing/2014/main" id="{1731813B-F9BF-4697-BBD0-BA3C4E0C7F5B}"/>
                </a:ext>
              </a:extLst>
            </p:cNvPr>
            <p:cNvGrpSpPr/>
            <p:nvPr/>
          </p:nvGrpSpPr>
          <p:grpSpPr>
            <a:xfrm>
              <a:off x="293735" y="191234"/>
              <a:ext cx="735058" cy="735811"/>
              <a:chOff x="3497262" y="849313"/>
              <a:chExt cx="4651376" cy="4656138"/>
            </a:xfrm>
            <a:solidFill>
              <a:schemeClr val="accent1"/>
            </a:solidFill>
          </p:grpSpPr>
          <p:sp>
            <p:nvSpPr>
              <p:cNvPr id="85" name="Freeform 7">
                <a:extLst>
                  <a:ext uri="{FF2B5EF4-FFF2-40B4-BE49-F238E27FC236}">
                    <a16:creationId xmlns:a16="http://schemas.microsoft.com/office/drawing/2014/main" id="{B6463079-F50C-4524-8A0B-A3C5995D1B3E}"/>
                  </a:ext>
                </a:extLst>
              </p:cNvPr>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9">
                <a:extLst>
                  <a:ext uri="{FF2B5EF4-FFF2-40B4-BE49-F238E27FC236}">
                    <a16:creationId xmlns:a16="http://schemas.microsoft.com/office/drawing/2014/main" id="{DA182ED0-86BB-4CB0-97E8-004FACA0123A}"/>
                  </a:ext>
                </a:extLst>
              </p:cNvPr>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Freeform 10">
                <a:extLst>
                  <a:ext uri="{FF2B5EF4-FFF2-40B4-BE49-F238E27FC236}">
                    <a16:creationId xmlns:a16="http://schemas.microsoft.com/office/drawing/2014/main" id="{1AA28316-7B83-4A84-AEC2-B0EFC6F4B992}"/>
                  </a:ext>
                </a:extLst>
              </p:cNvPr>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Freeform 11">
                <a:extLst>
                  <a:ext uri="{FF2B5EF4-FFF2-40B4-BE49-F238E27FC236}">
                    <a16:creationId xmlns:a16="http://schemas.microsoft.com/office/drawing/2014/main" id="{097CEA97-852B-49D6-A72D-2955952A9779}"/>
                  </a:ext>
                </a:extLst>
              </p:cNvPr>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Freeform 12">
                <a:extLst>
                  <a:ext uri="{FF2B5EF4-FFF2-40B4-BE49-F238E27FC236}">
                    <a16:creationId xmlns:a16="http://schemas.microsoft.com/office/drawing/2014/main" id="{A12EE63D-5E62-498B-A20E-5094C93DBE5B}"/>
                  </a:ext>
                </a:extLst>
              </p:cNvPr>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Freeform 13">
                <a:extLst>
                  <a:ext uri="{FF2B5EF4-FFF2-40B4-BE49-F238E27FC236}">
                    <a16:creationId xmlns:a16="http://schemas.microsoft.com/office/drawing/2014/main" id="{84B3ED86-C688-4629-8FF6-2E67E812E743}"/>
                  </a:ext>
                </a:extLst>
              </p:cNvPr>
              <p:cNvSpPr>
                <a:spLocks/>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Freeform 14">
                <a:extLst>
                  <a:ext uri="{FF2B5EF4-FFF2-40B4-BE49-F238E27FC236}">
                    <a16:creationId xmlns:a16="http://schemas.microsoft.com/office/drawing/2014/main" id="{27540D21-C832-4240-91FA-C2754A94B026}"/>
                  </a:ext>
                </a:extLst>
              </p:cNvPr>
              <p:cNvSpPr>
                <a:spLocks/>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15">
                <a:extLst>
                  <a:ext uri="{FF2B5EF4-FFF2-40B4-BE49-F238E27FC236}">
                    <a16:creationId xmlns:a16="http://schemas.microsoft.com/office/drawing/2014/main" id="{63FADD71-6A49-41A7-99EE-83E3C1C0536E}"/>
                  </a:ext>
                </a:extLst>
              </p:cNvPr>
              <p:cNvSpPr>
                <a:spLocks/>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Freeform 16">
                <a:extLst>
                  <a:ext uri="{FF2B5EF4-FFF2-40B4-BE49-F238E27FC236}">
                    <a16:creationId xmlns:a16="http://schemas.microsoft.com/office/drawing/2014/main" id="{19E51D98-E96C-457C-B218-37DC1EA6425C}"/>
                  </a:ext>
                </a:extLst>
              </p:cNvPr>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17">
                <a:extLst>
                  <a:ext uri="{FF2B5EF4-FFF2-40B4-BE49-F238E27FC236}">
                    <a16:creationId xmlns:a16="http://schemas.microsoft.com/office/drawing/2014/main" id="{A4A1E5A0-CC43-43AE-8054-F69EFBB04903}"/>
                  </a:ext>
                </a:extLst>
              </p:cNvPr>
              <p:cNvSpPr>
                <a:spLocks/>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18">
                <a:extLst>
                  <a:ext uri="{FF2B5EF4-FFF2-40B4-BE49-F238E27FC236}">
                    <a16:creationId xmlns:a16="http://schemas.microsoft.com/office/drawing/2014/main" id="{527D8DEB-BB07-45A4-8EB1-07AD6D4A5F4F}"/>
                  </a:ext>
                </a:extLst>
              </p:cNvPr>
              <p:cNvSpPr>
                <a:spLocks/>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19">
                <a:extLst>
                  <a:ext uri="{FF2B5EF4-FFF2-40B4-BE49-F238E27FC236}">
                    <a16:creationId xmlns:a16="http://schemas.microsoft.com/office/drawing/2014/main" id="{0FF96338-D3C3-409A-9335-5CC766B8E85C}"/>
                  </a:ext>
                </a:extLst>
              </p:cNvPr>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20">
                <a:extLst>
                  <a:ext uri="{FF2B5EF4-FFF2-40B4-BE49-F238E27FC236}">
                    <a16:creationId xmlns:a16="http://schemas.microsoft.com/office/drawing/2014/main" id="{3858FECB-ED4E-437D-A31A-242D3C8DB9F3}"/>
                  </a:ext>
                </a:extLst>
              </p:cNvPr>
              <p:cNvSpPr>
                <a:spLocks/>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21">
                <a:extLst>
                  <a:ext uri="{FF2B5EF4-FFF2-40B4-BE49-F238E27FC236}">
                    <a16:creationId xmlns:a16="http://schemas.microsoft.com/office/drawing/2014/main" id="{6EB73065-06D2-4FBA-92F2-4B7FA99E8AC6}"/>
                  </a:ext>
                </a:extLst>
              </p:cNvPr>
              <p:cNvSpPr>
                <a:spLocks/>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22">
                <a:extLst>
                  <a:ext uri="{FF2B5EF4-FFF2-40B4-BE49-F238E27FC236}">
                    <a16:creationId xmlns:a16="http://schemas.microsoft.com/office/drawing/2014/main" id="{5FA9D5D5-8638-4D4E-BAAF-476575E291D9}"/>
                  </a:ext>
                </a:extLst>
              </p:cNvPr>
              <p:cNvSpPr>
                <a:spLocks/>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Freeform 23">
                <a:extLst>
                  <a:ext uri="{FF2B5EF4-FFF2-40B4-BE49-F238E27FC236}">
                    <a16:creationId xmlns:a16="http://schemas.microsoft.com/office/drawing/2014/main" id="{1B79173C-2DA3-423C-AB56-7C76D532C6B1}"/>
                  </a:ext>
                </a:extLst>
              </p:cNvPr>
              <p:cNvSpPr>
                <a:spLocks/>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24">
                <a:extLst>
                  <a:ext uri="{FF2B5EF4-FFF2-40B4-BE49-F238E27FC236}">
                    <a16:creationId xmlns:a16="http://schemas.microsoft.com/office/drawing/2014/main" id="{F99873C3-263D-4E2A-A8BD-4C707C5617B5}"/>
                  </a:ext>
                </a:extLst>
              </p:cNvPr>
              <p:cNvSpPr>
                <a:spLocks/>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Freeform 25">
                <a:extLst>
                  <a:ext uri="{FF2B5EF4-FFF2-40B4-BE49-F238E27FC236}">
                    <a16:creationId xmlns:a16="http://schemas.microsoft.com/office/drawing/2014/main" id="{BB14CC27-F487-40D8-823A-CB6634BAFB76}"/>
                  </a:ext>
                </a:extLst>
              </p:cNvPr>
              <p:cNvSpPr>
                <a:spLocks/>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26">
                <a:extLst>
                  <a:ext uri="{FF2B5EF4-FFF2-40B4-BE49-F238E27FC236}">
                    <a16:creationId xmlns:a16="http://schemas.microsoft.com/office/drawing/2014/main" id="{ADF86F09-F667-4655-9B04-BF42BE7BE94D}"/>
                  </a:ext>
                </a:extLst>
              </p:cNvPr>
              <p:cNvSpPr>
                <a:spLocks/>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27">
                <a:extLst>
                  <a:ext uri="{FF2B5EF4-FFF2-40B4-BE49-F238E27FC236}">
                    <a16:creationId xmlns:a16="http://schemas.microsoft.com/office/drawing/2014/main" id="{A7ED740E-D8F6-4A90-9BAF-2056C8464E1C}"/>
                  </a:ext>
                </a:extLst>
              </p:cNvPr>
              <p:cNvSpPr>
                <a:spLocks/>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28">
                <a:extLst>
                  <a:ext uri="{FF2B5EF4-FFF2-40B4-BE49-F238E27FC236}">
                    <a16:creationId xmlns:a16="http://schemas.microsoft.com/office/drawing/2014/main" id="{8FFE0A99-1D75-4662-A89B-964A0E5FE761}"/>
                  </a:ext>
                </a:extLst>
              </p:cNvPr>
              <p:cNvSpPr>
                <a:spLocks/>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29">
                <a:extLst>
                  <a:ext uri="{FF2B5EF4-FFF2-40B4-BE49-F238E27FC236}">
                    <a16:creationId xmlns:a16="http://schemas.microsoft.com/office/drawing/2014/main" id="{7AFEE6FE-F487-407A-B508-68C0A2A64190}"/>
                  </a:ext>
                </a:extLst>
              </p:cNvPr>
              <p:cNvSpPr>
                <a:spLocks/>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Freeform 30">
                <a:extLst>
                  <a:ext uri="{FF2B5EF4-FFF2-40B4-BE49-F238E27FC236}">
                    <a16:creationId xmlns:a16="http://schemas.microsoft.com/office/drawing/2014/main" id="{0ED0844C-FB2C-48D9-9455-8D600F543D44}"/>
                  </a:ext>
                </a:extLst>
              </p:cNvPr>
              <p:cNvSpPr>
                <a:spLocks/>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31">
                <a:extLst>
                  <a:ext uri="{FF2B5EF4-FFF2-40B4-BE49-F238E27FC236}">
                    <a16:creationId xmlns:a16="http://schemas.microsoft.com/office/drawing/2014/main" id="{2E672CE2-3B24-412D-A85E-53B9062F1195}"/>
                  </a:ext>
                </a:extLst>
              </p:cNvPr>
              <p:cNvSpPr>
                <a:spLocks/>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32">
                <a:extLst>
                  <a:ext uri="{FF2B5EF4-FFF2-40B4-BE49-F238E27FC236}">
                    <a16:creationId xmlns:a16="http://schemas.microsoft.com/office/drawing/2014/main" id="{93F16075-5903-4DB7-8562-F61688DBE77D}"/>
                  </a:ext>
                </a:extLst>
              </p:cNvPr>
              <p:cNvSpPr>
                <a:spLocks/>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33">
                <a:extLst>
                  <a:ext uri="{FF2B5EF4-FFF2-40B4-BE49-F238E27FC236}">
                    <a16:creationId xmlns:a16="http://schemas.microsoft.com/office/drawing/2014/main" id="{F3A91FB7-416A-4C7A-90F3-D46F69F8F339}"/>
                  </a:ext>
                </a:extLst>
              </p:cNvPr>
              <p:cNvSpPr>
                <a:spLocks/>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34">
                <a:extLst>
                  <a:ext uri="{FF2B5EF4-FFF2-40B4-BE49-F238E27FC236}">
                    <a16:creationId xmlns:a16="http://schemas.microsoft.com/office/drawing/2014/main" id="{588A1FCC-1B87-46CF-9754-43B3622B6DEE}"/>
                  </a:ext>
                </a:extLst>
              </p:cNvPr>
              <p:cNvSpPr>
                <a:spLocks/>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46">
                <a:extLst>
                  <a:ext uri="{FF2B5EF4-FFF2-40B4-BE49-F238E27FC236}">
                    <a16:creationId xmlns:a16="http://schemas.microsoft.com/office/drawing/2014/main" id="{11EE62A9-35AC-4816-9A71-2DDCC7F2EE0E}"/>
                  </a:ext>
                </a:extLst>
              </p:cNvPr>
              <p:cNvSpPr>
                <a:spLocks/>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Freeform 47">
                <a:extLst>
                  <a:ext uri="{FF2B5EF4-FFF2-40B4-BE49-F238E27FC236}">
                    <a16:creationId xmlns:a16="http://schemas.microsoft.com/office/drawing/2014/main" id="{72022419-5567-4B8B-98BE-AA0A857BC357}"/>
                  </a:ext>
                </a:extLst>
              </p:cNvPr>
              <p:cNvSpPr>
                <a:spLocks/>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4" name="Freeform 48">
                <a:extLst>
                  <a:ext uri="{FF2B5EF4-FFF2-40B4-BE49-F238E27FC236}">
                    <a16:creationId xmlns:a16="http://schemas.microsoft.com/office/drawing/2014/main" id="{121E887C-3A0E-4470-A7A3-889E88D444DD}"/>
                  </a:ext>
                </a:extLst>
              </p:cNvPr>
              <p:cNvSpPr>
                <a:spLocks/>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5" name="Freeform 49">
                <a:extLst>
                  <a:ext uri="{FF2B5EF4-FFF2-40B4-BE49-F238E27FC236}">
                    <a16:creationId xmlns:a16="http://schemas.microsoft.com/office/drawing/2014/main" id="{01EDFBB4-1BE9-4D63-AF0B-FDEDB6413D9A}"/>
                  </a:ext>
                </a:extLst>
              </p:cNvPr>
              <p:cNvSpPr>
                <a:spLocks/>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6" name="Freeform 50">
                <a:extLst>
                  <a:ext uri="{FF2B5EF4-FFF2-40B4-BE49-F238E27FC236}">
                    <a16:creationId xmlns:a16="http://schemas.microsoft.com/office/drawing/2014/main" id="{726EB6C7-5A3B-42D7-AE4C-094B8AC4DAF7}"/>
                  </a:ext>
                </a:extLst>
              </p:cNvPr>
              <p:cNvSpPr>
                <a:spLocks/>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7" name="Freeform 51">
                <a:extLst>
                  <a:ext uri="{FF2B5EF4-FFF2-40B4-BE49-F238E27FC236}">
                    <a16:creationId xmlns:a16="http://schemas.microsoft.com/office/drawing/2014/main" id="{46C4C01A-61DC-4B59-B1AB-BBA64DF5A550}"/>
                  </a:ext>
                </a:extLst>
              </p:cNvPr>
              <p:cNvSpPr>
                <a:spLocks/>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8" name="Freeform 52">
                <a:extLst>
                  <a:ext uri="{FF2B5EF4-FFF2-40B4-BE49-F238E27FC236}">
                    <a16:creationId xmlns:a16="http://schemas.microsoft.com/office/drawing/2014/main" id="{9FA371B3-AD8F-4A2A-8E4B-8F6B4C586DAF}"/>
                  </a:ext>
                </a:extLst>
              </p:cNvPr>
              <p:cNvSpPr>
                <a:spLocks/>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9" name="Freeform 53">
                <a:extLst>
                  <a:ext uri="{FF2B5EF4-FFF2-40B4-BE49-F238E27FC236}">
                    <a16:creationId xmlns:a16="http://schemas.microsoft.com/office/drawing/2014/main" id="{3ADEE3F1-646A-4C94-86AC-D98E82E9185C}"/>
                  </a:ext>
                </a:extLst>
              </p:cNvPr>
              <p:cNvSpPr>
                <a:spLocks/>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0" name="Freeform 54">
                <a:extLst>
                  <a:ext uri="{FF2B5EF4-FFF2-40B4-BE49-F238E27FC236}">
                    <a16:creationId xmlns:a16="http://schemas.microsoft.com/office/drawing/2014/main" id="{E26315F5-B77F-4512-B124-0509E1FD4A7A}"/>
                  </a:ext>
                </a:extLst>
              </p:cNvPr>
              <p:cNvSpPr>
                <a:spLocks/>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1" name="Freeform 55">
                <a:extLst>
                  <a:ext uri="{FF2B5EF4-FFF2-40B4-BE49-F238E27FC236}">
                    <a16:creationId xmlns:a16="http://schemas.microsoft.com/office/drawing/2014/main" id="{C38FFF2B-93B7-4835-B730-A562BE954F5C}"/>
                  </a:ext>
                </a:extLst>
              </p:cNvPr>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2" name="Freeform 56">
                <a:extLst>
                  <a:ext uri="{FF2B5EF4-FFF2-40B4-BE49-F238E27FC236}">
                    <a16:creationId xmlns:a16="http://schemas.microsoft.com/office/drawing/2014/main" id="{7D0B6862-F7E0-4E8C-B5B7-1932DB284710}"/>
                  </a:ext>
                </a:extLst>
              </p:cNvPr>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3" name="Freeform 57">
                <a:extLst>
                  <a:ext uri="{FF2B5EF4-FFF2-40B4-BE49-F238E27FC236}">
                    <a16:creationId xmlns:a16="http://schemas.microsoft.com/office/drawing/2014/main" id="{637CF132-B016-4737-A832-492C031C52C1}"/>
                  </a:ext>
                </a:extLst>
              </p:cNvPr>
              <p:cNvSpPr>
                <a:spLocks/>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4" name="Freeform 58">
                <a:extLst>
                  <a:ext uri="{FF2B5EF4-FFF2-40B4-BE49-F238E27FC236}">
                    <a16:creationId xmlns:a16="http://schemas.microsoft.com/office/drawing/2014/main" id="{B0CC830D-381B-4D25-BC48-5712BC72E7A5}"/>
                  </a:ext>
                </a:extLst>
              </p:cNvPr>
              <p:cNvSpPr>
                <a:spLocks/>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25" name="文本占位符 65">
            <a:extLst>
              <a:ext uri="{FF2B5EF4-FFF2-40B4-BE49-F238E27FC236}">
                <a16:creationId xmlns:a16="http://schemas.microsoft.com/office/drawing/2014/main" id="{F6CF79A3-92B2-45EB-9B18-4F5F791EE52C}"/>
              </a:ext>
            </a:extLst>
          </p:cNvPr>
          <p:cNvSpPr>
            <a:spLocks noGrp="1"/>
          </p:cNvSpPr>
          <p:nvPr>
            <p:ph type="body" idx="17"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p>
        </p:txBody>
      </p:sp>
    </p:spTree>
    <p:extLst>
      <p:ext uri="{BB962C8B-B14F-4D97-AF65-F5344CB8AC3E}">
        <p14:creationId xmlns:p14="http://schemas.microsoft.com/office/powerpoint/2010/main" val="2351058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单人介绍">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BB8D9212-3DCD-4931-BEBD-FCBF0E87DA8E}"/>
              </a:ext>
            </a:extLst>
          </p:cNvPr>
          <p:cNvSpPr>
            <a:spLocks noGrp="1"/>
          </p:cNvSpPr>
          <p:nvPr>
            <p:ph type="dt" sz="half" idx="10"/>
          </p:nvPr>
        </p:nvSpPr>
        <p:spPr/>
        <p:txBody>
          <a:bodyPr/>
          <a:lstStyle/>
          <a:p>
            <a:fld id="{DD96C455-D181-459A-8014-67AAEFFCA7C2}" type="datetimeFigureOut">
              <a:rPr lang="zh-CN" altLang="en-US" smtClean="0"/>
              <a:t>2025/11/26</a:t>
            </a:fld>
            <a:endParaRPr lang="zh-CN" altLang="en-US"/>
          </a:p>
        </p:txBody>
      </p:sp>
      <p:sp>
        <p:nvSpPr>
          <p:cNvPr id="4" name="页脚占位符 3">
            <a:extLst>
              <a:ext uri="{FF2B5EF4-FFF2-40B4-BE49-F238E27FC236}">
                <a16:creationId xmlns:a16="http://schemas.microsoft.com/office/drawing/2014/main" id="{F0C6CE3E-F628-4DC0-9F26-62D0C37CBED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A04A8A5-53A9-4ABD-967E-C8C64909B2DA}"/>
              </a:ext>
            </a:extLst>
          </p:cNvPr>
          <p:cNvSpPr>
            <a:spLocks noGrp="1"/>
          </p:cNvSpPr>
          <p:nvPr>
            <p:ph type="sldNum" sz="quarter" idx="12"/>
          </p:nvPr>
        </p:nvSpPr>
        <p:spPr/>
        <p:txBody>
          <a:bodyPr/>
          <a:lstStyle/>
          <a:p>
            <a:fld id="{40321020-7931-4610-B95E-80A53469F597}" type="slidenum">
              <a:rPr lang="zh-CN" altLang="en-US" smtClean="0"/>
              <a:t>‹#›</a:t>
            </a:fld>
            <a:endParaRPr lang="zh-CN" altLang="en-US"/>
          </a:p>
        </p:txBody>
      </p:sp>
      <p:grpSp>
        <p:nvGrpSpPr>
          <p:cNvPr id="6" name="组合 5">
            <a:extLst>
              <a:ext uri="{FF2B5EF4-FFF2-40B4-BE49-F238E27FC236}">
                <a16:creationId xmlns:a16="http://schemas.microsoft.com/office/drawing/2014/main" id="{9BF1744D-C5B7-40AE-8F1B-05D3CB39E94F}"/>
              </a:ext>
            </a:extLst>
          </p:cNvPr>
          <p:cNvGrpSpPr/>
          <p:nvPr userDrawn="1"/>
        </p:nvGrpSpPr>
        <p:grpSpPr>
          <a:xfrm>
            <a:off x="399002" y="1086761"/>
            <a:ext cx="4957524" cy="4606485"/>
            <a:chOff x="703035" y="1086761"/>
            <a:chExt cx="4957524" cy="4606485"/>
          </a:xfrm>
        </p:grpSpPr>
        <p:sp>
          <p:nvSpPr>
            <p:cNvPr id="7" name="任意多边形: 形状 6">
              <a:extLst>
                <a:ext uri="{FF2B5EF4-FFF2-40B4-BE49-F238E27FC236}">
                  <a16:creationId xmlns:a16="http://schemas.microsoft.com/office/drawing/2014/main" id="{765761A5-2B5A-4276-B2BC-BEAC27DBE5D0}"/>
                </a:ext>
              </a:extLst>
            </p:cNvPr>
            <p:cNvSpPr/>
            <p:nvPr/>
          </p:nvSpPr>
          <p:spPr>
            <a:xfrm rot="10015880">
              <a:off x="3385211" y="1086761"/>
              <a:ext cx="2275348" cy="4564647"/>
            </a:xfrm>
            <a:custGeom>
              <a:avLst/>
              <a:gdLst>
                <a:gd name="connsiteX0" fmla="*/ 2209501 w 2209501"/>
                <a:gd name="connsiteY0" fmla="*/ 0 h 4432548"/>
                <a:gd name="connsiteX1" fmla="*/ 2209501 w 2209501"/>
                <a:gd name="connsiteY1" fmla="*/ 4432548 h 4432548"/>
                <a:gd name="connsiteX2" fmla="*/ 1989997 w 2209501"/>
                <a:gd name="connsiteY2" fmla="*/ 4421464 h 4432548"/>
                <a:gd name="connsiteX3" fmla="*/ 0 w 2209501"/>
                <a:gd name="connsiteY3" fmla="*/ 2216274 h 4432548"/>
                <a:gd name="connsiteX4" fmla="*/ 1989997 w 2209501"/>
                <a:gd name="connsiteY4" fmla="*/ 11085 h 4432548"/>
                <a:gd name="connsiteX0" fmla="*/ 2209501 w 2211099"/>
                <a:gd name="connsiteY0" fmla="*/ 0 h 4432548"/>
                <a:gd name="connsiteX1" fmla="*/ 2211099 w 2211099"/>
                <a:gd name="connsiteY1" fmla="*/ 2248887 h 4432548"/>
                <a:gd name="connsiteX2" fmla="*/ 2209501 w 2211099"/>
                <a:gd name="connsiteY2" fmla="*/ 4432548 h 4432548"/>
                <a:gd name="connsiteX3" fmla="*/ 1989997 w 2211099"/>
                <a:gd name="connsiteY3" fmla="*/ 4421464 h 4432548"/>
                <a:gd name="connsiteX4" fmla="*/ 0 w 2211099"/>
                <a:gd name="connsiteY4" fmla="*/ 2216274 h 4432548"/>
                <a:gd name="connsiteX5" fmla="*/ 1989997 w 2211099"/>
                <a:gd name="connsiteY5" fmla="*/ 11085 h 4432548"/>
                <a:gd name="connsiteX6" fmla="*/ 2209501 w 2211099"/>
                <a:gd name="connsiteY6" fmla="*/ 0 h 4432548"/>
                <a:gd name="connsiteX0" fmla="*/ 2211099 w 2302539"/>
                <a:gd name="connsiteY0" fmla="*/ 2248887 h 4432548"/>
                <a:gd name="connsiteX1" fmla="*/ 2209501 w 2302539"/>
                <a:gd name="connsiteY1" fmla="*/ 4432548 h 4432548"/>
                <a:gd name="connsiteX2" fmla="*/ 1989997 w 2302539"/>
                <a:gd name="connsiteY2" fmla="*/ 4421464 h 4432548"/>
                <a:gd name="connsiteX3" fmla="*/ 0 w 2302539"/>
                <a:gd name="connsiteY3" fmla="*/ 2216274 h 4432548"/>
                <a:gd name="connsiteX4" fmla="*/ 1989997 w 2302539"/>
                <a:gd name="connsiteY4" fmla="*/ 11085 h 4432548"/>
                <a:gd name="connsiteX5" fmla="*/ 2209501 w 2302539"/>
                <a:gd name="connsiteY5" fmla="*/ 0 h 4432548"/>
                <a:gd name="connsiteX6" fmla="*/ 2302539 w 2302539"/>
                <a:gd name="connsiteY6" fmla="*/ 2340327 h 4432548"/>
                <a:gd name="connsiteX0" fmla="*/ 2211099 w 2211099"/>
                <a:gd name="connsiteY0" fmla="*/ 2248887 h 4432548"/>
                <a:gd name="connsiteX1" fmla="*/ 2209501 w 2211099"/>
                <a:gd name="connsiteY1" fmla="*/ 4432548 h 4432548"/>
                <a:gd name="connsiteX2" fmla="*/ 1989997 w 2211099"/>
                <a:gd name="connsiteY2" fmla="*/ 4421464 h 4432548"/>
                <a:gd name="connsiteX3" fmla="*/ 0 w 2211099"/>
                <a:gd name="connsiteY3" fmla="*/ 2216274 h 4432548"/>
                <a:gd name="connsiteX4" fmla="*/ 1989997 w 2211099"/>
                <a:gd name="connsiteY4" fmla="*/ 11085 h 4432548"/>
                <a:gd name="connsiteX5" fmla="*/ 2209501 w 2211099"/>
                <a:gd name="connsiteY5" fmla="*/ 0 h 4432548"/>
                <a:gd name="connsiteX0" fmla="*/ 2209501 w 2209501"/>
                <a:gd name="connsiteY0" fmla="*/ 4432548 h 4432548"/>
                <a:gd name="connsiteX1" fmla="*/ 1989997 w 2209501"/>
                <a:gd name="connsiteY1" fmla="*/ 4421464 h 4432548"/>
                <a:gd name="connsiteX2" fmla="*/ 0 w 2209501"/>
                <a:gd name="connsiteY2" fmla="*/ 2216274 h 4432548"/>
                <a:gd name="connsiteX3" fmla="*/ 1989997 w 2209501"/>
                <a:gd name="connsiteY3" fmla="*/ 11085 h 4432548"/>
                <a:gd name="connsiteX4" fmla="*/ 2209501 w 2209501"/>
                <a:gd name="connsiteY4" fmla="*/ 0 h 4432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9501" h="4432548">
                  <a:moveTo>
                    <a:pt x="2209501" y="4432548"/>
                  </a:moveTo>
                  <a:lnTo>
                    <a:pt x="1989997" y="4421464"/>
                  </a:lnTo>
                  <a:cubicBezTo>
                    <a:pt x="872246" y="4307950"/>
                    <a:pt x="0" y="3363974"/>
                    <a:pt x="0" y="2216274"/>
                  </a:cubicBezTo>
                  <a:cubicBezTo>
                    <a:pt x="0" y="1068575"/>
                    <a:pt x="872246" y="124599"/>
                    <a:pt x="1989997" y="11085"/>
                  </a:cubicBezTo>
                  <a:lnTo>
                    <a:pt x="2209501"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8" name="组合 7">
              <a:extLst>
                <a:ext uri="{FF2B5EF4-FFF2-40B4-BE49-F238E27FC236}">
                  <a16:creationId xmlns:a16="http://schemas.microsoft.com/office/drawing/2014/main" id="{019C5247-F939-44FB-924E-E42D105D9E5D}"/>
                </a:ext>
              </a:extLst>
            </p:cNvPr>
            <p:cNvGrpSpPr/>
            <p:nvPr/>
          </p:nvGrpSpPr>
          <p:grpSpPr>
            <a:xfrm>
              <a:off x="703035" y="1374365"/>
              <a:ext cx="4837299" cy="4318881"/>
              <a:chOff x="703035" y="1374365"/>
              <a:chExt cx="4837299" cy="4318881"/>
            </a:xfrm>
          </p:grpSpPr>
          <p:sp>
            <p:nvSpPr>
              <p:cNvPr id="10" name="任意多边形: 形状 9">
                <a:extLst>
                  <a:ext uri="{FF2B5EF4-FFF2-40B4-BE49-F238E27FC236}">
                    <a16:creationId xmlns:a16="http://schemas.microsoft.com/office/drawing/2014/main" id="{94AACD51-675E-4447-A4E2-A632F9B3909C}"/>
                  </a:ext>
                </a:extLst>
              </p:cNvPr>
              <p:cNvSpPr/>
              <p:nvPr/>
            </p:nvSpPr>
            <p:spPr>
              <a:xfrm>
                <a:off x="1336624" y="1528777"/>
                <a:ext cx="4164314" cy="4164469"/>
              </a:xfrm>
              <a:custGeom>
                <a:avLst/>
                <a:gdLst>
                  <a:gd name="connsiteX0" fmla="*/ 1310015 w 2619936"/>
                  <a:gd name="connsiteY0" fmla="*/ 0 h 2620034"/>
                  <a:gd name="connsiteX1" fmla="*/ 1310015 w 2619936"/>
                  <a:gd name="connsiteY1" fmla="*/ 1311964 h 2620034"/>
                  <a:gd name="connsiteX2" fmla="*/ 2619936 w 2619936"/>
                  <a:gd name="connsiteY2" fmla="*/ 1311964 h 2620034"/>
                  <a:gd name="connsiteX3" fmla="*/ 2613271 w 2619936"/>
                  <a:gd name="connsiteY3" fmla="*/ 1443959 h 2620034"/>
                  <a:gd name="connsiteX4" fmla="*/ 1310017 w 2619936"/>
                  <a:gd name="connsiteY4" fmla="*/ 2620034 h 2620034"/>
                  <a:gd name="connsiteX5" fmla="*/ 0 w 2619936"/>
                  <a:gd name="connsiteY5" fmla="*/ 1310017 h 2620034"/>
                  <a:gd name="connsiteX6" fmla="*/ 1176076 w 2619936"/>
                  <a:gd name="connsiteY6" fmla="*/ 6764 h 2620034"/>
                  <a:gd name="connsiteX0" fmla="*/ 1310015 w 2619936"/>
                  <a:gd name="connsiteY0" fmla="*/ 1311964 h 2620034"/>
                  <a:gd name="connsiteX1" fmla="*/ 2619936 w 2619936"/>
                  <a:gd name="connsiteY1" fmla="*/ 1311964 h 2620034"/>
                  <a:gd name="connsiteX2" fmla="*/ 2613271 w 2619936"/>
                  <a:gd name="connsiteY2" fmla="*/ 1443959 h 2620034"/>
                  <a:gd name="connsiteX3" fmla="*/ 1310017 w 2619936"/>
                  <a:gd name="connsiteY3" fmla="*/ 2620034 h 2620034"/>
                  <a:gd name="connsiteX4" fmla="*/ 0 w 2619936"/>
                  <a:gd name="connsiteY4" fmla="*/ 1310017 h 2620034"/>
                  <a:gd name="connsiteX5" fmla="*/ 1176076 w 2619936"/>
                  <a:gd name="connsiteY5" fmla="*/ 6764 h 2620034"/>
                  <a:gd name="connsiteX6" fmla="*/ 1310015 w 2619936"/>
                  <a:gd name="connsiteY6" fmla="*/ 0 h 2620034"/>
                  <a:gd name="connsiteX7" fmla="*/ 1401455 w 2619936"/>
                  <a:gd name="connsiteY7" fmla="*/ 1403404 h 2620034"/>
                  <a:gd name="connsiteX0" fmla="*/ 1310015 w 2619936"/>
                  <a:gd name="connsiteY0" fmla="*/ 1311964 h 2620034"/>
                  <a:gd name="connsiteX1" fmla="*/ 2619936 w 2619936"/>
                  <a:gd name="connsiteY1" fmla="*/ 1311964 h 2620034"/>
                  <a:gd name="connsiteX2" fmla="*/ 2613271 w 2619936"/>
                  <a:gd name="connsiteY2" fmla="*/ 1443959 h 2620034"/>
                  <a:gd name="connsiteX3" fmla="*/ 1310017 w 2619936"/>
                  <a:gd name="connsiteY3" fmla="*/ 2620034 h 2620034"/>
                  <a:gd name="connsiteX4" fmla="*/ 0 w 2619936"/>
                  <a:gd name="connsiteY4" fmla="*/ 1310017 h 2620034"/>
                  <a:gd name="connsiteX5" fmla="*/ 1176076 w 2619936"/>
                  <a:gd name="connsiteY5" fmla="*/ 6764 h 2620034"/>
                  <a:gd name="connsiteX6" fmla="*/ 1310015 w 2619936"/>
                  <a:gd name="connsiteY6" fmla="*/ 0 h 2620034"/>
                  <a:gd name="connsiteX0" fmla="*/ 2619936 w 2619936"/>
                  <a:gd name="connsiteY0" fmla="*/ 1311964 h 2620034"/>
                  <a:gd name="connsiteX1" fmla="*/ 2613271 w 2619936"/>
                  <a:gd name="connsiteY1" fmla="*/ 1443959 h 2620034"/>
                  <a:gd name="connsiteX2" fmla="*/ 1310017 w 2619936"/>
                  <a:gd name="connsiteY2" fmla="*/ 2620034 h 2620034"/>
                  <a:gd name="connsiteX3" fmla="*/ 0 w 2619936"/>
                  <a:gd name="connsiteY3" fmla="*/ 1310017 h 2620034"/>
                  <a:gd name="connsiteX4" fmla="*/ 1176076 w 2619936"/>
                  <a:gd name="connsiteY4" fmla="*/ 6764 h 2620034"/>
                  <a:gd name="connsiteX5" fmla="*/ 1310015 w 2619936"/>
                  <a:gd name="connsiteY5" fmla="*/ 0 h 262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936" h="2620034">
                    <a:moveTo>
                      <a:pt x="2619936" y="1311964"/>
                    </a:moveTo>
                    <a:lnTo>
                      <a:pt x="2613271" y="1443959"/>
                    </a:lnTo>
                    <a:cubicBezTo>
                      <a:pt x="2546185" y="2104542"/>
                      <a:pt x="1988300" y="2620034"/>
                      <a:pt x="1310017" y="2620034"/>
                    </a:cubicBezTo>
                    <a:cubicBezTo>
                      <a:pt x="586515" y="2620034"/>
                      <a:pt x="0" y="2033519"/>
                      <a:pt x="0" y="1310017"/>
                    </a:cubicBezTo>
                    <a:cubicBezTo>
                      <a:pt x="0" y="631734"/>
                      <a:pt x="515492" y="73850"/>
                      <a:pt x="1176076" y="6764"/>
                    </a:cubicBezTo>
                    <a:lnTo>
                      <a:pt x="1310015"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椭圆 10">
                <a:extLst>
                  <a:ext uri="{FF2B5EF4-FFF2-40B4-BE49-F238E27FC236}">
                    <a16:creationId xmlns:a16="http://schemas.microsoft.com/office/drawing/2014/main" id="{A0CACCD3-CFED-493C-95DB-9427A42177FA}"/>
                  </a:ext>
                </a:extLst>
              </p:cNvPr>
              <p:cNvSpPr/>
              <p:nvPr/>
            </p:nvSpPr>
            <p:spPr>
              <a:xfrm>
                <a:off x="2801074" y="1374365"/>
                <a:ext cx="97528" cy="975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D2720566-AD26-46F0-BBE9-F51A5747FEFE}"/>
                  </a:ext>
                </a:extLst>
              </p:cNvPr>
              <p:cNvGrpSpPr/>
              <p:nvPr/>
            </p:nvGrpSpPr>
            <p:grpSpPr>
              <a:xfrm>
                <a:off x="703035" y="2791613"/>
                <a:ext cx="2303860" cy="2763395"/>
                <a:chOff x="667909" y="2831346"/>
                <a:chExt cx="2303860" cy="2763395"/>
              </a:xfrm>
            </p:grpSpPr>
            <p:sp>
              <p:nvSpPr>
                <p:cNvPr id="14" name="任意多边形: 形状 13">
                  <a:extLst>
                    <a:ext uri="{FF2B5EF4-FFF2-40B4-BE49-F238E27FC236}">
                      <a16:creationId xmlns:a16="http://schemas.microsoft.com/office/drawing/2014/main" id="{87CB537F-2514-488C-9645-1F6ACEAEBECF}"/>
                    </a:ext>
                  </a:extLst>
                </p:cNvPr>
                <p:cNvSpPr/>
                <p:nvPr/>
              </p:nvSpPr>
              <p:spPr>
                <a:xfrm rot="18225743">
                  <a:off x="682165" y="2817090"/>
                  <a:ext cx="2275348" cy="2303860"/>
                </a:xfrm>
                <a:custGeom>
                  <a:avLst/>
                  <a:gdLst>
                    <a:gd name="connsiteX0" fmla="*/ 2422212 w 2422212"/>
                    <a:gd name="connsiteY0" fmla="*/ 2452564 h 2452564"/>
                    <a:gd name="connsiteX1" fmla="*/ 1086 w 2422212"/>
                    <a:gd name="connsiteY1" fmla="*/ 2452564 h 2452564"/>
                    <a:gd name="connsiteX2" fmla="*/ 0 w 2422212"/>
                    <a:gd name="connsiteY2" fmla="*/ 2429638 h 2452564"/>
                    <a:gd name="connsiteX3" fmla="*/ 2181576 w 2422212"/>
                    <a:gd name="connsiteY3" fmla="*/ 12152 h 2452564"/>
                    <a:gd name="connsiteX4" fmla="*/ 2422212 w 2422212"/>
                    <a:gd name="connsiteY4" fmla="*/ 0 h 2452564"/>
                    <a:gd name="connsiteX0" fmla="*/ 2422212 w 2513652"/>
                    <a:gd name="connsiteY0" fmla="*/ 2452564 h 2544004"/>
                    <a:gd name="connsiteX1" fmla="*/ 1086 w 2513652"/>
                    <a:gd name="connsiteY1" fmla="*/ 2452564 h 2544004"/>
                    <a:gd name="connsiteX2" fmla="*/ 0 w 2513652"/>
                    <a:gd name="connsiteY2" fmla="*/ 2429638 h 2544004"/>
                    <a:gd name="connsiteX3" fmla="*/ 2181576 w 2513652"/>
                    <a:gd name="connsiteY3" fmla="*/ 12152 h 2544004"/>
                    <a:gd name="connsiteX4" fmla="*/ 2422212 w 2513652"/>
                    <a:gd name="connsiteY4" fmla="*/ 0 h 2544004"/>
                    <a:gd name="connsiteX5" fmla="*/ 2513652 w 2513652"/>
                    <a:gd name="connsiteY5" fmla="*/ 2544004 h 2544004"/>
                    <a:gd name="connsiteX0" fmla="*/ 1086 w 2513652"/>
                    <a:gd name="connsiteY0" fmla="*/ 2452564 h 2544004"/>
                    <a:gd name="connsiteX1" fmla="*/ 0 w 2513652"/>
                    <a:gd name="connsiteY1" fmla="*/ 2429638 h 2544004"/>
                    <a:gd name="connsiteX2" fmla="*/ 2181576 w 2513652"/>
                    <a:gd name="connsiteY2" fmla="*/ 12152 h 2544004"/>
                    <a:gd name="connsiteX3" fmla="*/ 2422212 w 2513652"/>
                    <a:gd name="connsiteY3" fmla="*/ 0 h 2544004"/>
                    <a:gd name="connsiteX4" fmla="*/ 2513652 w 2513652"/>
                    <a:gd name="connsiteY4" fmla="*/ 2544004 h 2544004"/>
                    <a:gd name="connsiteX0" fmla="*/ 1086 w 2422212"/>
                    <a:gd name="connsiteY0" fmla="*/ 2452564 h 2452564"/>
                    <a:gd name="connsiteX1" fmla="*/ 0 w 2422212"/>
                    <a:gd name="connsiteY1" fmla="*/ 2429638 h 2452564"/>
                    <a:gd name="connsiteX2" fmla="*/ 2181576 w 2422212"/>
                    <a:gd name="connsiteY2" fmla="*/ 12152 h 2452564"/>
                    <a:gd name="connsiteX3" fmla="*/ 2422212 w 2422212"/>
                    <a:gd name="connsiteY3" fmla="*/ 0 h 2452564"/>
                  </a:gdLst>
                  <a:ahLst/>
                  <a:cxnLst>
                    <a:cxn ang="0">
                      <a:pos x="connsiteX0" y="connsiteY0"/>
                    </a:cxn>
                    <a:cxn ang="0">
                      <a:pos x="connsiteX1" y="connsiteY1"/>
                    </a:cxn>
                    <a:cxn ang="0">
                      <a:pos x="connsiteX2" y="connsiteY2"/>
                    </a:cxn>
                    <a:cxn ang="0">
                      <a:pos x="connsiteX3" y="connsiteY3"/>
                    </a:cxn>
                  </a:cxnLst>
                  <a:rect l="l" t="t" r="r" b="b"/>
                  <a:pathLst>
                    <a:path w="2422212" h="2452564">
                      <a:moveTo>
                        <a:pt x="1086" y="2452564"/>
                      </a:moveTo>
                      <a:lnTo>
                        <a:pt x="0" y="2429638"/>
                      </a:lnTo>
                      <a:cubicBezTo>
                        <a:pt x="0" y="1171448"/>
                        <a:pt x="956218" y="136595"/>
                        <a:pt x="2181576" y="12152"/>
                      </a:cubicBezTo>
                      <a:lnTo>
                        <a:pt x="2422212"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5" name="椭圆 14">
                  <a:extLst>
                    <a:ext uri="{FF2B5EF4-FFF2-40B4-BE49-F238E27FC236}">
                      <a16:creationId xmlns:a16="http://schemas.microsoft.com/office/drawing/2014/main" id="{68899CAF-78A8-4756-B081-66063D7B10E5}"/>
                    </a:ext>
                  </a:extLst>
                </p:cNvPr>
                <p:cNvSpPr/>
                <p:nvPr/>
              </p:nvSpPr>
              <p:spPr>
                <a:xfrm>
                  <a:off x="2079475" y="5497213"/>
                  <a:ext cx="97528" cy="975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椭圆 12">
                <a:extLst>
                  <a:ext uri="{FF2B5EF4-FFF2-40B4-BE49-F238E27FC236}">
                    <a16:creationId xmlns:a16="http://schemas.microsoft.com/office/drawing/2014/main" id="{06333FFF-5688-4F93-9839-C31FDDAB49F9}"/>
                  </a:ext>
                </a:extLst>
              </p:cNvPr>
              <p:cNvSpPr/>
              <p:nvPr/>
            </p:nvSpPr>
            <p:spPr>
              <a:xfrm>
                <a:off x="5442806" y="3611011"/>
                <a:ext cx="97528" cy="975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17" name="图片占位符 16">
            <a:extLst>
              <a:ext uri="{FF2B5EF4-FFF2-40B4-BE49-F238E27FC236}">
                <a16:creationId xmlns:a16="http://schemas.microsoft.com/office/drawing/2014/main" id="{81E97ED8-AB58-4D06-9D80-B989AC3501DA}"/>
              </a:ext>
            </a:extLst>
          </p:cNvPr>
          <p:cNvSpPr>
            <a:spLocks noGrp="1"/>
          </p:cNvSpPr>
          <p:nvPr>
            <p:ph type="pic" sz="quarter" idx="13"/>
          </p:nvPr>
        </p:nvSpPr>
        <p:spPr>
          <a:xfrm>
            <a:off x="1239984" y="1740365"/>
            <a:ext cx="3731695" cy="3731695"/>
          </a:xfrm>
          <a:prstGeom prst="ellipse">
            <a:avLst/>
          </a:prstGeom>
        </p:spPr>
        <p:txBody>
          <a:bodyPr/>
          <a:lstStyle/>
          <a:p>
            <a:endParaRPr lang="zh-CN" altLang="en-US"/>
          </a:p>
        </p:txBody>
      </p:sp>
      <p:grpSp>
        <p:nvGrpSpPr>
          <p:cNvPr id="16" name="组合 15">
            <a:extLst>
              <a:ext uri="{FF2B5EF4-FFF2-40B4-BE49-F238E27FC236}">
                <a16:creationId xmlns:a16="http://schemas.microsoft.com/office/drawing/2014/main" id="{BC7B29BC-2EFB-4898-935D-6555CD278FBF}"/>
              </a:ext>
            </a:extLst>
          </p:cNvPr>
          <p:cNvGrpSpPr/>
          <p:nvPr userDrawn="1"/>
        </p:nvGrpSpPr>
        <p:grpSpPr>
          <a:xfrm rot="169789">
            <a:off x="7333468" y="1757113"/>
            <a:ext cx="5694860" cy="5835138"/>
            <a:chOff x="377825" y="6983413"/>
            <a:chExt cx="5284788" cy="5414962"/>
          </a:xfrm>
          <a:solidFill>
            <a:schemeClr val="accent1">
              <a:alpha val="4000"/>
            </a:schemeClr>
          </a:solidFill>
        </p:grpSpPr>
        <p:sp>
          <p:nvSpPr>
            <p:cNvPr id="18" name="Freeform 19">
              <a:extLst>
                <a:ext uri="{FF2B5EF4-FFF2-40B4-BE49-F238E27FC236}">
                  <a16:creationId xmlns:a16="http://schemas.microsoft.com/office/drawing/2014/main" id="{A8CD631D-865C-4B12-BE50-33850BEE7105}"/>
                </a:ext>
              </a:extLst>
            </p:cNvPr>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9" name="Freeform 20">
              <a:extLst>
                <a:ext uri="{FF2B5EF4-FFF2-40B4-BE49-F238E27FC236}">
                  <a16:creationId xmlns:a16="http://schemas.microsoft.com/office/drawing/2014/main" id="{BDDD1872-3AD5-452B-97E2-AA2D6E61CA43}"/>
                </a:ext>
              </a:extLst>
            </p:cNvPr>
            <p:cNvSpPr>
              <a:spLocks/>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0" name="Freeform 22">
              <a:extLst>
                <a:ext uri="{FF2B5EF4-FFF2-40B4-BE49-F238E27FC236}">
                  <a16:creationId xmlns:a16="http://schemas.microsoft.com/office/drawing/2014/main" id="{18B3E5A3-0E42-4D36-BD1B-5F0FEA71DB3E}"/>
                </a:ext>
              </a:extLst>
            </p:cNvPr>
            <p:cNvSpPr>
              <a:spLocks/>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23">
              <a:extLst>
                <a:ext uri="{FF2B5EF4-FFF2-40B4-BE49-F238E27FC236}">
                  <a16:creationId xmlns:a16="http://schemas.microsoft.com/office/drawing/2014/main" id="{40241421-76BC-4EE5-8C0D-69E50E86F913}"/>
                </a:ext>
              </a:extLst>
            </p:cNvPr>
            <p:cNvSpPr>
              <a:spLocks/>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2" name="Freeform 24">
              <a:extLst>
                <a:ext uri="{FF2B5EF4-FFF2-40B4-BE49-F238E27FC236}">
                  <a16:creationId xmlns:a16="http://schemas.microsoft.com/office/drawing/2014/main" id="{656037F2-C138-40D7-8425-3DCDFC3E7EAD}"/>
                </a:ext>
              </a:extLst>
            </p:cNvPr>
            <p:cNvSpPr>
              <a:spLocks/>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3" name="Freeform 25">
              <a:extLst>
                <a:ext uri="{FF2B5EF4-FFF2-40B4-BE49-F238E27FC236}">
                  <a16:creationId xmlns:a16="http://schemas.microsoft.com/office/drawing/2014/main" id="{9191F881-30AC-4421-8BEF-B3B194959CA9}"/>
                </a:ext>
              </a:extLst>
            </p:cNvPr>
            <p:cNvSpPr>
              <a:spLocks/>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4" name="Freeform 26">
              <a:extLst>
                <a:ext uri="{FF2B5EF4-FFF2-40B4-BE49-F238E27FC236}">
                  <a16:creationId xmlns:a16="http://schemas.microsoft.com/office/drawing/2014/main" id="{9F6EF83B-0289-497A-9AD9-AB91823193D0}"/>
                </a:ext>
              </a:extLst>
            </p:cNvPr>
            <p:cNvSpPr>
              <a:spLocks/>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31">
              <a:extLst>
                <a:ext uri="{FF2B5EF4-FFF2-40B4-BE49-F238E27FC236}">
                  <a16:creationId xmlns:a16="http://schemas.microsoft.com/office/drawing/2014/main" id="{9363C73E-0286-4602-BA4D-8D4F99658DB2}"/>
                </a:ext>
              </a:extLst>
            </p:cNvPr>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33">
              <a:extLst>
                <a:ext uri="{FF2B5EF4-FFF2-40B4-BE49-F238E27FC236}">
                  <a16:creationId xmlns:a16="http://schemas.microsoft.com/office/drawing/2014/main" id="{C67E67C5-5910-4440-B3BC-7B18C08DCCEF}"/>
                </a:ext>
              </a:extLst>
            </p:cNvPr>
            <p:cNvSpPr>
              <a:spLocks/>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35">
              <a:extLst>
                <a:ext uri="{FF2B5EF4-FFF2-40B4-BE49-F238E27FC236}">
                  <a16:creationId xmlns:a16="http://schemas.microsoft.com/office/drawing/2014/main" id="{2720BD37-FD4C-461C-9968-047D06A1F32E}"/>
                </a:ext>
              </a:extLst>
            </p:cNvPr>
            <p:cNvSpPr>
              <a:spLocks/>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36">
              <a:extLst>
                <a:ext uri="{FF2B5EF4-FFF2-40B4-BE49-F238E27FC236}">
                  <a16:creationId xmlns:a16="http://schemas.microsoft.com/office/drawing/2014/main" id="{CEAA37DA-C869-473E-8986-A4E1D6AA450A}"/>
                </a:ext>
              </a:extLst>
            </p:cNvPr>
            <p:cNvSpPr>
              <a:spLocks/>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38">
              <a:extLst>
                <a:ext uri="{FF2B5EF4-FFF2-40B4-BE49-F238E27FC236}">
                  <a16:creationId xmlns:a16="http://schemas.microsoft.com/office/drawing/2014/main" id="{6C3F48E3-5834-4A77-9BE0-C9A98EADB389}"/>
                </a:ext>
              </a:extLst>
            </p:cNvPr>
            <p:cNvSpPr>
              <a:spLocks/>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39">
              <a:extLst>
                <a:ext uri="{FF2B5EF4-FFF2-40B4-BE49-F238E27FC236}">
                  <a16:creationId xmlns:a16="http://schemas.microsoft.com/office/drawing/2014/main" id="{B5CFDC36-05C8-489E-9C6E-56F8CCE3AC6E}"/>
                </a:ext>
              </a:extLst>
            </p:cNvPr>
            <p:cNvSpPr>
              <a:spLocks/>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40">
              <a:extLst>
                <a:ext uri="{FF2B5EF4-FFF2-40B4-BE49-F238E27FC236}">
                  <a16:creationId xmlns:a16="http://schemas.microsoft.com/office/drawing/2014/main" id="{7F51A8DA-DDF1-480B-AB63-403785C7B9FE}"/>
                </a:ext>
              </a:extLst>
            </p:cNvPr>
            <p:cNvSpPr>
              <a:spLocks/>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32" name="文本框 31">
            <a:extLst>
              <a:ext uri="{FF2B5EF4-FFF2-40B4-BE49-F238E27FC236}">
                <a16:creationId xmlns:a16="http://schemas.microsoft.com/office/drawing/2014/main" id="{65517616-C671-4F0E-BD7E-8C6ECCAC1725}"/>
              </a:ext>
            </a:extLst>
          </p:cNvPr>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p>
        </p:txBody>
      </p:sp>
      <p:sp>
        <p:nvSpPr>
          <p:cNvPr id="79" name="矩形: 圆角 78">
            <a:extLst>
              <a:ext uri="{FF2B5EF4-FFF2-40B4-BE49-F238E27FC236}">
                <a16:creationId xmlns:a16="http://schemas.microsoft.com/office/drawing/2014/main" id="{035B8D2A-43A2-4407-A220-A149590E2EF7}"/>
              </a:ext>
            </a:extLst>
          </p:cNvPr>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0" name="组合 79">
            <a:extLst>
              <a:ext uri="{FF2B5EF4-FFF2-40B4-BE49-F238E27FC236}">
                <a16:creationId xmlns:a16="http://schemas.microsoft.com/office/drawing/2014/main" id="{81F51E45-3002-44CF-938B-2F25F6CDD35B}"/>
              </a:ext>
            </a:extLst>
          </p:cNvPr>
          <p:cNvGrpSpPr/>
          <p:nvPr userDrawn="1"/>
        </p:nvGrpSpPr>
        <p:grpSpPr>
          <a:xfrm>
            <a:off x="237423" y="135299"/>
            <a:ext cx="847682" cy="847682"/>
            <a:chOff x="237423" y="135299"/>
            <a:chExt cx="847682" cy="847682"/>
          </a:xfrm>
        </p:grpSpPr>
        <p:sp>
          <p:nvSpPr>
            <p:cNvPr id="81" name="椭圆 80">
              <a:extLst>
                <a:ext uri="{FF2B5EF4-FFF2-40B4-BE49-F238E27FC236}">
                  <a16:creationId xmlns:a16="http://schemas.microsoft.com/office/drawing/2014/main" id="{A2075834-7CF6-49DC-906C-7027DB9B2AA9}"/>
                </a:ext>
              </a:extLst>
            </p:cNvPr>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2" name="组合 81">
              <a:extLst>
                <a:ext uri="{FF2B5EF4-FFF2-40B4-BE49-F238E27FC236}">
                  <a16:creationId xmlns:a16="http://schemas.microsoft.com/office/drawing/2014/main" id="{6513DCB0-0172-446C-9035-63937335E324}"/>
                </a:ext>
              </a:extLst>
            </p:cNvPr>
            <p:cNvGrpSpPr/>
            <p:nvPr/>
          </p:nvGrpSpPr>
          <p:grpSpPr>
            <a:xfrm>
              <a:off x="293735" y="191234"/>
              <a:ext cx="735058" cy="735811"/>
              <a:chOff x="3497262" y="849313"/>
              <a:chExt cx="4651376" cy="4656138"/>
            </a:xfrm>
            <a:solidFill>
              <a:schemeClr val="accent1"/>
            </a:solidFill>
          </p:grpSpPr>
          <p:sp>
            <p:nvSpPr>
              <p:cNvPr id="83" name="Freeform 7">
                <a:extLst>
                  <a:ext uri="{FF2B5EF4-FFF2-40B4-BE49-F238E27FC236}">
                    <a16:creationId xmlns:a16="http://schemas.microsoft.com/office/drawing/2014/main" id="{54379FBD-1B40-4C81-B7C3-A89D5C546C91}"/>
                  </a:ext>
                </a:extLst>
              </p:cNvPr>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Freeform 9">
                <a:extLst>
                  <a:ext uri="{FF2B5EF4-FFF2-40B4-BE49-F238E27FC236}">
                    <a16:creationId xmlns:a16="http://schemas.microsoft.com/office/drawing/2014/main" id="{AEC09464-0138-4C5E-A848-E65478086F1F}"/>
                  </a:ext>
                </a:extLst>
              </p:cNvPr>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Freeform 10">
                <a:extLst>
                  <a:ext uri="{FF2B5EF4-FFF2-40B4-BE49-F238E27FC236}">
                    <a16:creationId xmlns:a16="http://schemas.microsoft.com/office/drawing/2014/main" id="{789E8E97-3F90-4DD1-98BC-19E9638F23E7}"/>
                  </a:ext>
                </a:extLst>
              </p:cNvPr>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11">
                <a:extLst>
                  <a:ext uri="{FF2B5EF4-FFF2-40B4-BE49-F238E27FC236}">
                    <a16:creationId xmlns:a16="http://schemas.microsoft.com/office/drawing/2014/main" id="{C37C9AF7-AF48-45D4-BC05-465450B9C3F9}"/>
                  </a:ext>
                </a:extLst>
              </p:cNvPr>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Freeform 12">
                <a:extLst>
                  <a:ext uri="{FF2B5EF4-FFF2-40B4-BE49-F238E27FC236}">
                    <a16:creationId xmlns:a16="http://schemas.microsoft.com/office/drawing/2014/main" id="{265CAAE2-2227-4638-A6B7-02152031967C}"/>
                  </a:ext>
                </a:extLst>
              </p:cNvPr>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Freeform 13">
                <a:extLst>
                  <a:ext uri="{FF2B5EF4-FFF2-40B4-BE49-F238E27FC236}">
                    <a16:creationId xmlns:a16="http://schemas.microsoft.com/office/drawing/2014/main" id="{245C728B-137A-4FC0-9C2C-2AADCB5DB06A}"/>
                  </a:ext>
                </a:extLst>
              </p:cNvPr>
              <p:cNvSpPr>
                <a:spLocks/>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Freeform 14">
                <a:extLst>
                  <a:ext uri="{FF2B5EF4-FFF2-40B4-BE49-F238E27FC236}">
                    <a16:creationId xmlns:a16="http://schemas.microsoft.com/office/drawing/2014/main" id="{35AE189C-633F-4879-B9AC-FEBAB8DD1668}"/>
                  </a:ext>
                </a:extLst>
              </p:cNvPr>
              <p:cNvSpPr>
                <a:spLocks/>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Freeform 15">
                <a:extLst>
                  <a:ext uri="{FF2B5EF4-FFF2-40B4-BE49-F238E27FC236}">
                    <a16:creationId xmlns:a16="http://schemas.microsoft.com/office/drawing/2014/main" id="{0DE9F9D0-D7F3-4EB3-98F9-2043C46E1BE7}"/>
                  </a:ext>
                </a:extLst>
              </p:cNvPr>
              <p:cNvSpPr>
                <a:spLocks/>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Freeform 16">
                <a:extLst>
                  <a:ext uri="{FF2B5EF4-FFF2-40B4-BE49-F238E27FC236}">
                    <a16:creationId xmlns:a16="http://schemas.microsoft.com/office/drawing/2014/main" id="{B0F6E88D-81B0-46BD-A491-CE05B563D033}"/>
                  </a:ext>
                </a:extLst>
              </p:cNvPr>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17">
                <a:extLst>
                  <a:ext uri="{FF2B5EF4-FFF2-40B4-BE49-F238E27FC236}">
                    <a16:creationId xmlns:a16="http://schemas.microsoft.com/office/drawing/2014/main" id="{EFB5C5B7-B6DD-4B50-9930-25086831FE03}"/>
                  </a:ext>
                </a:extLst>
              </p:cNvPr>
              <p:cNvSpPr>
                <a:spLocks/>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Freeform 18">
                <a:extLst>
                  <a:ext uri="{FF2B5EF4-FFF2-40B4-BE49-F238E27FC236}">
                    <a16:creationId xmlns:a16="http://schemas.microsoft.com/office/drawing/2014/main" id="{3BACE896-075D-45CF-8441-C716D9169B6C}"/>
                  </a:ext>
                </a:extLst>
              </p:cNvPr>
              <p:cNvSpPr>
                <a:spLocks/>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19">
                <a:extLst>
                  <a:ext uri="{FF2B5EF4-FFF2-40B4-BE49-F238E27FC236}">
                    <a16:creationId xmlns:a16="http://schemas.microsoft.com/office/drawing/2014/main" id="{E2F4A89B-6E56-48F5-84E7-1EBB2B41A0E6}"/>
                  </a:ext>
                </a:extLst>
              </p:cNvPr>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20">
                <a:extLst>
                  <a:ext uri="{FF2B5EF4-FFF2-40B4-BE49-F238E27FC236}">
                    <a16:creationId xmlns:a16="http://schemas.microsoft.com/office/drawing/2014/main" id="{6C9F540E-34FB-4102-8FFC-CA87241132CF}"/>
                  </a:ext>
                </a:extLst>
              </p:cNvPr>
              <p:cNvSpPr>
                <a:spLocks/>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21">
                <a:extLst>
                  <a:ext uri="{FF2B5EF4-FFF2-40B4-BE49-F238E27FC236}">
                    <a16:creationId xmlns:a16="http://schemas.microsoft.com/office/drawing/2014/main" id="{833E333D-5631-4C2A-AEDF-627AA1BF02DB}"/>
                  </a:ext>
                </a:extLst>
              </p:cNvPr>
              <p:cNvSpPr>
                <a:spLocks/>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22">
                <a:extLst>
                  <a:ext uri="{FF2B5EF4-FFF2-40B4-BE49-F238E27FC236}">
                    <a16:creationId xmlns:a16="http://schemas.microsoft.com/office/drawing/2014/main" id="{2724BC0C-1A87-4833-A5A8-FAD68175A0F2}"/>
                  </a:ext>
                </a:extLst>
              </p:cNvPr>
              <p:cNvSpPr>
                <a:spLocks/>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23">
                <a:extLst>
                  <a:ext uri="{FF2B5EF4-FFF2-40B4-BE49-F238E27FC236}">
                    <a16:creationId xmlns:a16="http://schemas.microsoft.com/office/drawing/2014/main" id="{B96CF82B-3BE5-4537-A9C7-7C20215E28A9}"/>
                  </a:ext>
                </a:extLst>
              </p:cNvPr>
              <p:cNvSpPr>
                <a:spLocks/>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24">
                <a:extLst>
                  <a:ext uri="{FF2B5EF4-FFF2-40B4-BE49-F238E27FC236}">
                    <a16:creationId xmlns:a16="http://schemas.microsoft.com/office/drawing/2014/main" id="{F7568CF8-8451-4548-97C9-560C775D7CDE}"/>
                  </a:ext>
                </a:extLst>
              </p:cNvPr>
              <p:cNvSpPr>
                <a:spLocks/>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Freeform 25">
                <a:extLst>
                  <a:ext uri="{FF2B5EF4-FFF2-40B4-BE49-F238E27FC236}">
                    <a16:creationId xmlns:a16="http://schemas.microsoft.com/office/drawing/2014/main" id="{8FFD4888-CD80-4838-8FCC-274A2A3FE7DC}"/>
                  </a:ext>
                </a:extLst>
              </p:cNvPr>
              <p:cNvSpPr>
                <a:spLocks/>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26">
                <a:extLst>
                  <a:ext uri="{FF2B5EF4-FFF2-40B4-BE49-F238E27FC236}">
                    <a16:creationId xmlns:a16="http://schemas.microsoft.com/office/drawing/2014/main" id="{F23A028B-60D1-4DC9-B53C-88CFE039CD1B}"/>
                  </a:ext>
                </a:extLst>
              </p:cNvPr>
              <p:cNvSpPr>
                <a:spLocks/>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Freeform 27">
                <a:extLst>
                  <a:ext uri="{FF2B5EF4-FFF2-40B4-BE49-F238E27FC236}">
                    <a16:creationId xmlns:a16="http://schemas.microsoft.com/office/drawing/2014/main" id="{46806C70-31E5-4A59-ACAF-A9397D4C0978}"/>
                  </a:ext>
                </a:extLst>
              </p:cNvPr>
              <p:cNvSpPr>
                <a:spLocks/>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28">
                <a:extLst>
                  <a:ext uri="{FF2B5EF4-FFF2-40B4-BE49-F238E27FC236}">
                    <a16:creationId xmlns:a16="http://schemas.microsoft.com/office/drawing/2014/main" id="{42067DC2-839F-4D21-8271-487B4B7BC5EE}"/>
                  </a:ext>
                </a:extLst>
              </p:cNvPr>
              <p:cNvSpPr>
                <a:spLocks/>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29">
                <a:extLst>
                  <a:ext uri="{FF2B5EF4-FFF2-40B4-BE49-F238E27FC236}">
                    <a16:creationId xmlns:a16="http://schemas.microsoft.com/office/drawing/2014/main" id="{CC961280-6D51-41BD-9904-9B9C59B2E132}"/>
                  </a:ext>
                </a:extLst>
              </p:cNvPr>
              <p:cNvSpPr>
                <a:spLocks/>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30">
                <a:extLst>
                  <a:ext uri="{FF2B5EF4-FFF2-40B4-BE49-F238E27FC236}">
                    <a16:creationId xmlns:a16="http://schemas.microsoft.com/office/drawing/2014/main" id="{726FCAA5-C384-47B2-BA6F-D8040E2C650F}"/>
                  </a:ext>
                </a:extLst>
              </p:cNvPr>
              <p:cNvSpPr>
                <a:spLocks/>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31">
                <a:extLst>
                  <a:ext uri="{FF2B5EF4-FFF2-40B4-BE49-F238E27FC236}">
                    <a16:creationId xmlns:a16="http://schemas.microsoft.com/office/drawing/2014/main" id="{278E199E-2982-4E5B-99AF-795D3C20AB2A}"/>
                  </a:ext>
                </a:extLst>
              </p:cNvPr>
              <p:cNvSpPr>
                <a:spLocks/>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Freeform 32">
                <a:extLst>
                  <a:ext uri="{FF2B5EF4-FFF2-40B4-BE49-F238E27FC236}">
                    <a16:creationId xmlns:a16="http://schemas.microsoft.com/office/drawing/2014/main" id="{083E4AFF-503E-4375-8663-9C19CB98758D}"/>
                  </a:ext>
                </a:extLst>
              </p:cNvPr>
              <p:cNvSpPr>
                <a:spLocks/>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33">
                <a:extLst>
                  <a:ext uri="{FF2B5EF4-FFF2-40B4-BE49-F238E27FC236}">
                    <a16:creationId xmlns:a16="http://schemas.microsoft.com/office/drawing/2014/main" id="{257034F5-A5CE-4867-B766-CEAF5FDF19E0}"/>
                  </a:ext>
                </a:extLst>
              </p:cNvPr>
              <p:cNvSpPr>
                <a:spLocks/>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34">
                <a:extLst>
                  <a:ext uri="{FF2B5EF4-FFF2-40B4-BE49-F238E27FC236}">
                    <a16:creationId xmlns:a16="http://schemas.microsoft.com/office/drawing/2014/main" id="{B677324F-5B8A-40C4-8391-10536492A417}"/>
                  </a:ext>
                </a:extLst>
              </p:cNvPr>
              <p:cNvSpPr>
                <a:spLocks/>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46">
                <a:extLst>
                  <a:ext uri="{FF2B5EF4-FFF2-40B4-BE49-F238E27FC236}">
                    <a16:creationId xmlns:a16="http://schemas.microsoft.com/office/drawing/2014/main" id="{33C5FBA6-8425-41A9-BB6D-6D07D770B9B1}"/>
                  </a:ext>
                </a:extLst>
              </p:cNvPr>
              <p:cNvSpPr>
                <a:spLocks/>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47">
                <a:extLst>
                  <a:ext uri="{FF2B5EF4-FFF2-40B4-BE49-F238E27FC236}">
                    <a16:creationId xmlns:a16="http://schemas.microsoft.com/office/drawing/2014/main" id="{1EAEC72F-212E-446C-AC8E-51B5AAE56696}"/>
                  </a:ext>
                </a:extLst>
              </p:cNvPr>
              <p:cNvSpPr>
                <a:spLocks/>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48">
                <a:extLst>
                  <a:ext uri="{FF2B5EF4-FFF2-40B4-BE49-F238E27FC236}">
                    <a16:creationId xmlns:a16="http://schemas.microsoft.com/office/drawing/2014/main" id="{D50BB0F3-91EE-4F6E-9DEB-F28A167C0917}"/>
                  </a:ext>
                </a:extLst>
              </p:cNvPr>
              <p:cNvSpPr>
                <a:spLocks/>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Freeform 49">
                <a:extLst>
                  <a:ext uri="{FF2B5EF4-FFF2-40B4-BE49-F238E27FC236}">
                    <a16:creationId xmlns:a16="http://schemas.microsoft.com/office/drawing/2014/main" id="{047F238E-6F04-470C-82C7-C3232EF59302}"/>
                  </a:ext>
                </a:extLst>
              </p:cNvPr>
              <p:cNvSpPr>
                <a:spLocks/>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4" name="Freeform 50">
                <a:extLst>
                  <a:ext uri="{FF2B5EF4-FFF2-40B4-BE49-F238E27FC236}">
                    <a16:creationId xmlns:a16="http://schemas.microsoft.com/office/drawing/2014/main" id="{F35DFDBF-6605-4D02-9DCA-56168E3C5052}"/>
                  </a:ext>
                </a:extLst>
              </p:cNvPr>
              <p:cNvSpPr>
                <a:spLocks/>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5" name="Freeform 51">
                <a:extLst>
                  <a:ext uri="{FF2B5EF4-FFF2-40B4-BE49-F238E27FC236}">
                    <a16:creationId xmlns:a16="http://schemas.microsoft.com/office/drawing/2014/main" id="{90CCF1FE-F9BC-445B-B66C-213050E2C6AC}"/>
                  </a:ext>
                </a:extLst>
              </p:cNvPr>
              <p:cNvSpPr>
                <a:spLocks/>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6" name="Freeform 52">
                <a:extLst>
                  <a:ext uri="{FF2B5EF4-FFF2-40B4-BE49-F238E27FC236}">
                    <a16:creationId xmlns:a16="http://schemas.microsoft.com/office/drawing/2014/main" id="{D905DB53-A024-4886-ACAE-105074A95981}"/>
                  </a:ext>
                </a:extLst>
              </p:cNvPr>
              <p:cNvSpPr>
                <a:spLocks/>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7" name="Freeform 53">
                <a:extLst>
                  <a:ext uri="{FF2B5EF4-FFF2-40B4-BE49-F238E27FC236}">
                    <a16:creationId xmlns:a16="http://schemas.microsoft.com/office/drawing/2014/main" id="{AEA2733B-C491-413B-9F77-12194F2518BE}"/>
                  </a:ext>
                </a:extLst>
              </p:cNvPr>
              <p:cNvSpPr>
                <a:spLocks/>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8" name="Freeform 54">
                <a:extLst>
                  <a:ext uri="{FF2B5EF4-FFF2-40B4-BE49-F238E27FC236}">
                    <a16:creationId xmlns:a16="http://schemas.microsoft.com/office/drawing/2014/main" id="{C5573E1C-CC07-42B3-8560-71EDBB4AE005}"/>
                  </a:ext>
                </a:extLst>
              </p:cNvPr>
              <p:cNvSpPr>
                <a:spLocks/>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9" name="Freeform 55">
                <a:extLst>
                  <a:ext uri="{FF2B5EF4-FFF2-40B4-BE49-F238E27FC236}">
                    <a16:creationId xmlns:a16="http://schemas.microsoft.com/office/drawing/2014/main" id="{1C624D3D-4DBD-4AF7-AC6F-E17D0ED28F73}"/>
                  </a:ext>
                </a:extLst>
              </p:cNvPr>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0" name="Freeform 56">
                <a:extLst>
                  <a:ext uri="{FF2B5EF4-FFF2-40B4-BE49-F238E27FC236}">
                    <a16:creationId xmlns:a16="http://schemas.microsoft.com/office/drawing/2014/main" id="{E164F06B-EDA0-41A2-AF5E-DB23B82EE88D}"/>
                  </a:ext>
                </a:extLst>
              </p:cNvPr>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1" name="Freeform 57">
                <a:extLst>
                  <a:ext uri="{FF2B5EF4-FFF2-40B4-BE49-F238E27FC236}">
                    <a16:creationId xmlns:a16="http://schemas.microsoft.com/office/drawing/2014/main" id="{A74A5B77-777E-41BC-8226-CD1747C014EF}"/>
                  </a:ext>
                </a:extLst>
              </p:cNvPr>
              <p:cNvSpPr>
                <a:spLocks/>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2" name="Freeform 58">
                <a:extLst>
                  <a:ext uri="{FF2B5EF4-FFF2-40B4-BE49-F238E27FC236}">
                    <a16:creationId xmlns:a16="http://schemas.microsoft.com/office/drawing/2014/main" id="{FE43F964-C3BF-402E-850B-BBEBB8BB8D4D}"/>
                  </a:ext>
                </a:extLst>
              </p:cNvPr>
              <p:cNvSpPr>
                <a:spLocks/>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23" name="文本占位符 65">
            <a:extLst>
              <a:ext uri="{FF2B5EF4-FFF2-40B4-BE49-F238E27FC236}">
                <a16:creationId xmlns:a16="http://schemas.microsoft.com/office/drawing/2014/main" id="{DA6439BD-1319-42E7-98A9-1FEA02E6A1A2}"/>
              </a:ext>
            </a:extLst>
          </p:cNvPr>
          <p:cNvSpPr>
            <a:spLocks noGrp="1"/>
          </p:cNvSpPr>
          <p:nvPr>
            <p:ph type="body" idx="14"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p>
        </p:txBody>
      </p:sp>
    </p:spTree>
    <p:extLst>
      <p:ext uri="{BB962C8B-B14F-4D97-AF65-F5344CB8AC3E}">
        <p14:creationId xmlns:p14="http://schemas.microsoft.com/office/powerpoint/2010/main" val="38995689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双人介绍">
    <p:spTree>
      <p:nvGrpSpPr>
        <p:cNvPr id="1" name=""/>
        <p:cNvGrpSpPr/>
        <p:nvPr/>
      </p:nvGrpSpPr>
      <p:grpSpPr>
        <a:xfrm>
          <a:off x="0" y="0"/>
          <a:ext cx="0" cy="0"/>
          <a:chOff x="0" y="0"/>
          <a:chExt cx="0" cy="0"/>
        </a:xfrm>
      </p:grpSpPr>
      <p:grpSp>
        <p:nvGrpSpPr>
          <p:cNvPr id="19" name="组合 18">
            <a:extLst>
              <a:ext uri="{FF2B5EF4-FFF2-40B4-BE49-F238E27FC236}">
                <a16:creationId xmlns:a16="http://schemas.microsoft.com/office/drawing/2014/main" id="{E6AFB2F1-50F3-4A88-875A-A4CBB56723FC}"/>
              </a:ext>
            </a:extLst>
          </p:cNvPr>
          <p:cNvGrpSpPr/>
          <p:nvPr userDrawn="1"/>
        </p:nvGrpSpPr>
        <p:grpSpPr>
          <a:xfrm rot="169789">
            <a:off x="7333468" y="1757113"/>
            <a:ext cx="5694860" cy="5835138"/>
            <a:chOff x="377825" y="6983413"/>
            <a:chExt cx="5284788" cy="5414962"/>
          </a:xfrm>
          <a:solidFill>
            <a:schemeClr val="accent1">
              <a:alpha val="4000"/>
            </a:schemeClr>
          </a:solidFill>
        </p:grpSpPr>
        <p:sp>
          <p:nvSpPr>
            <p:cNvPr id="20" name="Freeform 19">
              <a:extLst>
                <a:ext uri="{FF2B5EF4-FFF2-40B4-BE49-F238E27FC236}">
                  <a16:creationId xmlns:a16="http://schemas.microsoft.com/office/drawing/2014/main" id="{8F92E488-E117-4FA0-8338-0061F7FE943B}"/>
                </a:ext>
              </a:extLst>
            </p:cNvPr>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20">
              <a:extLst>
                <a:ext uri="{FF2B5EF4-FFF2-40B4-BE49-F238E27FC236}">
                  <a16:creationId xmlns:a16="http://schemas.microsoft.com/office/drawing/2014/main" id="{DFCE4918-A96B-427E-8510-572712F198D7}"/>
                </a:ext>
              </a:extLst>
            </p:cNvPr>
            <p:cNvSpPr>
              <a:spLocks/>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2" name="Freeform 22">
              <a:extLst>
                <a:ext uri="{FF2B5EF4-FFF2-40B4-BE49-F238E27FC236}">
                  <a16:creationId xmlns:a16="http://schemas.microsoft.com/office/drawing/2014/main" id="{D0BD6987-792C-4AFE-96FF-3D932E069660}"/>
                </a:ext>
              </a:extLst>
            </p:cNvPr>
            <p:cNvSpPr>
              <a:spLocks/>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3" name="Freeform 23">
              <a:extLst>
                <a:ext uri="{FF2B5EF4-FFF2-40B4-BE49-F238E27FC236}">
                  <a16:creationId xmlns:a16="http://schemas.microsoft.com/office/drawing/2014/main" id="{2C583795-5E83-4D06-A9CA-4DFA5ACACDA5}"/>
                </a:ext>
              </a:extLst>
            </p:cNvPr>
            <p:cNvSpPr>
              <a:spLocks/>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4" name="Freeform 24">
              <a:extLst>
                <a:ext uri="{FF2B5EF4-FFF2-40B4-BE49-F238E27FC236}">
                  <a16:creationId xmlns:a16="http://schemas.microsoft.com/office/drawing/2014/main" id="{714FC9DD-229B-4403-827D-5DCABBB886D0}"/>
                </a:ext>
              </a:extLst>
            </p:cNvPr>
            <p:cNvSpPr>
              <a:spLocks/>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25">
              <a:extLst>
                <a:ext uri="{FF2B5EF4-FFF2-40B4-BE49-F238E27FC236}">
                  <a16:creationId xmlns:a16="http://schemas.microsoft.com/office/drawing/2014/main" id="{A92BCBA2-B09C-4DFC-BD47-0AD5D4E85CED}"/>
                </a:ext>
              </a:extLst>
            </p:cNvPr>
            <p:cNvSpPr>
              <a:spLocks/>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26">
              <a:extLst>
                <a:ext uri="{FF2B5EF4-FFF2-40B4-BE49-F238E27FC236}">
                  <a16:creationId xmlns:a16="http://schemas.microsoft.com/office/drawing/2014/main" id="{B715171A-5531-4011-9D02-8ADBAC29347A}"/>
                </a:ext>
              </a:extLst>
            </p:cNvPr>
            <p:cNvSpPr>
              <a:spLocks/>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31">
              <a:extLst>
                <a:ext uri="{FF2B5EF4-FFF2-40B4-BE49-F238E27FC236}">
                  <a16:creationId xmlns:a16="http://schemas.microsoft.com/office/drawing/2014/main" id="{C04E03F7-86FD-44DB-A01D-1532DE22E15A}"/>
                </a:ext>
              </a:extLst>
            </p:cNvPr>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33">
              <a:extLst>
                <a:ext uri="{FF2B5EF4-FFF2-40B4-BE49-F238E27FC236}">
                  <a16:creationId xmlns:a16="http://schemas.microsoft.com/office/drawing/2014/main" id="{7F9B46B0-86F5-4505-B3BA-F46133EFD2CD}"/>
                </a:ext>
              </a:extLst>
            </p:cNvPr>
            <p:cNvSpPr>
              <a:spLocks/>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35">
              <a:extLst>
                <a:ext uri="{FF2B5EF4-FFF2-40B4-BE49-F238E27FC236}">
                  <a16:creationId xmlns:a16="http://schemas.microsoft.com/office/drawing/2014/main" id="{19F3356C-2371-46A5-BF9F-04F3443EF60A}"/>
                </a:ext>
              </a:extLst>
            </p:cNvPr>
            <p:cNvSpPr>
              <a:spLocks/>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36">
              <a:extLst>
                <a:ext uri="{FF2B5EF4-FFF2-40B4-BE49-F238E27FC236}">
                  <a16:creationId xmlns:a16="http://schemas.microsoft.com/office/drawing/2014/main" id="{105CEDF0-A180-4613-B968-212F57F147E6}"/>
                </a:ext>
              </a:extLst>
            </p:cNvPr>
            <p:cNvSpPr>
              <a:spLocks/>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38">
              <a:extLst>
                <a:ext uri="{FF2B5EF4-FFF2-40B4-BE49-F238E27FC236}">
                  <a16:creationId xmlns:a16="http://schemas.microsoft.com/office/drawing/2014/main" id="{A50891E9-CB53-455B-809D-93E038FA6B55}"/>
                </a:ext>
              </a:extLst>
            </p:cNvPr>
            <p:cNvSpPr>
              <a:spLocks/>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2" name="Freeform 39">
              <a:extLst>
                <a:ext uri="{FF2B5EF4-FFF2-40B4-BE49-F238E27FC236}">
                  <a16:creationId xmlns:a16="http://schemas.microsoft.com/office/drawing/2014/main" id="{0DC2F24F-3905-45E2-8014-EF2847D4DE72}"/>
                </a:ext>
              </a:extLst>
            </p:cNvPr>
            <p:cNvSpPr>
              <a:spLocks/>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3" name="Freeform 40">
              <a:extLst>
                <a:ext uri="{FF2B5EF4-FFF2-40B4-BE49-F238E27FC236}">
                  <a16:creationId xmlns:a16="http://schemas.microsoft.com/office/drawing/2014/main" id="{7BEC0843-6264-4CD8-ACA0-B825B24BE85C}"/>
                </a:ext>
              </a:extLst>
            </p:cNvPr>
            <p:cNvSpPr>
              <a:spLocks/>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3" name="日期占位符 2">
            <a:extLst>
              <a:ext uri="{FF2B5EF4-FFF2-40B4-BE49-F238E27FC236}">
                <a16:creationId xmlns:a16="http://schemas.microsoft.com/office/drawing/2014/main" id="{8D78DC04-DFD2-4009-A81D-7DEF86ABF1E2}"/>
              </a:ext>
            </a:extLst>
          </p:cNvPr>
          <p:cNvSpPr>
            <a:spLocks noGrp="1"/>
          </p:cNvSpPr>
          <p:nvPr>
            <p:ph type="dt" sz="half" idx="10"/>
          </p:nvPr>
        </p:nvSpPr>
        <p:spPr/>
        <p:txBody>
          <a:bodyPr/>
          <a:lstStyle/>
          <a:p>
            <a:fld id="{DD96C455-D181-459A-8014-67AAEFFCA7C2}" type="datetimeFigureOut">
              <a:rPr lang="zh-CN" altLang="en-US" smtClean="0"/>
              <a:t>2025/11/26</a:t>
            </a:fld>
            <a:endParaRPr lang="zh-CN" altLang="en-US"/>
          </a:p>
        </p:txBody>
      </p:sp>
      <p:sp>
        <p:nvSpPr>
          <p:cNvPr id="4" name="页脚占位符 3">
            <a:extLst>
              <a:ext uri="{FF2B5EF4-FFF2-40B4-BE49-F238E27FC236}">
                <a16:creationId xmlns:a16="http://schemas.microsoft.com/office/drawing/2014/main" id="{FC6A0355-C186-4732-8E35-F9B915A270F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E6BA42A-F6F7-40C7-8197-1C3F36684A6C}"/>
              </a:ext>
            </a:extLst>
          </p:cNvPr>
          <p:cNvSpPr>
            <a:spLocks noGrp="1"/>
          </p:cNvSpPr>
          <p:nvPr>
            <p:ph type="sldNum" sz="quarter" idx="12"/>
          </p:nvPr>
        </p:nvSpPr>
        <p:spPr/>
        <p:txBody>
          <a:bodyPr/>
          <a:lstStyle/>
          <a:p>
            <a:fld id="{40321020-7931-4610-B95E-80A53469F597}" type="slidenum">
              <a:rPr lang="zh-CN" altLang="en-US" smtClean="0"/>
              <a:t>‹#›</a:t>
            </a:fld>
            <a:endParaRPr lang="zh-CN" altLang="en-US"/>
          </a:p>
        </p:txBody>
      </p:sp>
      <p:sp>
        <p:nvSpPr>
          <p:cNvPr id="6" name="矩形: 圆角 5">
            <a:extLst>
              <a:ext uri="{FF2B5EF4-FFF2-40B4-BE49-F238E27FC236}">
                <a16:creationId xmlns:a16="http://schemas.microsoft.com/office/drawing/2014/main" id="{EE37D6DB-F08F-4C14-8056-BCC83AF889A9}"/>
              </a:ext>
            </a:extLst>
          </p:cNvPr>
          <p:cNvSpPr/>
          <p:nvPr userDrawn="1"/>
        </p:nvSpPr>
        <p:spPr>
          <a:xfrm>
            <a:off x="689270" y="1262131"/>
            <a:ext cx="10842684" cy="2286000"/>
          </a:xfrm>
          <a:prstGeom prst="roundRect">
            <a:avLst>
              <a:gd name="adj" fmla="val 50000"/>
            </a:avLst>
          </a:prstGeom>
          <a:solidFill>
            <a:schemeClr val="bg1">
              <a:lumMod val="9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9644A2B7-DCD1-4695-AE9C-FD0D20560445}"/>
              </a:ext>
            </a:extLst>
          </p:cNvPr>
          <p:cNvSpPr/>
          <p:nvPr userDrawn="1"/>
        </p:nvSpPr>
        <p:spPr>
          <a:xfrm>
            <a:off x="689270" y="3726269"/>
            <a:ext cx="10842684" cy="2286000"/>
          </a:xfrm>
          <a:prstGeom prst="roundRect">
            <a:avLst>
              <a:gd name="adj" fmla="val 50000"/>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图片占位符 16">
            <a:extLst>
              <a:ext uri="{FF2B5EF4-FFF2-40B4-BE49-F238E27FC236}">
                <a16:creationId xmlns:a16="http://schemas.microsoft.com/office/drawing/2014/main" id="{53D80B27-EF4A-442F-8B99-161E4C9612C3}"/>
              </a:ext>
            </a:extLst>
          </p:cNvPr>
          <p:cNvSpPr>
            <a:spLocks noGrp="1"/>
          </p:cNvSpPr>
          <p:nvPr>
            <p:ph type="pic" sz="quarter" idx="13"/>
          </p:nvPr>
        </p:nvSpPr>
        <p:spPr>
          <a:xfrm>
            <a:off x="819151" y="1376166"/>
            <a:ext cx="2052066" cy="2052834"/>
          </a:xfrm>
          <a:prstGeom prst="ellipse">
            <a:avLst/>
          </a:prstGeom>
        </p:spPr>
        <p:txBody>
          <a:bodyPr/>
          <a:lstStyle/>
          <a:p>
            <a:endParaRPr lang="zh-CN" altLang="en-US"/>
          </a:p>
        </p:txBody>
      </p:sp>
      <p:sp>
        <p:nvSpPr>
          <p:cNvPr id="18" name="图片占位符 16">
            <a:extLst>
              <a:ext uri="{FF2B5EF4-FFF2-40B4-BE49-F238E27FC236}">
                <a16:creationId xmlns:a16="http://schemas.microsoft.com/office/drawing/2014/main" id="{B35CDC35-D144-4500-A489-A85565087D64}"/>
              </a:ext>
            </a:extLst>
          </p:cNvPr>
          <p:cNvSpPr>
            <a:spLocks noGrp="1"/>
          </p:cNvSpPr>
          <p:nvPr>
            <p:ph type="pic" sz="quarter" idx="14"/>
          </p:nvPr>
        </p:nvSpPr>
        <p:spPr>
          <a:xfrm flipH="1">
            <a:off x="9344050" y="3851644"/>
            <a:ext cx="2052066" cy="2052834"/>
          </a:xfrm>
          <a:prstGeom prst="ellipse">
            <a:avLst/>
          </a:prstGeom>
        </p:spPr>
        <p:txBody>
          <a:bodyPr/>
          <a:lstStyle/>
          <a:p>
            <a:endParaRPr lang="zh-CN" altLang="en-US"/>
          </a:p>
        </p:txBody>
      </p:sp>
      <p:sp>
        <p:nvSpPr>
          <p:cNvPr id="34" name="文本框 33">
            <a:extLst>
              <a:ext uri="{FF2B5EF4-FFF2-40B4-BE49-F238E27FC236}">
                <a16:creationId xmlns:a16="http://schemas.microsoft.com/office/drawing/2014/main" id="{B50BBC86-1EB7-418E-A96B-70D29C1F4FD2}"/>
              </a:ext>
            </a:extLst>
          </p:cNvPr>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p>
        </p:txBody>
      </p:sp>
      <p:sp>
        <p:nvSpPr>
          <p:cNvPr id="81" name="矩形: 圆角 80">
            <a:extLst>
              <a:ext uri="{FF2B5EF4-FFF2-40B4-BE49-F238E27FC236}">
                <a16:creationId xmlns:a16="http://schemas.microsoft.com/office/drawing/2014/main" id="{DD033D8C-FD83-4935-8519-727E3F185A28}"/>
              </a:ext>
            </a:extLst>
          </p:cNvPr>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2" name="组合 81">
            <a:extLst>
              <a:ext uri="{FF2B5EF4-FFF2-40B4-BE49-F238E27FC236}">
                <a16:creationId xmlns:a16="http://schemas.microsoft.com/office/drawing/2014/main" id="{A0FBFC7E-BE3F-4FC8-89B1-658D05DBB580}"/>
              </a:ext>
            </a:extLst>
          </p:cNvPr>
          <p:cNvGrpSpPr/>
          <p:nvPr userDrawn="1"/>
        </p:nvGrpSpPr>
        <p:grpSpPr>
          <a:xfrm>
            <a:off x="237423" y="135299"/>
            <a:ext cx="847682" cy="847682"/>
            <a:chOff x="237423" y="135299"/>
            <a:chExt cx="847682" cy="847682"/>
          </a:xfrm>
        </p:grpSpPr>
        <p:sp>
          <p:nvSpPr>
            <p:cNvPr id="83" name="椭圆 82">
              <a:extLst>
                <a:ext uri="{FF2B5EF4-FFF2-40B4-BE49-F238E27FC236}">
                  <a16:creationId xmlns:a16="http://schemas.microsoft.com/office/drawing/2014/main" id="{6E3E64F9-E9EF-4745-B440-D23424BB8703}"/>
                </a:ext>
              </a:extLst>
            </p:cNvPr>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4" name="组合 83">
              <a:extLst>
                <a:ext uri="{FF2B5EF4-FFF2-40B4-BE49-F238E27FC236}">
                  <a16:creationId xmlns:a16="http://schemas.microsoft.com/office/drawing/2014/main" id="{6C87D0BF-D3EC-4964-AF60-3D1F1D7D4077}"/>
                </a:ext>
              </a:extLst>
            </p:cNvPr>
            <p:cNvGrpSpPr/>
            <p:nvPr/>
          </p:nvGrpSpPr>
          <p:grpSpPr>
            <a:xfrm>
              <a:off x="293735" y="191234"/>
              <a:ext cx="735058" cy="735811"/>
              <a:chOff x="3497262" y="849313"/>
              <a:chExt cx="4651376" cy="4656138"/>
            </a:xfrm>
            <a:solidFill>
              <a:schemeClr val="accent1"/>
            </a:solidFill>
          </p:grpSpPr>
          <p:sp>
            <p:nvSpPr>
              <p:cNvPr id="85" name="Freeform 7">
                <a:extLst>
                  <a:ext uri="{FF2B5EF4-FFF2-40B4-BE49-F238E27FC236}">
                    <a16:creationId xmlns:a16="http://schemas.microsoft.com/office/drawing/2014/main" id="{0FAA630A-25F4-4E39-8A46-B5756EBEC878}"/>
                  </a:ext>
                </a:extLst>
              </p:cNvPr>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9">
                <a:extLst>
                  <a:ext uri="{FF2B5EF4-FFF2-40B4-BE49-F238E27FC236}">
                    <a16:creationId xmlns:a16="http://schemas.microsoft.com/office/drawing/2014/main" id="{CB9FC382-D315-4926-BC19-CB3655A574E4}"/>
                  </a:ext>
                </a:extLst>
              </p:cNvPr>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Freeform 10">
                <a:extLst>
                  <a:ext uri="{FF2B5EF4-FFF2-40B4-BE49-F238E27FC236}">
                    <a16:creationId xmlns:a16="http://schemas.microsoft.com/office/drawing/2014/main" id="{2EF4FA44-18DD-44BC-85A1-FF62232953C4}"/>
                  </a:ext>
                </a:extLst>
              </p:cNvPr>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Freeform 11">
                <a:extLst>
                  <a:ext uri="{FF2B5EF4-FFF2-40B4-BE49-F238E27FC236}">
                    <a16:creationId xmlns:a16="http://schemas.microsoft.com/office/drawing/2014/main" id="{2C8D4B72-88A0-4DCC-A8DF-6EA1318A331A}"/>
                  </a:ext>
                </a:extLst>
              </p:cNvPr>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Freeform 12">
                <a:extLst>
                  <a:ext uri="{FF2B5EF4-FFF2-40B4-BE49-F238E27FC236}">
                    <a16:creationId xmlns:a16="http://schemas.microsoft.com/office/drawing/2014/main" id="{DE21D8E3-26D8-4BE7-BAC0-FB1C56270B94}"/>
                  </a:ext>
                </a:extLst>
              </p:cNvPr>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Freeform 13">
                <a:extLst>
                  <a:ext uri="{FF2B5EF4-FFF2-40B4-BE49-F238E27FC236}">
                    <a16:creationId xmlns:a16="http://schemas.microsoft.com/office/drawing/2014/main" id="{801C8846-04DB-4190-A303-6B0F2108E77D}"/>
                  </a:ext>
                </a:extLst>
              </p:cNvPr>
              <p:cNvSpPr>
                <a:spLocks/>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Freeform 14">
                <a:extLst>
                  <a:ext uri="{FF2B5EF4-FFF2-40B4-BE49-F238E27FC236}">
                    <a16:creationId xmlns:a16="http://schemas.microsoft.com/office/drawing/2014/main" id="{04F56896-89D2-4E02-9320-FADE7E46EB08}"/>
                  </a:ext>
                </a:extLst>
              </p:cNvPr>
              <p:cNvSpPr>
                <a:spLocks/>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15">
                <a:extLst>
                  <a:ext uri="{FF2B5EF4-FFF2-40B4-BE49-F238E27FC236}">
                    <a16:creationId xmlns:a16="http://schemas.microsoft.com/office/drawing/2014/main" id="{11358C19-F136-4660-9AC5-F089F6ACC13A}"/>
                  </a:ext>
                </a:extLst>
              </p:cNvPr>
              <p:cNvSpPr>
                <a:spLocks/>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Freeform 16">
                <a:extLst>
                  <a:ext uri="{FF2B5EF4-FFF2-40B4-BE49-F238E27FC236}">
                    <a16:creationId xmlns:a16="http://schemas.microsoft.com/office/drawing/2014/main" id="{2E9A6A28-E2FB-4C74-B8AD-8C9EBF094570}"/>
                  </a:ext>
                </a:extLst>
              </p:cNvPr>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17">
                <a:extLst>
                  <a:ext uri="{FF2B5EF4-FFF2-40B4-BE49-F238E27FC236}">
                    <a16:creationId xmlns:a16="http://schemas.microsoft.com/office/drawing/2014/main" id="{CC38B499-B6F3-4CEB-B3B5-5B7A4D8318DD}"/>
                  </a:ext>
                </a:extLst>
              </p:cNvPr>
              <p:cNvSpPr>
                <a:spLocks/>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18">
                <a:extLst>
                  <a:ext uri="{FF2B5EF4-FFF2-40B4-BE49-F238E27FC236}">
                    <a16:creationId xmlns:a16="http://schemas.microsoft.com/office/drawing/2014/main" id="{97EA0193-1A35-49E8-922F-8E1E6B89785E}"/>
                  </a:ext>
                </a:extLst>
              </p:cNvPr>
              <p:cNvSpPr>
                <a:spLocks/>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19">
                <a:extLst>
                  <a:ext uri="{FF2B5EF4-FFF2-40B4-BE49-F238E27FC236}">
                    <a16:creationId xmlns:a16="http://schemas.microsoft.com/office/drawing/2014/main" id="{342A6D35-921D-4434-8E17-FFBFB6ECC8CA}"/>
                  </a:ext>
                </a:extLst>
              </p:cNvPr>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20">
                <a:extLst>
                  <a:ext uri="{FF2B5EF4-FFF2-40B4-BE49-F238E27FC236}">
                    <a16:creationId xmlns:a16="http://schemas.microsoft.com/office/drawing/2014/main" id="{5A90669E-A68A-4BE6-BB9D-C3AE8D8AF87B}"/>
                  </a:ext>
                </a:extLst>
              </p:cNvPr>
              <p:cNvSpPr>
                <a:spLocks/>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21">
                <a:extLst>
                  <a:ext uri="{FF2B5EF4-FFF2-40B4-BE49-F238E27FC236}">
                    <a16:creationId xmlns:a16="http://schemas.microsoft.com/office/drawing/2014/main" id="{ABB29E96-C700-40B7-938C-2A82C04621ED}"/>
                  </a:ext>
                </a:extLst>
              </p:cNvPr>
              <p:cNvSpPr>
                <a:spLocks/>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22">
                <a:extLst>
                  <a:ext uri="{FF2B5EF4-FFF2-40B4-BE49-F238E27FC236}">
                    <a16:creationId xmlns:a16="http://schemas.microsoft.com/office/drawing/2014/main" id="{374DE00F-983B-4146-A5E5-990BEEB6847A}"/>
                  </a:ext>
                </a:extLst>
              </p:cNvPr>
              <p:cNvSpPr>
                <a:spLocks/>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Freeform 23">
                <a:extLst>
                  <a:ext uri="{FF2B5EF4-FFF2-40B4-BE49-F238E27FC236}">
                    <a16:creationId xmlns:a16="http://schemas.microsoft.com/office/drawing/2014/main" id="{121FDA46-8CE1-4785-869D-E004294769DA}"/>
                  </a:ext>
                </a:extLst>
              </p:cNvPr>
              <p:cNvSpPr>
                <a:spLocks/>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24">
                <a:extLst>
                  <a:ext uri="{FF2B5EF4-FFF2-40B4-BE49-F238E27FC236}">
                    <a16:creationId xmlns:a16="http://schemas.microsoft.com/office/drawing/2014/main" id="{F0FB4093-D7C3-4612-A2C6-C004D88EB591}"/>
                  </a:ext>
                </a:extLst>
              </p:cNvPr>
              <p:cNvSpPr>
                <a:spLocks/>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Freeform 25">
                <a:extLst>
                  <a:ext uri="{FF2B5EF4-FFF2-40B4-BE49-F238E27FC236}">
                    <a16:creationId xmlns:a16="http://schemas.microsoft.com/office/drawing/2014/main" id="{3839738A-C478-4083-AB15-49B5F9DC4EB4}"/>
                  </a:ext>
                </a:extLst>
              </p:cNvPr>
              <p:cNvSpPr>
                <a:spLocks/>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26">
                <a:extLst>
                  <a:ext uri="{FF2B5EF4-FFF2-40B4-BE49-F238E27FC236}">
                    <a16:creationId xmlns:a16="http://schemas.microsoft.com/office/drawing/2014/main" id="{528B2271-7A7F-4F1D-B411-D8BF0E39485F}"/>
                  </a:ext>
                </a:extLst>
              </p:cNvPr>
              <p:cNvSpPr>
                <a:spLocks/>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27">
                <a:extLst>
                  <a:ext uri="{FF2B5EF4-FFF2-40B4-BE49-F238E27FC236}">
                    <a16:creationId xmlns:a16="http://schemas.microsoft.com/office/drawing/2014/main" id="{8567B9C5-6F1B-4207-845D-92BF6A4AA403}"/>
                  </a:ext>
                </a:extLst>
              </p:cNvPr>
              <p:cNvSpPr>
                <a:spLocks/>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28">
                <a:extLst>
                  <a:ext uri="{FF2B5EF4-FFF2-40B4-BE49-F238E27FC236}">
                    <a16:creationId xmlns:a16="http://schemas.microsoft.com/office/drawing/2014/main" id="{BF90CAFA-2AF6-4C07-88E0-8A02C9D0379A}"/>
                  </a:ext>
                </a:extLst>
              </p:cNvPr>
              <p:cNvSpPr>
                <a:spLocks/>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29">
                <a:extLst>
                  <a:ext uri="{FF2B5EF4-FFF2-40B4-BE49-F238E27FC236}">
                    <a16:creationId xmlns:a16="http://schemas.microsoft.com/office/drawing/2014/main" id="{474C04BA-EC23-46CA-8BC2-5C6160C19FDA}"/>
                  </a:ext>
                </a:extLst>
              </p:cNvPr>
              <p:cNvSpPr>
                <a:spLocks/>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Freeform 30">
                <a:extLst>
                  <a:ext uri="{FF2B5EF4-FFF2-40B4-BE49-F238E27FC236}">
                    <a16:creationId xmlns:a16="http://schemas.microsoft.com/office/drawing/2014/main" id="{FEDF5026-C8DC-4B08-BA57-3BB7949AE416}"/>
                  </a:ext>
                </a:extLst>
              </p:cNvPr>
              <p:cNvSpPr>
                <a:spLocks/>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31">
                <a:extLst>
                  <a:ext uri="{FF2B5EF4-FFF2-40B4-BE49-F238E27FC236}">
                    <a16:creationId xmlns:a16="http://schemas.microsoft.com/office/drawing/2014/main" id="{EBF8ADFB-D7E6-473D-9BF5-150172450976}"/>
                  </a:ext>
                </a:extLst>
              </p:cNvPr>
              <p:cNvSpPr>
                <a:spLocks/>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32">
                <a:extLst>
                  <a:ext uri="{FF2B5EF4-FFF2-40B4-BE49-F238E27FC236}">
                    <a16:creationId xmlns:a16="http://schemas.microsoft.com/office/drawing/2014/main" id="{A9D3F65A-C76E-4A35-B22A-709AF4BA6FEC}"/>
                  </a:ext>
                </a:extLst>
              </p:cNvPr>
              <p:cNvSpPr>
                <a:spLocks/>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33">
                <a:extLst>
                  <a:ext uri="{FF2B5EF4-FFF2-40B4-BE49-F238E27FC236}">
                    <a16:creationId xmlns:a16="http://schemas.microsoft.com/office/drawing/2014/main" id="{D3898FC6-DEA3-4716-BFB9-4E8C402162B1}"/>
                  </a:ext>
                </a:extLst>
              </p:cNvPr>
              <p:cNvSpPr>
                <a:spLocks/>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34">
                <a:extLst>
                  <a:ext uri="{FF2B5EF4-FFF2-40B4-BE49-F238E27FC236}">
                    <a16:creationId xmlns:a16="http://schemas.microsoft.com/office/drawing/2014/main" id="{21A987FC-BCEA-453D-89FE-6B09FD94A678}"/>
                  </a:ext>
                </a:extLst>
              </p:cNvPr>
              <p:cNvSpPr>
                <a:spLocks/>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46">
                <a:extLst>
                  <a:ext uri="{FF2B5EF4-FFF2-40B4-BE49-F238E27FC236}">
                    <a16:creationId xmlns:a16="http://schemas.microsoft.com/office/drawing/2014/main" id="{176B237C-A27F-4F4A-8D5C-39C9E9642BEB}"/>
                  </a:ext>
                </a:extLst>
              </p:cNvPr>
              <p:cNvSpPr>
                <a:spLocks/>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Freeform 47">
                <a:extLst>
                  <a:ext uri="{FF2B5EF4-FFF2-40B4-BE49-F238E27FC236}">
                    <a16:creationId xmlns:a16="http://schemas.microsoft.com/office/drawing/2014/main" id="{ED1AA0D4-7D44-47BC-8D4B-724167D246DE}"/>
                  </a:ext>
                </a:extLst>
              </p:cNvPr>
              <p:cNvSpPr>
                <a:spLocks/>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4" name="Freeform 48">
                <a:extLst>
                  <a:ext uri="{FF2B5EF4-FFF2-40B4-BE49-F238E27FC236}">
                    <a16:creationId xmlns:a16="http://schemas.microsoft.com/office/drawing/2014/main" id="{35CF250E-231A-4F5D-A846-A1A771D7BCCE}"/>
                  </a:ext>
                </a:extLst>
              </p:cNvPr>
              <p:cNvSpPr>
                <a:spLocks/>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5" name="Freeform 49">
                <a:extLst>
                  <a:ext uri="{FF2B5EF4-FFF2-40B4-BE49-F238E27FC236}">
                    <a16:creationId xmlns:a16="http://schemas.microsoft.com/office/drawing/2014/main" id="{35866ADF-5F22-4B89-AB02-05B8F6B2A2A9}"/>
                  </a:ext>
                </a:extLst>
              </p:cNvPr>
              <p:cNvSpPr>
                <a:spLocks/>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6" name="Freeform 50">
                <a:extLst>
                  <a:ext uri="{FF2B5EF4-FFF2-40B4-BE49-F238E27FC236}">
                    <a16:creationId xmlns:a16="http://schemas.microsoft.com/office/drawing/2014/main" id="{A0AE03FB-8065-4548-800C-47F71FEB9910}"/>
                  </a:ext>
                </a:extLst>
              </p:cNvPr>
              <p:cNvSpPr>
                <a:spLocks/>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7" name="Freeform 51">
                <a:extLst>
                  <a:ext uri="{FF2B5EF4-FFF2-40B4-BE49-F238E27FC236}">
                    <a16:creationId xmlns:a16="http://schemas.microsoft.com/office/drawing/2014/main" id="{734E47FE-F046-4A78-AA16-687EA402DA04}"/>
                  </a:ext>
                </a:extLst>
              </p:cNvPr>
              <p:cNvSpPr>
                <a:spLocks/>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8" name="Freeform 52">
                <a:extLst>
                  <a:ext uri="{FF2B5EF4-FFF2-40B4-BE49-F238E27FC236}">
                    <a16:creationId xmlns:a16="http://schemas.microsoft.com/office/drawing/2014/main" id="{1157A3A9-8F71-4922-9630-D96D0C29A5C0}"/>
                  </a:ext>
                </a:extLst>
              </p:cNvPr>
              <p:cNvSpPr>
                <a:spLocks/>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9" name="Freeform 53">
                <a:extLst>
                  <a:ext uri="{FF2B5EF4-FFF2-40B4-BE49-F238E27FC236}">
                    <a16:creationId xmlns:a16="http://schemas.microsoft.com/office/drawing/2014/main" id="{F2A72F4B-67BF-4083-91A7-1D5245750DBF}"/>
                  </a:ext>
                </a:extLst>
              </p:cNvPr>
              <p:cNvSpPr>
                <a:spLocks/>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0" name="Freeform 54">
                <a:extLst>
                  <a:ext uri="{FF2B5EF4-FFF2-40B4-BE49-F238E27FC236}">
                    <a16:creationId xmlns:a16="http://schemas.microsoft.com/office/drawing/2014/main" id="{E77B7711-FDCA-4F86-BB8C-E2AC2BD398AE}"/>
                  </a:ext>
                </a:extLst>
              </p:cNvPr>
              <p:cNvSpPr>
                <a:spLocks/>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1" name="Freeform 55">
                <a:extLst>
                  <a:ext uri="{FF2B5EF4-FFF2-40B4-BE49-F238E27FC236}">
                    <a16:creationId xmlns:a16="http://schemas.microsoft.com/office/drawing/2014/main" id="{82B54152-DF2F-4091-9FA3-47994BDBC280}"/>
                  </a:ext>
                </a:extLst>
              </p:cNvPr>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2" name="Freeform 56">
                <a:extLst>
                  <a:ext uri="{FF2B5EF4-FFF2-40B4-BE49-F238E27FC236}">
                    <a16:creationId xmlns:a16="http://schemas.microsoft.com/office/drawing/2014/main" id="{8B9EA9CB-8BFC-432C-8C9A-DF058CA52000}"/>
                  </a:ext>
                </a:extLst>
              </p:cNvPr>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3" name="Freeform 57">
                <a:extLst>
                  <a:ext uri="{FF2B5EF4-FFF2-40B4-BE49-F238E27FC236}">
                    <a16:creationId xmlns:a16="http://schemas.microsoft.com/office/drawing/2014/main" id="{C2EF741E-73E1-43FA-B8E8-BFB79BC6C7C9}"/>
                  </a:ext>
                </a:extLst>
              </p:cNvPr>
              <p:cNvSpPr>
                <a:spLocks/>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4" name="Freeform 58">
                <a:extLst>
                  <a:ext uri="{FF2B5EF4-FFF2-40B4-BE49-F238E27FC236}">
                    <a16:creationId xmlns:a16="http://schemas.microsoft.com/office/drawing/2014/main" id="{33CBCE44-E616-4249-982D-7345F02888D0}"/>
                  </a:ext>
                </a:extLst>
              </p:cNvPr>
              <p:cNvSpPr>
                <a:spLocks/>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25" name="文本占位符 65">
            <a:extLst>
              <a:ext uri="{FF2B5EF4-FFF2-40B4-BE49-F238E27FC236}">
                <a16:creationId xmlns:a16="http://schemas.microsoft.com/office/drawing/2014/main" id="{856BC79B-8F39-484B-8029-3046378FE9F7}"/>
              </a:ext>
            </a:extLst>
          </p:cNvPr>
          <p:cNvSpPr>
            <a:spLocks noGrp="1"/>
          </p:cNvSpPr>
          <p:nvPr>
            <p:ph type="body" idx="15"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p>
        </p:txBody>
      </p:sp>
    </p:spTree>
    <p:extLst>
      <p:ext uri="{BB962C8B-B14F-4D97-AF65-F5344CB8AC3E}">
        <p14:creationId xmlns:p14="http://schemas.microsoft.com/office/powerpoint/2010/main" val="40180982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三人介绍">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575B365E-4485-4899-969D-082C532EF42C}"/>
              </a:ext>
            </a:extLst>
          </p:cNvPr>
          <p:cNvGrpSpPr/>
          <p:nvPr userDrawn="1"/>
        </p:nvGrpSpPr>
        <p:grpSpPr>
          <a:xfrm rot="169789">
            <a:off x="7333468" y="1757113"/>
            <a:ext cx="5694860" cy="5835138"/>
            <a:chOff x="377825" y="6983413"/>
            <a:chExt cx="5284788" cy="5414962"/>
          </a:xfrm>
          <a:solidFill>
            <a:schemeClr val="accent1">
              <a:alpha val="4000"/>
            </a:schemeClr>
          </a:solidFill>
        </p:grpSpPr>
        <p:sp>
          <p:nvSpPr>
            <p:cNvPr id="19" name="Freeform 19">
              <a:extLst>
                <a:ext uri="{FF2B5EF4-FFF2-40B4-BE49-F238E27FC236}">
                  <a16:creationId xmlns:a16="http://schemas.microsoft.com/office/drawing/2014/main" id="{4F691607-D047-4B9E-A274-06456D734FC0}"/>
                </a:ext>
              </a:extLst>
            </p:cNvPr>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0" name="Freeform 20">
              <a:extLst>
                <a:ext uri="{FF2B5EF4-FFF2-40B4-BE49-F238E27FC236}">
                  <a16:creationId xmlns:a16="http://schemas.microsoft.com/office/drawing/2014/main" id="{2B3BBCF5-DF7D-4D77-9D9E-DF75DD8515D4}"/>
                </a:ext>
              </a:extLst>
            </p:cNvPr>
            <p:cNvSpPr>
              <a:spLocks/>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22">
              <a:extLst>
                <a:ext uri="{FF2B5EF4-FFF2-40B4-BE49-F238E27FC236}">
                  <a16:creationId xmlns:a16="http://schemas.microsoft.com/office/drawing/2014/main" id="{D7F88F7D-9A16-43E8-8BC2-DB0F2FA50789}"/>
                </a:ext>
              </a:extLst>
            </p:cNvPr>
            <p:cNvSpPr>
              <a:spLocks/>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2" name="Freeform 23">
              <a:extLst>
                <a:ext uri="{FF2B5EF4-FFF2-40B4-BE49-F238E27FC236}">
                  <a16:creationId xmlns:a16="http://schemas.microsoft.com/office/drawing/2014/main" id="{F725189C-18DB-488F-AD32-3FBE05F4F064}"/>
                </a:ext>
              </a:extLst>
            </p:cNvPr>
            <p:cNvSpPr>
              <a:spLocks/>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3" name="Freeform 24">
              <a:extLst>
                <a:ext uri="{FF2B5EF4-FFF2-40B4-BE49-F238E27FC236}">
                  <a16:creationId xmlns:a16="http://schemas.microsoft.com/office/drawing/2014/main" id="{4BF17168-410A-42DF-9ED7-AB391CAA16A7}"/>
                </a:ext>
              </a:extLst>
            </p:cNvPr>
            <p:cNvSpPr>
              <a:spLocks/>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4" name="Freeform 25">
              <a:extLst>
                <a:ext uri="{FF2B5EF4-FFF2-40B4-BE49-F238E27FC236}">
                  <a16:creationId xmlns:a16="http://schemas.microsoft.com/office/drawing/2014/main" id="{75F0D723-81C2-40CE-B170-8E9F3CE101C3}"/>
                </a:ext>
              </a:extLst>
            </p:cNvPr>
            <p:cNvSpPr>
              <a:spLocks/>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26">
              <a:extLst>
                <a:ext uri="{FF2B5EF4-FFF2-40B4-BE49-F238E27FC236}">
                  <a16:creationId xmlns:a16="http://schemas.microsoft.com/office/drawing/2014/main" id="{883D534A-8519-417C-897D-1262AF50651D}"/>
                </a:ext>
              </a:extLst>
            </p:cNvPr>
            <p:cNvSpPr>
              <a:spLocks/>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31">
              <a:extLst>
                <a:ext uri="{FF2B5EF4-FFF2-40B4-BE49-F238E27FC236}">
                  <a16:creationId xmlns:a16="http://schemas.microsoft.com/office/drawing/2014/main" id="{3F9524DA-F43B-48B7-88AD-8358967FF212}"/>
                </a:ext>
              </a:extLst>
            </p:cNvPr>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33">
              <a:extLst>
                <a:ext uri="{FF2B5EF4-FFF2-40B4-BE49-F238E27FC236}">
                  <a16:creationId xmlns:a16="http://schemas.microsoft.com/office/drawing/2014/main" id="{AE044835-922E-4081-ACF8-DC975A0D0A92}"/>
                </a:ext>
              </a:extLst>
            </p:cNvPr>
            <p:cNvSpPr>
              <a:spLocks/>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35">
              <a:extLst>
                <a:ext uri="{FF2B5EF4-FFF2-40B4-BE49-F238E27FC236}">
                  <a16:creationId xmlns:a16="http://schemas.microsoft.com/office/drawing/2014/main" id="{BCEC684E-8E8B-44F8-9D3C-9D012AEFD661}"/>
                </a:ext>
              </a:extLst>
            </p:cNvPr>
            <p:cNvSpPr>
              <a:spLocks/>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36">
              <a:extLst>
                <a:ext uri="{FF2B5EF4-FFF2-40B4-BE49-F238E27FC236}">
                  <a16:creationId xmlns:a16="http://schemas.microsoft.com/office/drawing/2014/main" id="{F3AD3879-F506-4497-BAC8-834458A4E893}"/>
                </a:ext>
              </a:extLst>
            </p:cNvPr>
            <p:cNvSpPr>
              <a:spLocks/>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38">
              <a:extLst>
                <a:ext uri="{FF2B5EF4-FFF2-40B4-BE49-F238E27FC236}">
                  <a16:creationId xmlns:a16="http://schemas.microsoft.com/office/drawing/2014/main" id="{A9E8448F-161C-4AA5-A2FB-B652140480BA}"/>
                </a:ext>
              </a:extLst>
            </p:cNvPr>
            <p:cNvSpPr>
              <a:spLocks/>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39">
              <a:extLst>
                <a:ext uri="{FF2B5EF4-FFF2-40B4-BE49-F238E27FC236}">
                  <a16:creationId xmlns:a16="http://schemas.microsoft.com/office/drawing/2014/main" id="{B058C80E-3E09-4086-91B1-938C07327321}"/>
                </a:ext>
              </a:extLst>
            </p:cNvPr>
            <p:cNvSpPr>
              <a:spLocks/>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2" name="Freeform 40">
              <a:extLst>
                <a:ext uri="{FF2B5EF4-FFF2-40B4-BE49-F238E27FC236}">
                  <a16:creationId xmlns:a16="http://schemas.microsoft.com/office/drawing/2014/main" id="{6E7284BC-807B-45D0-9BDC-4EA1932FCDE8}"/>
                </a:ext>
              </a:extLst>
            </p:cNvPr>
            <p:cNvSpPr>
              <a:spLocks/>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3" name="日期占位符 2">
            <a:extLst>
              <a:ext uri="{FF2B5EF4-FFF2-40B4-BE49-F238E27FC236}">
                <a16:creationId xmlns:a16="http://schemas.microsoft.com/office/drawing/2014/main" id="{EEDE9C44-89A3-410A-AC08-EC3C02EFA579}"/>
              </a:ext>
            </a:extLst>
          </p:cNvPr>
          <p:cNvSpPr>
            <a:spLocks noGrp="1"/>
          </p:cNvSpPr>
          <p:nvPr>
            <p:ph type="dt" sz="half" idx="10"/>
          </p:nvPr>
        </p:nvSpPr>
        <p:spPr/>
        <p:txBody>
          <a:bodyPr/>
          <a:lstStyle/>
          <a:p>
            <a:fld id="{DD96C455-D181-459A-8014-67AAEFFCA7C2}" type="datetimeFigureOut">
              <a:rPr lang="zh-CN" altLang="en-US" smtClean="0"/>
              <a:t>2025/11/26</a:t>
            </a:fld>
            <a:endParaRPr lang="zh-CN" altLang="en-US"/>
          </a:p>
        </p:txBody>
      </p:sp>
      <p:sp>
        <p:nvSpPr>
          <p:cNvPr id="4" name="页脚占位符 3">
            <a:extLst>
              <a:ext uri="{FF2B5EF4-FFF2-40B4-BE49-F238E27FC236}">
                <a16:creationId xmlns:a16="http://schemas.microsoft.com/office/drawing/2014/main" id="{87874B06-1C90-48DE-9422-75119484D0E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3EC235D1-D3E2-4BEF-B903-43B328EDA9AB}"/>
              </a:ext>
            </a:extLst>
          </p:cNvPr>
          <p:cNvSpPr>
            <a:spLocks noGrp="1"/>
          </p:cNvSpPr>
          <p:nvPr>
            <p:ph type="sldNum" sz="quarter" idx="12"/>
          </p:nvPr>
        </p:nvSpPr>
        <p:spPr/>
        <p:txBody>
          <a:bodyPr/>
          <a:lstStyle/>
          <a:p>
            <a:fld id="{40321020-7931-4610-B95E-80A53469F597}" type="slidenum">
              <a:rPr lang="zh-CN" altLang="en-US" smtClean="0"/>
              <a:t>‹#›</a:t>
            </a:fld>
            <a:endParaRPr lang="zh-CN" altLang="en-US"/>
          </a:p>
        </p:txBody>
      </p:sp>
      <p:sp>
        <p:nvSpPr>
          <p:cNvPr id="9" name="任意多边形: 形状 8">
            <a:extLst>
              <a:ext uri="{FF2B5EF4-FFF2-40B4-BE49-F238E27FC236}">
                <a16:creationId xmlns:a16="http://schemas.microsoft.com/office/drawing/2014/main" id="{B3132F67-88B4-4450-AE02-17E56801FE78}"/>
              </a:ext>
            </a:extLst>
          </p:cNvPr>
          <p:cNvSpPr/>
          <p:nvPr userDrawn="1"/>
        </p:nvSpPr>
        <p:spPr>
          <a:xfrm>
            <a:off x="1175646" y="1134201"/>
            <a:ext cx="2619936" cy="2620034"/>
          </a:xfrm>
          <a:custGeom>
            <a:avLst/>
            <a:gdLst>
              <a:gd name="connsiteX0" fmla="*/ 1310015 w 2619936"/>
              <a:gd name="connsiteY0" fmla="*/ 0 h 2620034"/>
              <a:gd name="connsiteX1" fmla="*/ 1310015 w 2619936"/>
              <a:gd name="connsiteY1" fmla="*/ 1311964 h 2620034"/>
              <a:gd name="connsiteX2" fmla="*/ 2619936 w 2619936"/>
              <a:gd name="connsiteY2" fmla="*/ 1311964 h 2620034"/>
              <a:gd name="connsiteX3" fmla="*/ 2613271 w 2619936"/>
              <a:gd name="connsiteY3" fmla="*/ 1443959 h 2620034"/>
              <a:gd name="connsiteX4" fmla="*/ 1310017 w 2619936"/>
              <a:gd name="connsiteY4" fmla="*/ 2620034 h 2620034"/>
              <a:gd name="connsiteX5" fmla="*/ 0 w 2619936"/>
              <a:gd name="connsiteY5" fmla="*/ 1310017 h 2620034"/>
              <a:gd name="connsiteX6" fmla="*/ 1176076 w 2619936"/>
              <a:gd name="connsiteY6" fmla="*/ 6764 h 2620034"/>
              <a:gd name="connsiteX0" fmla="*/ 1310015 w 2619936"/>
              <a:gd name="connsiteY0" fmla="*/ 1311964 h 2620034"/>
              <a:gd name="connsiteX1" fmla="*/ 2619936 w 2619936"/>
              <a:gd name="connsiteY1" fmla="*/ 1311964 h 2620034"/>
              <a:gd name="connsiteX2" fmla="*/ 2613271 w 2619936"/>
              <a:gd name="connsiteY2" fmla="*/ 1443959 h 2620034"/>
              <a:gd name="connsiteX3" fmla="*/ 1310017 w 2619936"/>
              <a:gd name="connsiteY3" fmla="*/ 2620034 h 2620034"/>
              <a:gd name="connsiteX4" fmla="*/ 0 w 2619936"/>
              <a:gd name="connsiteY4" fmla="*/ 1310017 h 2620034"/>
              <a:gd name="connsiteX5" fmla="*/ 1176076 w 2619936"/>
              <a:gd name="connsiteY5" fmla="*/ 6764 h 2620034"/>
              <a:gd name="connsiteX6" fmla="*/ 1310015 w 2619936"/>
              <a:gd name="connsiteY6" fmla="*/ 0 h 2620034"/>
              <a:gd name="connsiteX7" fmla="*/ 1401455 w 2619936"/>
              <a:gd name="connsiteY7" fmla="*/ 1403404 h 2620034"/>
              <a:gd name="connsiteX0" fmla="*/ 1310015 w 2619936"/>
              <a:gd name="connsiteY0" fmla="*/ 1311964 h 2620034"/>
              <a:gd name="connsiteX1" fmla="*/ 2619936 w 2619936"/>
              <a:gd name="connsiteY1" fmla="*/ 1311964 h 2620034"/>
              <a:gd name="connsiteX2" fmla="*/ 2613271 w 2619936"/>
              <a:gd name="connsiteY2" fmla="*/ 1443959 h 2620034"/>
              <a:gd name="connsiteX3" fmla="*/ 1310017 w 2619936"/>
              <a:gd name="connsiteY3" fmla="*/ 2620034 h 2620034"/>
              <a:gd name="connsiteX4" fmla="*/ 0 w 2619936"/>
              <a:gd name="connsiteY4" fmla="*/ 1310017 h 2620034"/>
              <a:gd name="connsiteX5" fmla="*/ 1176076 w 2619936"/>
              <a:gd name="connsiteY5" fmla="*/ 6764 h 2620034"/>
              <a:gd name="connsiteX6" fmla="*/ 1310015 w 2619936"/>
              <a:gd name="connsiteY6" fmla="*/ 0 h 2620034"/>
              <a:gd name="connsiteX0" fmla="*/ 2619936 w 2619936"/>
              <a:gd name="connsiteY0" fmla="*/ 1311964 h 2620034"/>
              <a:gd name="connsiteX1" fmla="*/ 2613271 w 2619936"/>
              <a:gd name="connsiteY1" fmla="*/ 1443959 h 2620034"/>
              <a:gd name="connsiteX2" fmla="*/ 1310017 w 2619936"/>
              <a:gd name="connsiteY2" fmla="*/ 2620034 h 2620034"/>
              <a:gd name="connsiteX3" fmla="*/ 0 w 2619936"/>
              <a:gd name="connsiteY3" fmla="*/ 1310017 h 2620034"/>
              <a:gd name="connsiteX4" fmla="*/ 1176076 w 2619936"/>
              <a:gd name="connsiteY4" fmla="*/ 6764 h 2620034"/>
              <a:gd name="connsiteX5" fmla="*/ 1310015 w 2619936"/>
              <a:gd name="connsiteY5" fmla="*/ 0 h 262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936" h="2620034">
                <a:moveTo>
                  <a:pt x="2619936" y="1311964"/>
                </a:moveTo>
                <a:lnTo>
                  <a:pt x="2613271" y="1443959"/>
                </a:lnTo>
                <a:cubicBezTo>
                  <a:pt x="2546185" y="2104542"/>
                  <a:pt x="1988300" y="2620034"/>
                  <a:pt x="1310017" y="2620034"/>
                </a:cubicBezTo>
                <a:cubicBezTo>
                  <a:pt x="586515" y="2620034"/>
                  <a:pt x="0" y="2033519"/>
                  <a:pt x="0" y="1310017"/>
                </a:cubicBezTo>
                <a:cubicBezTo>
                  <a:pt x="0" y="631734"/>
                  <a:pt x="515492" y="73850"/>
                  <a:pt x="1176076" y="6764"/>
                </a:cubicBezTo>
                <a:lnTo>
                  <a:pt x="1310015" y="0"/>
                </a:lnTo>
              </a:path>
            </a:pathLst>
          </a:custGeom>
          <a:no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任意多边形: 形状 9">
            <a:extLst>
              <a:ext uri="{FF2B5EF4-FFF2-40B4-BE49-F238E27FC236}">
                <a16:creationId xmlns:a16="http://schemas.microsoft.com/office/drawing/2014/main" id="{09F61FC3-D69D-43A0-BD89-632D21887442}"/>
              </a:ext>
            </a:extLst>
          </p:cNvPr>
          <p:cNvSpPr/>
          <p:nvPr userDrawn="1"/>
        </p:nvSpPr>
        <p:spPr>
          <a:xfrm>
            <a:off x="4601109" y="1129189"/>
            <a:ext cx="2619936" cy="2620034"/>
          </a:xfrm>
          <a:custGeom>
            <a:avLst/>
            <a:gdLst>
              <a:gd name="connsiteX0" fmla="*/ 1310015 w 2619936"/>
              <a:gd name="connsiteY0" fmla="*/ 0 h 2620034"/>
              <a:gd name="connsiteX1" fmla="*/ 1310015 w 2619936"/>
              <a:gd name="connsiteY1" fmla="*/ 1311964 h 2620034"/>
              <a:gd name="connsiteX2" fmla="*/ 2619936 w 2619936"/>
              <a:gd name="connsiteY2" fmla="*/ 1311964 h 2620034"/>
              <a:gd name="connsiteX3" fmla="*/ 2613271 w 2619936"/>
              <a:gd name="connsiteY3" fmla="*/ 1443959 h 2620034"/>
              <a:gd name="connsiteX4" fmla="*/ 1310017 w 2619936"/>
              <a:gd name="connsiteY4" fmla="*/ 2620034 h 2620034"/>
              <a:gd name="connsiteX5" fmla="*/ 0 w 2619936"/>
              <a:gd name="connsiteY5" fmla="*/ 1310017 h 2620034"/>
              <a:gd name="connsiteX6" fmla="*/ 1176076 w 2619936"/>
              <a:gd name="connsiteY6" fmla="*/ 6764 h 2620034"/>
              <a:gd name="connsiteX0" fmla="*/ 1310015 w 2619936"/>
              <a:gd name="connsiteY0" fmla="*/ 1311964 h 2620034"/>
              <a:gd name="connsiteX1" fmla="*/ 2619936 w 2619936"/>
              <a:gd name="connsiteY1" fmla="*/ 1311964 h 2620034"/>
              <a:gd name="connsiteX2" fmla="*/ 2613271 w 2619936"/>
              <a:gd name="connsiteY2" fmla="*/ 1443959 h 2620034"/>
              <a:gd name="connsiteX3" fmla="*/ 1310017 w 2619936"/>
              <a:gd name="connsiteY3" fmla="*/ 2620034 h 2620034"/>
              <a:gd name="connsiteX4" fmla="*/ 0 w 2619936"/>
              <a:gd name="connsiteY4" fmla="*/ 1310017 h 2620034"/>
              <a:gd name="connsiteX5" fmla="*/ 1176076 w 2619936"/>
              <a:gd name="connsiteY5" fmla="*/ 6764 h 2620034"/>
              <a:gd name="connsiteX6" fmla="*/ 1310015 w 2619936"/>
              <a:gd name="connsiteY6" fmla="*/ 0 h 2620034"/>
              <a:gd name="connsiteX7" fmla="*/ 1401455 w 2619936"/>
              <a:gd name="connsiteY7" fmla="*/ 1403404 h 2620034"/>
              <a:gd name="connsiteX0" fmla="*/ 1310015 w 2619936"/>
              <a:gd name="connsiteY0" fmla="*/ 1311964 h 2620034"/>
              <a:gd name="connsiteX1" fmla="*/ 2619936 w 2619936"/>
              <a:gd name="connsiteY1" fmla="*/ 1311964 h 2620034"/>
              <a:gd name="connsiteX2" fmla="*/ 2613271 w 2619936"/>
              <a:gd name="connsiteY2" fmla="*/ 1443959 h 2620034"/>
              <a:gd name="connsiteX3" fmla="*/ 1310017 w 2619936"/>
              <a:gd name="connsiteY3" fmla="*/ 2620034 h 2620034"/>
              <a:gd name="connsiteX4" fmla="*/ 0 w 2619936"/>
              <a:gd name="connsiteY4" fmla="*/ 1310017 h 2620034"/>
              <a:gd name="connsiteX5" fmla="*/ 1176076 w 2619936"/>
              <a:gd name="connsiteY5" fmla="*/ 6764 h 2620034"/>
              <a:gd name="connsiteX6" fmla="*/ 1310015 w 2619936"/>
              <a:gd name="connsiteY6" fmla="*/ 0 h 2620034"/>
              <a:gd name="connsiteX0" fmla="*/ 2619936 w 2619936"/>
              <a:gd name="connsiteY0" fmla="*/ 1311964 h 2620034"/>
              <a:gd name="connsiteX1" fmla="*/ 2613271 w 2619936"/>
              <a:gd name="connsiteY1" fmla="*/ 1443959 h 2620034"/>
              <a:gd name="connsiteX2" fmla="*/ 1310017 w 2619936"/>
              <a:gd name="connsiteY2" fmla="*/ 2620034 h 2620034"/>
              <a:gd name="connsiteX3" fmla="*/ 0 w 2619936"/>
              <a:gd name="connsiteY3" fmla="*/ 1310017 h 2620034"/>
              <a:gd name="connsiteX4" fmla="*/ 1176076 w 2619936"/>
              <a:gd name="connsiteY4" fmla="*/ 6764 h 2620034"/>
              <a:gd name="connsiteX5" fmla="*/ 1310015 w 2619936"/>
              <a:gd name="connsiteY5" fmla="*/ 0 h 262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936" h="2620034">
                <a:moveTo>
                  <a:pt x="2619936" y="1311964"/>
                </a:moveTo>
                <a:lnTo>
                  <a:pt x="2613271" y="1443959"/>
                </a:lnTo>
                <a:cubicBezTo>
                  <a:pt x="2546185" y="2104542"/>
                  <a:pt x="1988300" y="2620034"/>
                  <a:pt x="1310017" y="2620034"/>
                </a:cubicBezTo>
                <a:cubicBezTo>
                  <a:pt x="586515" y="2620034"/>
                  <a:pt x="0" y="2033519"/>
                  <a:pt x="0" y="1310017"/>
                </a:cubicBezTo>
                <a:cubicBezTo>
                  <a:pt x="0" y="631734"/>
                  <a:pt x="515492" y="73850"/>
                  <a:pt x="1176076" y="6764"/>
                </a:cubicBezTo>
                <a:lnTo>
                  <a:pt x="1310015"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形状 10">
            <a:extLst>
              <a:ext uri="{FF2B5EF4-FFF2-40B4-BE49-F238E27FC236}">
                <a16:creationId xmlns:a16="http://schemas.microsoft.com/office/drawing/2014/main" id="{03212206-7059-4EE3-BA15-9BE27E629DDC}"/>
              </a:ext>
            </a:extLst>
          </p:cNvPr>
          <p:cNvSpPr/>
          <p:nvPr userDrawn="1"/>
        </p:nvSpPr>
        <p:spPr>
          <a:xfrm>
            <a:off x="8026573" y="1129189"/>
            <a:ext cx="2619936" cy="2620034"/>
          </a:xfrm>
          <a:custGeom>
            <a:avLst/>
            <a:gdLst>
              <a:gd name="connsiteX0" fmla="*/ 1310015 w 2619936"/>
              <a:gd name="connsiteY0" fmla="*/ 0 h 2620034"/>
              <a:gd name="connsiteX1" fmla="*/ 1310015 w 2619936"/>
              <a:gd name="connsiteY1" fmla="*/ 1311964 h 2620034"/>
              <a:gd name="connsiteX2" fmla="*/ 2619936 w 2619936"/>
              <a:gd name="connsiteY2" fmla="*/ 1311964 h 2620034"/>
              <a:gd name="connsiteX3" fmla="*/ 2613271 w 2619936"/>
              <a:gd name="connsiteY3" fmla="*/ 1443959 h 2620034"/>
              <a:gd name="connsiteX4" fmla="*/ 1310017 w 2619936"/>
              <a:gd name="connsiteY4" fmla="*/ 2620034 h 2620034"/>
              <a:gd name="connsiteX5" fmla="*/ 0 w 2619936"/>
              <a:gd name="connsiteY5" fmla="*/ 1310017 h 2620034"/>
              <a:gd name="connsiteX6" fmla="*/ 1176076 w 2619936"/>
              <a:gd name="connsiteY6" fmla="*/ 6764 h 2620034"/>
              <a:gd name="connsiteX0" fmla="*/ 1310015 w 2619936"/>
              <a:gd name="connsiteY0" fmla="*/ 1311964 h 2620034"/>
              <a:gd name="connsiteX1" fmla="*/ 2619936 w 2619936"/>
              <a:gd name="connsiteY1" fmla="*/ 1311964 h 2620034"/>
              <a:gd name="connsiteX2" fmla="*/ 2613271 w 2619936"/>
              <a:gd name="connsiteY2" fmla="*/ 1443959 h 2620034"/>
              <a:gd name="connsiteX3" fmla="*/ 1310017 w 2619936"/>
              <a:gd name="connsiteY3" fmla="*/ 2620034 h 2620034"/>
              <a:gd name="connsiteX4" fmla="*/ 0 w 2619936"/>
              <a:gd name="connsiteY4" fmla="*/ 1310017 h 2620034"/>
              <a:gd name="connsiteX5" fmla="*/ 1176076 w 2619936"/>
              <a:gd name="connsiteY5" fmla="*/ 6764 h 2620034"/>
              <a:gd name="connsiteX6" fmla="*/ 1310015 w 2619936"/>
              <a:gd name="connsiteY6" fmla="*/ 0 h 2620034"/>
              <a:gd name="connsiteX7" fmla="*/ 1401455 w 2619936"/>
              <a:gd name="connsiteY7" fmla="*/ 1403404 h 2620034"/>
              <a:gd name="connsiteX0" fmla="*/ 1310015 w 2619936"/>
              <a:gd name="connsiteY0" fmla="*/ 1311964 h 2620034"/>
              <a:gd name="connsiteX1" fmla="*/ 2619936 w 2619936"/>
              <a:gd name="connsiteY1" fmla="*/ 1311964 h 2620034"/>
              <a:gd name="connsiteX2" fmla="*/ 2613271 w 2619936"/>
              <a:gd name="connsiteY2" fmla="*/ 1443959 h 2620034"/>
              <a:gd name="connsiteX3" fmla="*/ 1310017 w 2619936"/>
              <a:gd name="connsiteY3" fmla="*/ 2620034 h 2620034"/>
              <a:gd name="connsiteX4" fmla="*/ 0 w 2619936"/>
              <a:gd name="connsiteY4" fmla="*/ 1310017 h 2620034"/>
              <a:gd name="connsiteX5" fmla="*/ 1176076 w 2619936"/>
              <a:gd name="connsiteY5" fmla="*/ 6764 h 2620034"/>
              <a:gd name="connsiteX6" fmla="*/ 1310015 w 2619936"/>
              <a:gd name="connsiteY6" fmla="*/ 0 h 2620034"/>
              <a:gd name="connsiteX0" fmla="*/ 2619936 w 2619936"/>
              <a:gd name="connsiteY0" fmla="*/ 1311964 h 2620034"/>
              <a:gd name="connsiteX1" fmla="*/ 2613271 w 2619936"/>
              <a:gd name="connsiteY1" fmla="*/ 1443959 h 2620034"/>
              <a:gd name="connsiteX2" fmla="*/ 1310017 w 2619936"/>
              <a:gd name="connsiteY2" fmla="*/ 2620034 h 2620034"/>
              <a:gd name="connsiteX3" fmla="*/ 0 w 2619936"/>
              <a:gd name="connsiteY3" fmla="*/ 1310017 h 2620034"/>
              <a:gd name="connsiteX4" fmla="*/ 1176076 w 2619936"/>
              <a:gd name="connsiteY4" fmla="*/ 6764 h 2620034"/>
              <a:gd name="connsiteX5" fmla="*/ 1310015 w 2619936"/>
              <a:gd name="connsiteY5" fmla="*/ 0 h 262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19936" h="2620034">
                <a:moveTo>
                  <a:pt x="2619936" y="1311964"/>
                </a:moveTo>
                <a:lnTo>
                  <a:pt x="2613271" y="1443959"/>
                </a:lnTo>
                <a:cubicBezTo>
                  <a:pt x="2546185" y="2104542"/>
                  <a:pt x="1988300" y="2620034"/>
                  <a:pt x="1310017" y="2620034"/>
                </a:cubicBezTo>
                <a:cubicBezTo>
                  <a:pt x="586515" y="2620034"/>
                  <a:pt x="0" y="2033519"/>
                  <a:pt x="0" y="1310017"/>
                </a:cubicBezTo>
                <a:cubicBezTo>
                  <a:pt x="0" y="631734"/>
                  <a:pt x="515492" y="73850"/>
                  <a:pt x="1176076" y="6764"/>
                </a:cubicBezTo>
                <a:lnTo>
                  <a:pt x="1310015" y="0"/>
                </a:lnTo>
              </a:path>
            </a:pathLst>
          </a:custGeom>
          <a:noFill/>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椭圆 11">
            <a:extLst>
              <a:ext uri="{FF2B5EF4-FFF2-40B4-BE49-F238E27FC236}">
                <a16:creationId xmlns:a16="http://schemas.microsoft.com/office/drawing/2014/main" id="{DDC176ED-3D39-4255-82B4-C94FCDA1275D}"/>
              </a:ext>
            </a:extLst>
          </p:cNvPr>
          <p:cNvSpPr/>
          <p:nvPr userDrawn="1"/>
        </p:nvSpPr>
        <p:spPr>
          <a:xfrm>
            <a:off x="3746818" y="2390442"/>
            <a:ext cx="97528" cy="975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椭圆 12">
            <a:extLst>
              <a:ext uri="{FF2B5EF4-FFF2-40B4-BE49-F238E27FC236}">
                <a16:creationId xmlns:a16="http://schemas.microsoft.com/office/drawing/2014/main" id="{A3EB502E-1B6A-4D57-AFE0-2F165DA2AE71}"/>
              </a:ext>
            </a:extLst>
          </p:cNvPr>
          <p:cNvSpPr/>
          <p:nvPr userDrawn="1"/>
        </p:nvSpPr>
        <p:spPr>
          <a:xfrm>
            <a:off x="7241893" y="2390442"/>
            <a:ext cx="97528" cy="975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椭圆 13">
            <a:extLst>
              <a:ext uri="{FF2B5EF4-FFF2-40B4-BE49-F238E27FC236}">
                <a16:creationId xmlns:a16="http://schemas.microsoft.com/office/drawing/2014/main" id="{76A99F11-7D6F-47D1-9EE2-73E49542C021}"/>
              </a:ext>
            </a:extLst>
          </p:cNvPr>
          <p:cNvSpPr/>
          <p:nvPr userDrawn="1"/>
        </p:nvSpPr>
        <p:spPr>
          <a:xfrm>
            <a:off x="10597745" y="2390442"/>
            <a:ext cx="97528" cy="97528"/>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图片占位符 16">
            <a:extLst>
              <a:ext uri="{FF2B5EF4-FFF2-40B4-BE49-F238E27FC236}">
                <a16:creationId xmlns:a16="http://schemas.microsoft.com/office/drawing/2014/main" id="{963ADA0D-813F-4CAC-8E6E-A1619F94C1D6}"/>
              </a:ext>
            </a:extLst>
          </p:cNvPr>
          <p:cNvSpPr>
            <a:spLocks noGrp="1"/>
          </p:cNvSpPr>
          <p:nvPr>
            <p:ph type="pic" sz="quarter" idx="13"/>
          </p:nvPr>
        </p:nvSpPr>
        <p:spPr>
          <a:xfrm>
            <a:off x="1315435" y="1283230"/>
            <a:ext cx="2318937" cy="2319805"/>
          </a:xfrm>
          <a:prstGeom prst="ellipse">
            <a:avLst/>
          </a:prstGeom>
        </p:spPr>
        <p:txBody>
          <a:bodyPr/>
          <a:lstStyle/>
          <a:p>
            <a:endParaRPr lang="zh-CN" altLang="en-US"/>
          </a:p>
        </p:txBody>
      </p:sp>
      <p:sp>
        <p:nvSpPr>
          <p:cNvPr id="16" name="图片占位符 16">
            <a:extLst>
              <a:ext uri="{FF2B5EF4-FFF2-40B4-BE49-F238E27FC236}">
                <a16:creationId xmlns:a16="http://schemas.microsoft.com/office/drawing/2014/main" id="{9FAB6907-0D84-4C41-8A4D-8E0C7181FF27}"/>
              </a:ext>
            </a:extLst>
          </p:cNvPr>
          <p:cNvSpPr>
            <a:spLocks noGrp="1"/>
          </p:cNvSpPr>
          <p:nvPr>
            <p:ph type="pic" sz="quarter" idx="14"/>
          </p:nvPr>
        </p:nvSpPr>
        <p:spPr>
          <a:xfrm>
            <a:off x="4745356" y="1283230"/>
            <a:ext cx="2318937" cy="2319805"/>
          </a:xfrm>
          <a:prstGeom prst="ellipse">
            <a:avLst/>
          </a:prstGeom>
        </p:spPr>
        <p:txBody>
          <a:bodyPr/>
          <a:lstStyle/>
          <a:p>
            <a:endParaRPr lang="zh-CN" altLang="en-US"/>
          </a:p>
        </p:txBody>
      </p:sp>
      <p:sp>
        <p:nvSpPr>
          <p:cNvPr id="17" name="图片占位符 16">
            <a:extLst>
              <a:ext uri="{FF2B5EF4-FFF2-40B4-BE49-F238E27FC236}">
                <a16:creationId xmlns:a16="http://schemas.microsoft.com/office/drawing/2014/main" id="{1038B5F2-5256-4AFD-8D69-ED6303ACD1CB}"/>
              </a:ext>
            </a:extLst>
          </p:cNvPr>
          <p:cNvSpPr>
            <a:spLocks noGrp="1"/>
          </p:cNvSpPr>
          <p:nvPr>
            <p:ph type="pic" sz="quarter" idx="15"/>
          </p:nvPr>
        </p:nvSpPr>
        <p:spPr>
          <a:xfrm>
            <a:off x="8175278" y="1283230"/>
            <a:ext cx="2318937" cy="2319805"/>
          </a:xfrm>
          <a:prstGeom prst="ellipse">
            <a:avLst/>
          </a:prstGeom>
        </p:spPr>
        <p:txBody>
          <a:bodyPr/>
          <a:lstStyle/>
          <a:p>
            <a:endParaRPr lang="zh-CN" altLang="en-US"/>
          </a:p>
        </p:txBody>
      </p:sp>
      <p:sp>
        <p:nvSpPr>
          <p:cNvPr id="33" name="文本框 32">
            <a:extLst>
              <a:ext uri="{FF2B5EF4-FFF2-40B4-BE49-F238E27FC236}">
                <a16:creationId xmlns:a16="http://schemas.microsoft.com/office/drawing/2014/main" id="{8A07D026-E51E-4C26-A966-BEC534E00650}"/>
              </a:ext>
            </a:extLst>
          </p:cNvPr>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p>
        </p:txBody>
      </p:sp>
      <p:sp>
        <p:nvSpPr>
          <p:cNvPr id="80" name="矩形: 圆角 79">
            <a:extLst>
              <a:ext uri="{FF2B5EF4-FFF2-40B4-BE49-F238E27FC236}">
                <a16:creationId xmlns:a16="http://schemas.microsoft.com/office/drawing/2014/main" id="{324DE871-CB40-4CF0-AEF0-5281E42ECF5D}"/>
              </a:ext>
            </a:extLst>
          </p:cNvPr>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1" name="组合 80">
            <a:extLst>
              <a:ext uri="{FF2B5EF4-FFF2-40B4-BE49-F238E27FC236}">
                <a16:creationId xmlns:a16="http://schemas.microsoft.com/office/drawing/2014/main" id="{D5F731EE-FE89-49B4-B861-A36617384AE1}"/>
              </a:ext>
            </a:extLst>
          </p:cNvPr>
          <p:cNvGrpSpPr/>
          <p:nvPr userDrawn="1"/>
        </p:nvGrpSpPr>
        <p:grpSpPr>
          <a:xfrm>
            <a:off x="237423" y="135299"/>
            <a:ext cx="847682" cy="847682"/>
            <a:chOff x="237423" y="135299"/>
            <a:chExt cx="847682" cy="847682"/>
          </a:xfrm>
        </p:grpSpPr>
        <p:sp>
          <p:nvSpPr>
            <p:cNvPr id="82" name="椭圆 81">
              <a:extLst>
                <a:ext uri="{FF2B5EF4-FFF2-40B4-BE49-F238E27FC236}">
                  <a16:creationId xmlns:a16="http://schemas.microsoft.com/office/drawing/2014/main" id="{41701585-E658-4EB0-A1EB-3D95843CB71E}"/>
                </a:ext>
              </a:extLst>
            </p:cNvPr>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3" name="组合 82">
              <a:extLst>
                <a:ext uri="{FF2B5EF4-FFF2-40B4-BE49-F238E27FC236}">
                  <a16:creationId xmlns:a16="http://schemas.microsoft.com/office/drawing/2014/main" id="{0649AB8A-9D43-40B3-8BD5-8FD0CC693653}"/>
                </a:ext>
              </a:extLst>
            </p:cNvPr>
            <p:cNvGrpSpPr/>
            <p:nvPr/>
          </p:nvGrpSpPr>
          <p:grpSpPr>
            <a:xfrm>
              <a:off x="293735" y="191234"/>
              <a:ext cx="735058" cy="735811"/>
              <a:chOff x="3497262" y="849313"/>
              <a:chExt cx="4651376" cy="4656138"/>
            </a:xfrm>
            <a:solidFill>
              <a:schemeClr val="accent1"/>
            </a:solidFill>
          </p:grpSpPr>
          <p:sp>
            <p:nvSpPr>
              <p:cNvPr id="84" name="Freeform 7">
                <a:extLst>
                  <a:ext uri="{FF2B5EF4-FFF2-40B4-BE49-F238E27FC236}">
                    <a16:creationId xmlns:a16="http://schemas.microsoft.com/office/drawing/2014/main" id="{AC79949B-2EE0-4BA3-AB9A-5A0CF34F03FB}"/>
                  </a:ext>
                </a:extLst>
              </p:cNvPr>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Freeform 9">
                <a:extLst>
                  <a:ext uri="{FF2B5EF4-FFF2-40B4-BE49-F238E27FC236}">
                    <a16:creationId xmlns:a16="http://schemas.microsoft.com/office/drawing/2014/main" id="{3B1671D5-9BD9-4636-9FDF-5A5BEBF59B82}"/>
                  </a:ext>
                </a:extLst>
              </p:cNvPr>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10">
                <a:extLst>
                  <a:ext uri="{FF2B5EF4-FFF2-40B4-BE49-F238E27FC236}">
                    <a16:creationId xmlns:a16="http://schemas.microsoft.com/office/drawing/2014/main" id="{0D5000DF-DF88-4D50-AFA4-A905FE854AA0}"/>
                  </a:ext>
                </a:extLst>
              </p:cNvPr>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Freeform 11">
                <a:extLst>
                  <a:ext uri="{FF2B5EF4-FFF2-40B4-BE49-F238E27FC236}">
                    <a16:creationId xmlns:a16="http://schemas.microsoft.com/office/drawing/2014/main" id="{1518384C-6D3B-42EF-91D6-442B6B626BD7}"/>
                  </a:ext>
                </a:extLst>
              </p:cNvPr>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Freeform 12">
                <a:extLst>
                  <a:ext uri="{FF2B5EF4-FFF2-40B4-BE49-F238E27FC236}">
                    <a16:creationId xmlns:a16="http://schemas.microsoft.com/office/drawing/2014/main" id="{59FCF378-0186-44BF-A4AC-EB4EF0579B98}"/>
                  </a:ext>
                </a:extLst>
              </p:cNvPr>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Freeform 13">
                <a:extLst>
                  <a:ext uri="{FF2B5EF4-FFF2-40B4-BE49-F238E27FC236}">
                    <a16:creationId xmlns:a16="http://schemas.microsoft.com/office/drawing/2014/main" id="{39E4463E-3A5F-474B-ABBE-86F9DF2A0703}"/>
                  </a:ext>
                </a:extLst>
              </p:cNvPr>
              <p:cNvSpPr>
                <a:spLocks/>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Freeform 14">
                <a:extLst>
                  <a:ext uri="{FF2B5EF4-FFF2-40B4-BE49-F238E27FC236}">
                    <a16:creationId xmlns:a16="http://schemas.microsoft.com/office/drawing/2014/main" id="{11A6493C-D1BD-441F-AA85-99E7CAAAB3D1}"/>
                  </a:ext>
                </a:extLst>
              </p:cNvPr>
              <p:cNvSpPr>
                <a:spLocks/>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Freeform 15">
                <a:extLst>
                  <a:ext uri="{FF2B5EF4-FFF2-40B4-BE49-F238E27FC236}">
                    <a16:creationId xmlns:a16="http://schemas.microsoft.com/office/drawing/2014/main" id="{236FC87A-D6CB-418B-87A9-489570E3D3A5}"/>
                  </a:ext>
                </a:extLst>
              </p:cNvPr>
              <p:cNvSpPr>
                <a:spLocks/>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16">
                <a:extLst>
                  <a:ext uri="{FF2B5EF4-FFF2-40B4-BE49-F238E27FC236}">
                    <a16:creationId xmlns:a16="http://schemas.microsoft.com/office/drawing/2014/main" id="{5E3C66AE-2B48-403B-9823-C77556A75234}"/>
                  </a:ext>
                </a:extLst>
              </p:cNvPr>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Freeform 17">
                <a:extLst>
                  <a:ext uri="{FF2B5EF4-FFF2-40B4-BE49-F238E27FC236}">
                    <a16:creationId xmlns:a16="http://schemas.microsoft.com/office/drawing/2014/main" id="{95564AFB-67D9-4688-A183-4FF83F5F80AA}"/>
                  </a:ext>
                </a:extLst>
              </p:cNvPr>
              <p:cNvSpPr>
                <a:spLocks/>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18">
                <a:extLst>
                  <a:ext uri="{FF2B5EF4-FFF2-40B4-BE49-F238E27FC236}">
                    <a16:creationId xmlns:a16="http://schemas.microsoft.com/office/drawing/2014/main" id="{6734539B-D8C6-4CA1-B3F4-7532E62D9D0B}"/>
                  </a:ext>
                </a:extLst>
              </p:cNvPr>
              <p:cNvSpPr>
                <a:spLocks/>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19">
                <a:extLst>
                  <a:ext uri="{FF2B5EF4-FFF2-40B4-BE49-F238E27FC236}">
                    <a16:creationId xmlns:a16="http://schemas.microsoft.com/office/drawing/2014/main" id="{55FC6D35-23DF-4634-B00D-F2DEEC91A662}"/>
                  </a:ext>
                </a:extLst>
              </p:cNvPr>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20">
                <a:extLst>
                  <a:ext uri="{FF2B5EF4-FFF2-40B4-BE49-F238E27FC236}">
                    <a16:creationId xmlns:a16="http://schemas.microsoft.com/office/drawing/2014/main" id="{9705F0A1-1B0E-443B-87C3-E9ACBB8BEFB2}"/>
                  </a:ext>
                </a:extLst>
              </p:cNvPr>
              <p:cNvSpPr>
                <a:spLocks/>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21">
                <a:extLst>
                  <a:ext uri="{FF2B5EF4-FFF2-40B4-BE49-F238E27FC236}">
                    <a16:creationId xmlns:a16="http://schemas.microsoft.com/office/drawing/2014/main" id="{52B5B386-40B0-4ECC-B4BC-56C205A5F8C9}"/>
                  </a:ext>
                </a:extLst>
              </p:cNvPr>
              <p:cNvSpPr>
                <a:spLocks/>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22">
                <a:extLst>
                  <a:ext uri="{FF2B5EF4-FFF2-40B4-BE49-F238E27FC236}">
                    <a16:creationId xmlns:a16="http://schemas.microsoft.com/office/drawing/2014/main" id="{BD8AAB02-2BC4-4E81-8446-09BCC2C363AE}"/>
                  </a:ext>
                </a:extLst>
              </p:cNvPr>
              <p:cNvSpPr>
                <a:spLocks/>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23">
                <a:extLst>
                  <a:ext uri="{FF2B5EF4-FFF2-40B4-BE49-F238E27FC236}">
                    <a16:creationId xmlns:a16="http://schemas.microsoft.com/office/drawing/2014/main" id="{F9A2C6D6-942A-493B-B4D0-BE32552F4015}"/>
                  </a:ext>
                </a:extLst>
              </p:cNvPr>
              <p:cNvSpPr>
                <a:spLocks/>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Freeform 24">
                <a:extLst>
                  <a:ext uri="{FF2B5EF4-FFF2-40B4-BE49-F238E27FC236}">
                    <a16:creationId xmlns:a16="http://schemas.microsoft.com/office/drawing/2014/main" id="{836EB190-BD3D-4C44-AEAB-38413C2678EE}"/>
                  </a:ext>
                </a:extLst>
              </p:cNvPr>
              <p:cNvSpPr>
                <a:spLocks/>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25">
                <a:extLst>
                  <a:ext uri="{FF2B5EF4-FFF2-40B4-BE49-F238E27FC236}">
                    <a16:creationId xmlns:a16="http://schemas.microsoft.com/office/drawing/2014/main" id="{2B16C0AF-752D-4116-A64E-CABF830227B3}"/>
                  </a:ext>
                </a:extLst>
              </p:cNvPr>
              <p:cNvSpPr>
                <a:spLocks/>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Freeform 26">
                <a:extLst>
                  <a:ext uri="{FF2B5EF4-FFF2-40B4-BE49-F238E27FC236}">
                    <a16:creationId xmlns:a16="http://schemas.microsoft.com/office/drawing/2014/main" id="{6AFCD970-347B-48BE-A23D-9FFC5F026740}"/>
                  </a:ext>
                </a:extLst>
              </p:cNvPr>
              <p:cNvSpPr>
                <a:spLocks/>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27">
                <a:extLst>
                  <a:ext uri="{FF2B5EF4-FFF2-40B4-BE49-F238E27FC236}">
                    <a16:creationId xmlns:a16="http://schemas.microsoft.com/office/drawing/2014/main" id="{688214F6-BCE4-47A8-B019-95C236C2304A}"/>
                  </a:ext>
                </a:extLst>
              </p:cNvPr>
              <p:cNvSpPr>
                <a:spLocks/>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28">
                <a:extLst>
                  <a:ext uri="{FF2B5EF4-FFF2-40B4-BE49-F238E27FC236}">
                    <a16:creationId xmlns:a16="http://schemas.microsoft.com/office/drawing/2014/main" id="{EDF0FB1C-E092-4E26-8867-6E4CFCFCE9AA}"/>
                  </a:ext>
                </a:extLst>
              </p:cNvPr>
              <p:cNvSpPr>
                <a:spLocks/>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29">
                <a:extLst>
                  <a:ext uri="{FF2B5EF4-FFF2-40B4-BE49-F238E27FC236}">
                    <a16:creationId xmlns:a16="http://schemas.microsoft.com/office/drawing/2014/main" id="{2022620D-14B9-4A60-B6FD-FC1B079DB017}"/>
                  </a:ext>
                </a:extLst>
              </p:cNvPr>
              <p:cNvSpPr>
                <a:spLocks/>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30">
                <a:extLst>
                  <a:ext uri="{FF2B5EF4-FFF2-40B4-BE49-F238E27FC236}">
                    <a16:creationId xmlns:a16="http://schemas.microsoft.com/office/drawing/2014/main" id="{3FA521CF-380E-4A2F-96BC-4470C80EE40C}"/>
                  </a:ext>
                </a:extLst>
              </p:cNvPr>
              <p:cNvSpPr>
                <a:spLocks/>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Freeform 31">
                <a:extLst>
                  <a:ext uri="{FF2B5EF4-FFF2-40B4-BE49-F238E27FC236}">
                    <a16:creationId xmlns:a16="http://schemas.microsoft.com/office/drawing/2014/main" id="{9CAD1B5B-CA69-4A09-A485-729DD524B89D}"/>
                  </a:ext>
                </a:extLst>
              </p:cNvPr>
              <p:cNvSpPr>
                <a:spLocks/>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32">
                <a:extLst>
                  <a:ext uri="{FF2B5EF4-FFF2-40B4-BE49-F238E27FC236}">
                    <a16:creationId xmlns:a16="http://schemas.microsoft.com/office/drawing/2014/main" id="{5022200F-0F00-4A8C-AF6A-71DB6252BA6B}"/>
                  </a:ext>
                </a:extLst>
              </p:cNvPr>
              <p:cNvSpPr>
                <a:spLocks/>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33">
                <a:extLst>
                  <a:ext uri="{FF2B5EF4-FFF2-40B4-BE49-F238E27FC236}">
                    <a16:creationId xmlns:a16="http://schemas.microsoft.com/office/drawing/2014/main" id="{4265A43C-D6A1-4C52-A183-7DA7A224C7B2}"/>
                  </a:ext>
                </a:extLst>
              </p:cNvPr>
              <p:cNvSpPr>
                <a:spLocks/>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34">
                <a:extLst>
                  <a:ext uri="{FF2B5EF4-FFF2-40B4-BE49-F238E27FC236}">
                    <a16:creationId xmlns:a16="http://schemas.microsoft.com/office/drawing/2014/main" id="{2F9BAAC9-169C-4636-99A2-A29405CB7AE8}"/>
                  </a:ext>
                </a:extLst>
              </p:cNvPr>
              <p:cNvSpPr>
                <a:spLocks/>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46">
                <a:extLst>
                  <a:ext uri="{FF2B5EF4-FFF2-40B4-BE49-F238E27FC236}">
                    <a16:creationId xmlns:a16="http://schemas.microsoft.com/office/drawing/2014/main" id="{3D446494-4ADA-4A53-853C-65AC691414B7}"/>
                  </a:ext>
                </a:extLst>
              </p:cNvPr>
              <p:cNvSpPr>
                <a:spLocks/>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47">
                <a:extLst>
                  <a:ext uri="{FF2B5EF4-FFF2-40B4-BE49-F238E27FC236}">
                    <a16:creationId xmlns:a16="http://schemas.microsoft.com/office/drawing/2014/main" id="{8A5B20CC-4E29-47C0-A82D-DAC1DA70AE06}"/>
                  </a:ext>
                </a:extLst>
              </p:cNvPr>
              <p:cNvSpPr>
                <a:spLocks/>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Freeform 48">
                <a:extLst>
                  <a:ext uri="{FF2B5EF4-FFF2-40B4-BE49-F238E27FC236}">
                    <a16:creationId xmlns:a16="http://schemas.microsoft.com/office/drawing/2014/main" id="{0CD61C8F-4725-4F5B-98EC-086F36315490}"/>
                  </a:ext>
                </a:extLst>
              </p:cNvPr>
              <p:cNvSpPr>
                <a:spLocks/>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4" name="Freeform 49">
                <a:extLst>
                  <a:ext uri="{FF2B5EF4-FFF2-40B4-BE49-F238E27FC236}">
                    <a16:creationId xmlns:a16="http://schemas.microsoft.com/office/drawing/2014/main" id="{55430D2F-BCA1-4B7D-B70E-2E3548D75216}"/>
                  </a:ext>
                </a:extLst>
              </p:cNvPr>
              <p:cNvSpPr>
                <a:spLocks/>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5" name="Freeform 50">
                <a:extLst>
                  <a:ext uri="{FF2B5EF4-FFF2-40B4-BE49-F238E27FC236}">
                    <a16:creationId xmlns:a16="http://schemas.microsoft.com/office/drawing/2014/main" id="{8ECCC7EE-2484-485A-A226-CE8D4AD92119}"/>
                  </a:ext>
                </a:extLst>
              </p:cNvPr>
              <p:cNvSpPr>
                <a:spLocks/>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6" name="Freeform 51">
                <a:extLst>
                  <a:ext uri="{FF2B5EF4-FFF2-40B4-BE49-F238E27FC236}">
                    <a16:creationId xmlns:a16="http://schemas.microsoft.com/office/drawing/2014/main" id="{591A7532-CE9C-4119-946F-4EBD7C030899}"/>
                  </a:ext>
                </a:extLst>
              </p:cNvPr>
              <p:cNvSpPr>
                <a:spLocks/>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7" name="Freeform 52">
                <a:extLst>
                  <a:ext uri="{FF2B5EF4-FFF2-40B4-BE49-F238E27FC236}">
                    <a16:creationId xmlns:a16="http://schemas.microsoft.com/office/drawing/2014/main" id="{92486D16-501D-4DF1-829B-E3CDF3E7D9C7}"/>
                  </a:ext>
                </a:extLst>
              </p:cNvPr>
              <p:cNvSpPr>
                <a:spLocks/>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8" name="Freeform 53">
                <a:extLst>
                  <a:ext uri="{FF2B5EF4-FFF2-40B4-BE49-F238E27FC236}">
                    <a16:creationId xmlns:a16="http://schemas.microsoft.com/office/drawing/2014/main" id="{987B2A02-9D69-413C-A417-E5D24D6596BE}"/>
                  </a:ext>
                </a:extLst>
              </p:cNvPr>
              <p:cNvSpPr>
                <a:spLocks/>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9" name="Freeform 54">
                <a:extLst>
                  <a:ext uri="{FF2B5EF4-FFF2-40B4-BE49-F238E27FC236}">
                    <a16:creationId xmlns:a16="http://schemas.microsoft.com/office/drawing/2014/main" id="{9F62D97C-A2D2-4045-B9E6-F61E00174429}"/>
                  </a:ext>
                </a:extLst>
              </p:cNvPr>
              <p:cNvSpPr>
                <a:spLocks/>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0" name="Freeform 55">
                <a:extLst>
                  <a:ext uri="{FF2B5EF4-FFF2-40B4-BE49-F238E27FC236}">
                    <a16:creationId xmlns:a16="http://schemas.microsoft.com/office/drawing/2014/main" id="{EE85599A-1CB7-42ED-A5AC-EFBFE38A70FF}"/>
                  </a:ext>
                </a:extLst>
              </p:cNvPr>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1" name="Freeform 56">
                <a:extLst>
                  <a:ext uri="{FF2B5EF4-FFF2-40B4-BE49-F238E27FC236}">
                    <a16:creationId xmlns:a16="http://schemas.microsoft.com/office/drawing/2014/main" id="{BF9C2111-16F1-405F-B096-DFFB7902858A}"/>
                  </a:ext>
                </a:extLst>
              </p:cNvPr>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2" name="Freeform 57">
                <a:extLst>
                  <a:ext uri="{FF2B5EF4-FFF2-40B4-BE49-F238E27FC236}">
                    <a16:creationId xmlns:a16="http://schemas.microsoft.com/office/drawing/2014/main" id="{874F5082-F5D4-400A-943E-3CAF9998A835}"/>
                  </a:ext>
                </a:extLst>
              </p:cNvPr>
              <p:cNvSpPr>
                <a:spLocks/>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3" name="Freeform 58">
                <a:extLst>
                  <a:ext uri="{FF2B5EF4-FFF2-40B4-BE49-F238E27FC236}">
                    <a16:creationId xmlns:a16="http://schemas.microsoft.com/office/drawing/2014/main" id="{C8CFA897-E05B-4B76-A072-A74DA75E046B}"/>
                  </a:ext>
                </a:extLst>
              </p:cNvPr>
              <p:cNvSpPr>
                <a:spLocks/>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24" name="文本占位符 65">
            <a:extLst>
              <a:ext uri="{FF2B5EF4-FFF2-40B4-BE49-F238E27FC236}">
                <a16:creationId xmlns:a16="http://schemas.microsoft.com/office/drawing/2014/main" id="{34FDB319-B581-4254-83C4-18EDB0CD6030}"/>
              </a:ext>
            </a:extLst>
          </p:cNvPr>
          <p:cNvSpPr>
            <a:spLocks noGrp="1"/>
          </p:cNvSpPr>
          <p:nvPr>
            <p:ph type="body" idx="16"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p>
        </p:txBody>
      </p:sp>
    </p:spTree>
    <p:extLst>
      <p:ext uri="{BB962C8B-B14F-4D97-AF65-F5344CB8AC3E}">
        <p14:creationId xmlns:p14="http://schemas.microsoft.com/office/powerpoint/2010/main" val="2993854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多人介绍">
    <p:spTree>
      <p:nvGrpSpPr>
        <p:cNvPr id="1" name=""/>
        <p:cNvGrpSpPr/>
        <p:nvPr/>
      </p:nvGrpSpPr>
      <p:grpSpPr>
        <a:xfrm>
          <a:off x="0" y="0"/>
          <a:ext cx="0" cy="0"/>
          <a:chOff x="0" y="0"/>
          <a:chExt cx="0" cy="0"/>
        </a:xfrm>
      </p:grpSpPr>
      <p:grpSp>
        <p:nvGrpSpPr>
          <p:cNvPr id="27" name="组合 26">
            <a:extLst>
              <a:ext uri="{FF2B5EF4-FFF2-40B4-BE49-F238E27FC236}">
                <a16:creationId xmlns:a16="http://schemas.microsoft.com/office/drawing/2014/main" id="{0CCB688E-D063-420B-96D7-23B6DFF124AF}"/>
              </a:ext>
            </a:extLst>
          </p:cNvPr>
          <p:cNvGrpSpPr/>
          <p:nvPr userDrawn="1"/>
        </p:nvGrpSpPr>
        <p:grpSpPr>
          <a:xfrm rot="169789">
            <a:off x="7333468" y="1757113"/>
            <a:ext cx="5694860" cy="5835138"/>
            <a:chOff x="377825" y="6983413"/>
            <a:chExt cx="5284788" cy="5414962"/>
          </a:xfrm>
          <a:solidFill>
            <a:schemeClr val="accent1">
              <a:alpha val="4000"/>
            </a:schemeClr>
          </a:solidFill>
        </p:grpSpPr>
        <p:sp>
          <p:nvSpPr>
            <p:cNvPr id="28" name="Freeform 19">
              <a:extLst>
                <a:ext uri="{FF2B5EF4-FFF2-40B4-BE49-F238E27FC236}">
                  <a16:creationId xmlns:a16="http://schemas.microsoft.com/office/drawing/2014/main" id="{C8B76147-23CD-4C55-B76E-7F3532CED47F}"/>
                </a:ext>
              </a:extLst>
            </p:cNvPr>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9" name="Freeform 20">
              <a:extLst>
                <a:ext uri="{FF2B5EF4-FFF2-40B4-BE49-F238E27FC236}">
                  <a16:creationId xmlns:a16="http://schemas.microsoft.com/office/drawing/2014/main" id="{12AF45E5-429F-400A-ABAD-D272C5AEF725}"/>
                </a:ext>
              </a:extLst>
            </p:cNvPr>
            <p:cNvSpPr>
              <a:spLocks/>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0" name="Freeform 22">
              <a:extLst>
                <a:ext uri="{FF2B5EF4-FFF2-40B4-BE49-F238E27FC236}">
                  <a16:creationId xmlns:a16="http://schemas.microsoft.com/office/drawing/2014/main" id="{D35B0EAD-B1F4-457D-9AFD-DC066F8FC647}"/>
                </a:ext>
              </a:extLst>
            </p:cNvPr>
            <p:cNvSpPr>
              <a:spLocks/>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1" name="Freeform 23">
              <a:extLst>
                <a:ext uri="{FF2B5EF4-FFF2-40B4-BE49-F238E27FC236}">
                  <a16:creationId xmlns:a16="http://schemas.microsoft.com/office/drawing/2014/main" id="{86DBEC3F-973B-4262-BA66-757DE1FC2465}"/>
                </a:ext>
              </a:extLst>
            </p:cNvPr>
            <p:cNvSpPr>
              <a:spLocks/>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2" name="Freeform 24">
              <a:extLst>
                <a:ext uri="{FF2B5EF4-FFF2-40B4-BE49-F238E27FC236}">
                  <a16:creationId xmlns:a16="http://schemas.microsoft.com/office/drawing/2014/main" id="{BD0B0387-48EB-4297-8924-D46B0D46BBF6}"/>
                </a:ext>
              </a:extLst>
            </p:cNvPr>
            <p:cNvSpPr>
              <a:spLocks/>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3" name="Freeform 25">
              <a:extLst>
                <a:ext uri="{FF2B5EF4-FFF2-40B4-BE49-F238E27FC236}">
                  <a16:creationId xmlns:a16="http://schemas.microsoft.com/office/drawing/2014/main" id="{790A3AD9-13BD-4188-AA74-8E944EBFF36F}"/>
                </a:ext>
              </a:extLst>
            </p:cNvPr>
            <p:cNvSpPr>
              <a:spLocks/>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4" name="Freeform 26">
              <a:extLst>
                <a:ext uri="{FF2B5EF4-FFF2-40B4-BE49-F238E27FC236}">
                  <a16:creationId xmlns:a16="http://schemas.microsoft.com/office/drawing/2014/main" id="{0505DB5D-709C-486F-B1F9-A14AAB84CFB8}"/>
                </a:ext>
              </a:extLst>
            </p:cNvPr>
            <p:cNvSpPr>
              <a:spLocks/>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5" name="Freeform 31">
              <a:extLst>
                <a:ext uri="{FF2B5EF4-FFF2-40B4-BE49-F238E27FC236}">
                  <a16:creationId xmlns:a16="http://schemas.microsoft.com/office/drawing/2014/main" id="{35781227-3C76-4A24-AAE7-4EFADC8CD1A4}"/>
                </a:ext>
              </a:extLst>
            </p:cNvPr>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6" name="Freeform 33">
              <a:extLst>
                <a:ext uri="{FF2B5EF4-FFF2-40B4-BE49-F238E27FC236}">
                  <a16:creationId xmlns:a16="http://schemas.microsoft.com/office/drawing/2014/main" id="{73D0359C-643B-4BFE-8781-62B1C1626FDD}"/>
                </a:ext>
              </a:extLst>
            </p:cNvPr>
            <p:cNvSpPr>
              <a:spLocks/>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7" name="Freeform 35">
              <a:extLst>
                <a:ext uri="{FF2B5EF4-FFF2-40B4-BE49-F238E27FC236}">
                  <a16:creationId xmlns:a16="http://schemas.microsoft.com/office/drawing/2014/main" id="{CD560938-CDD0-42A0-B9C1-3661584119D1}"/>
                </a:ext>
              </a:extLst>
            </p:cNvPr>
            <p:cNvSpPr>
              <a:spLocks/>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8" name="Freeform 36">
              <a:extLst>
                <a:ext uri="{FF2B5EF4-FFF2-40B4-BE49-F238E27FC236}">
                  <a16:creationId xmlns:a16="http://schemas.microsoft.com/office/drawing/2014/main" id="{7DA4401F-49A9-44B5-B683-52AEFC4E5C89}"/>
                </a:ext>
              </a:extLst>
            </p:cNvPr>
            <p:cNvSpPr>
              <a:spLocks/>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39" name="Freeform 38">
              <a:extLst>
                <a:ext uri="{FF2B5EF4-FFF2-40B4-BE49-F238E27FC236}">
                  <a16:creationId xmlns:a16="http://schemas.microsoft.com/office/drawing/2014/main" id="{63FC94C1-03A5-4159-9EB7-2FE845A87B5D}"/>
                </a:ext>
              </a:extLst>
            </p:cNvPr>
            <p:cNvSpPr>
              <a:spLocks/>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0" name="Freeform 39">
              <a:extLst>
                <a:ext uri="{FF2B5EF4-FFF2-40B4-BE49-F238E27FC236}">
                  <a16:creationId xmlns:a16="http://schemas.microsoft.com/office/drawing/2014/main" id="{6110AD79-CA33-4798-AEE1-6060000DA6E9}"/>
                </a:ext>
              </a:extLst>
            </p:cNvPr>
            <p:cNvSpPr>
              <a:spLocks/>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41" name="Freeform 40">
              <a:extLst>
                <a:ext uri="{FF2B5EF4-FFF2-40B4-BE49-F238E27FC236}">
                  <a16:creationId xmlns:a16="http://schemas.microsoft.com/office/drawing/2014/main" id="{23AD98FB-1E6D-4DC9-A5F9-9F70A0549B4A}"/>
                </a:ext>
              </a:extLst>
            </p:cNvPr>
            <p:cNvSpPr>
              <a:spLocks/>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23" name="泪滴形 22">
            <a:extLst>
              <a:ext uri="{FF2B5EF4-FFF2-40B4-BE49-F238E27FC236}">
                <a16:creationId xmlns:a16="http://schemas.microsoft.com/office/drawing/2014/main" id="{971D84E5-D446-469E-ADA9-9E4DA7D5DB2D}"/>
              </a:ext>
            </a:extLst>
          </p:cNvPr>
          <p:cNvSpPr/>
          <p:nvPr userDrawn="1"/>
        </p:nvSpPr>
        <p:spPr>
          <a:xfrm flipH="1" flipV="1">
            <a:off x="6231956" y="1325419"/>
            <a:ext cx="2284692" cy="2284692"/>
          </a:xfrm>
          <a:prstGeom prst="teardrop">
            <a:avLst/>
          </a:prstGeom>
          <a:solidFill>
            <a:schemeClr val="bg1">
              <a:lumMod val="9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泪滴形 23">
            <a:extLst>
              <a:ext uri="{FF2B5EF4-FFF2-40B4-BE49-F238E27FC236}">
                <a16:creationId xmlns:a16="http://schemas.microsoft.com/office/drawing/2014/main" id="{F4900B30-7AF1-472F-BA8F-B615B5BB0992}"/>
              </a:ext>
            </a:extLst>
          </p:cNvPr>
          <p:cNvSpPr/>
          <p:nvPr userDrawn="1"/>
        </p:nvSpPr>
        <p:spPr>
          <a:xfrm flipV="1">
            <a:off x="3836026" y="1325419"/>
            <a:ext cx="2284691" cy="2284691"/>
          </a:xfrm>
          <a:prstGeom prst="teardrop">
            <a:avLst/>
          </a:prstGeom>
          <a:solidFill>
            <a:schemeClr val="bg1">
              <a:lumMod val="9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泪滴形 20">
            <a:extLst>
              <a:ext uri="{FF2B5EF4-FFF2-40B4-BE49-F238E27FC236}">
                <a16:creationId xmlns:a16="http://schemas.microsoft.com/office/drawing/2014/main" id="{49DEA0D9-5054-489D-884C-A0181300E3AC}"/>
              </a:ext>
            </a:extLst>
          </p:cNvPr>
          <p:cNvSpPr/>
          <p:nvPr userDrawn="1"/>
        </p:nvSpPr>
        <p:spPr>
          <a:xfrm flipH="1">
            <a:off x="6231956" y="3712424"/>
            <a:ext cx="2284692" cy="2284692"/>
          </a:xfrm>
          <a:prstGeom prst="teardrop">
            <a:avLst/>
          </a:prstGeom>
          <a:solidFill>
            <a:schemeClr val="bg1">
              <a:lumMod val="9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泪滴形 18">
            <a:extLst>
              <a:ext uri="{FF2B5EF4-FFF2-40B4-BE49-F238E27FC236}">
                <a16:creationId xmlns:a16="http://schemas.microsoft.com/office/drawing/2014/main" id="{B36FFFE9-8962-404E-82A4-617D891C2971}"/>
              </a:ext>
            </a:extLst>
          </p:cNvPr>
          <p:cNvSpPr/>
          <p:nvPr userDrawn="1"/>
        </p:nvSpPr>
        <p:spPr>
          <a:xfrm>
            <a:off x="3836024" y="3712424"/>
            <a:ext cx="2284693" cy="2284693"/>
          </a:xfrm>
          <a:prstGeom prst="teardrop">
            <a:avLst/>
          </a:prstGeom>
          <a:solidFill>
            <a:schemeClr val="bg1">
              <a:lumMod val="95000"/>
            </a:schemeClr>
          </a:solidFill>
          <a:ln>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日期占位符 2">
            <a:extLst>
              <a:ext uri="{FF2B5EF4-FFF2-40B4-BE49-F238E27FC236}">
                <a16:creationId xmlns:a16="http://schemas.microsoft.com/office/drawing/2014/main" id="{F87E8467-D685-4B38-8D3F-012F16B290CB}"/>
              </a:ext>
            </a:extLst>
          </p:cNvPr>
          <p:cNvSpPr>
            <a:spLocks noGrp="1"/>
          </p:cNvSpPr>
          <p:nvPr>
            <p:ph type="dt" sz="half" idx="10"/>
          </p:nvPr>
        </p:nvSpPr>
        <p:spPr/>
        <p:txBody>
          <a:bodyPr/>
          <a:lstStyle/>
          <a:p>
            <a:fld id="{DD96C455-D181-459A-8014-67AAEFFCA7C2}" type="datetimeFigureOut">
              <a:rPr lang="zh-CN" altLang="en-US" smtClean="0"/>
              <a:t>2025/11/26</a:t>
            </a:fld>
            <a:endParaRPr lang="zh-CN" altLang="en-US"/>
          </a:p>
        </p:txBody>
      </p:sp>
      <p:sp>
        <p:nvSpPr>
          <p:cNvPr id="4" name="页脚占位符 3">
            <a:extLst>
              <a:ext uri="{FF2B5EF4-FFF2-40B4-BE49-F238E27FC236}">
                <a16:creationId xmlns:a16="http://schemas.microsoft.com/office/drawing/2014/main" id="{F0457BAE-35E5-40FB-9A87-B987CEEFAA6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F34230B-18F7-4363-BC84-BF828677D075}"/>
              </a:ext>
            </a:extLst>
          </p:cNvPr>
          <p:cNvSpPr>
            <a:spLocks noGrp="1"/>
          </p:cNvSpPr>
          <p:nvPr>
            <p:ph type="sldNum" sz="quarter" idx="12"/>
          </p:nvPr>
        </p:nvSpPr>
        <p:spPr/>
        <p:txBody>
          <a:bodyPr/>
          <a:lstStyle/>
          <a:p>
            <a:fld id="{40321020-7931-4610-B95E-80A53469F597}" type="slidenum">
              <a:rPr lang="zh-CN" altLang="en-US" smtClean="0"/>
              <a:t>‹#›</a:t>
            </a:fld>
            <a:endParaRPr lang="zh-CN" altLang="en-US"/>
          </a:p>
        </p:txBody>
      </p:sp>
      <p:sp>
        <p:nvSpPr>
          <p:cNvPr id="20" name="图片占位符 16">
            <a:extLst>
              <a:ext uri="{FF2B5EF4-FFF2-40B4-BE49-F238E27FC236}">
                <a16:creationId xmlns:a16="http://schemas.microsoft.com/office/drawing/2014/main" id="{F2CE0355-6DB3-497A-9768-888B40643C8E}"/>
              </a:ext>
            </a:extLst>
          </p:cNvPr>
          <p:cNvSpPr>
            <a:spLocks noGrp="1"/>
          </p:cNvSpPr>
          <p:nvPr>
            <p:ph type="pic" sz="quarter" idx="13"/>
          </p:nvPr>
        </p:nvSpPr>
        <p:spPr>
          <a:xfrm flipH="1">
            <a:off x="3921679" y="3817073"/>
            <a:ext cx="2082882" cy="2083662"/>
          </a:xfrm>
          <a:prstGeom prst="ellipse">
            <a:avLst/>
          </a:prstGeom>
        </p:spPr>
        <p:txBody>
          <a:bodyPr/>
          <a:lstStyle/>
          <a:p>
            <a:endParaRPr lang="zh-CN" altLang="en-US"/>
          </a:p>
        </p:txBody>
      </p:sp>
      <p:sp>
        <p:nvSpPr>
          <p:cNvPr id="22" name="图片占位符 16">
            <a:extLst>
              <a:ext uri="{FF2B5EF4-FFF2-40B4-BE49-F238E27FC236}">
                <a16:creationId xmlns:a16="http://schemas.microsoft.com/office/drawing/2014/main" id="{E12938B2-1742-4976-94B3-C6FC64DC2A74}"/>
              </a:ext>
            </a:extLst>
          </p:cNvPr>
          <p:cNvSpPr>
            <a:spLocks noGrp="1"/>
          </p:cNvSpPr>
          <p:nvPr>
            <p:ph type="pic" sz="quarter" idx="14"/>
          </p:nvPr>
        </p:nvSpPr>
        <p:spPr>
          <a:xfrm>
            <a:off x="6337011" y="3817073"/>
            <a:ext cx="2082881" cy="2083661"/>
          </a:xfrm>
          <a:prstGeom prst="ellipse">
            <a:avLst/>
          </a:prstGeom>
        </p:spPr>
        <p:txBody>
          <a:bodyPr/>
          <a:lstStyle/>
          <a:p>
            <a:endParaRPr lang="zh-CN" altLang="en-US"/>
          </a:p>
        </p:txBody>
      </p:sp>
      <p:sp>
        <p:nvSpPr>
          <p:cNvPr id="25" name="图片占位符 16">
            <a:extLst>
              <a:ext uri="{FF2B5EF4-FFF2-40B4-BE49-F238E27FC236}">
                <a16:creationId xmlns:a16="http://schemas.microsoft.com/office/drawing/2014/main" id="{AA9CA692-F649-41BA-A404-1B111B1990FA}"/>
              </a:ext>
            </a:extLst>
          </p:cNvPr>
          <p:cNvSpPr>
            <a:spLocks noGrp="1"/>
          </p:cNvSpPr>
          <p:nvPr>
            <p:ph type="pic" sz="quarter" idx="15"/>
          </p:nvPr>
        </p:nvSpPr>
        <p:spPr>
          <a:xfrm flipH="1">
            <a:off x="3921681" y="1428875"/>
            <a:ext cx="2082880" cy="2083660"/>
          </a:xfrm>
          <a:prstGeom prst="ellipse">
            <a:avLst/>
          </a:prstGeom>
        </p:spPr>
        <p:txBody>
          <a:bodyPr/>
          <a:lstStyle/>
          <a:p>
            <a:endParaRPr lang="zh-CN" altLang="en-US"/>
          </a:p>
        </p:txBody>
      </p:sp>
      <p:sp>
        <p:nvSpPr>
          <p:cNvPr id="26" name="图片占位符 16">
            <a:extLst>
              <a:ext uri="{FF2B5EF4-FFF2-40B4-BE49-F238E27FC236}">
                <a16:creationId xmlns:a16="http://schemas.microsoft.com/office/drawing/2014/main" id="{1F1B30A4-C46E-441C-8CFE-2AFE5A7D46B2}"/>
              </a:ext>
            </a:extLst>
          </p:cNvPr>
          <p:cNvSpPr>
            <a:spLocks noGrp="1"/>
          </p:cNvSpPr>
          <p:nvPr>
            <p:ph type="pic" sz="quarter" idx="16"/>
          </p:nvPr>
        </p:nvSpPr>
        <p:spPr>
          <a:xfrm>
            <a:off x="6337011" y="1428873"/>
            <a:ext cx="2082881" cy="2083661"/>
          </a:xfrm>
          <a:prstGeom prst="ellipse">
            <a:avLst/>
          </a:prstGeom>
        </p:spPr>
        <p:txBody>
          <a:bodyPr/>
          <a:lstStyle/>
          <a:p>
            <a:endParaRPr lang="zh-CN" altLang="en-US"/>
          </a:p>
        </p:txBody>
      </p:sp>
      <p:sp>
        <p:nvSpPr>
          <p:cNvPr id="42" name="文本框 41">
            <a:extLst>
              <a:ext uri="{FF2B5EF4-FFF2-40B4-BE49-F238E27FC236}">
                <a16:creationId xmlns:a16="http://schemas.microsoft.com/office/drawing/2014/main" id="{9560ADBE-53FE-4E1F-B496-3E46A04E54E7}"/>
              </a:ext>
            </a:extLst>
          </p:cNvPr>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p>
        </p:txBody>
      </p:sp>
      <p:sp>
        <p:nvSpPr>
          <p:cNvPr id="89" name="矩形: 圆角 88">
            <a:extLst>
              <a:ext uri="{FF2B5EF4-FFF2-40B4-BE49-F238E27FC236}">
                <a16:creationId xmlns:a16="http://schemas.microsoft.com/office/drawing/2014/main" id="{D9B39F55-8117-4CD6-8149-D9F329B71FAC}"/>
              </a:ext>
            </a:extLst>
          </p:cNvPr>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a:extLst>
              <a:ext uri="{FF2B5EF4-FFF2-40B4-BE49-F238E27FC236}">
                <a16:creationId xmlns:a16="http://schemas.microsoft.com/office/drawing/2014/main" id="{554D6BFC-3993-45F6-B8A6-2CEE97188B06}"/>
              </a:ext>
            </a:extLst>
          </p:cNvPr>
          <p:cNvGrpSpPr/>
          <p:nvPr userDrawn="1"/>
        </p:nvGrpSpPr>
        <p:grpSpPr>
          <a:xfrm>
            <a:off x="237423" y="135299"/>
            <a:ext cx="847682" cy="847682"/>
            <a:chOff x="237423" y="135299"/>
            <a:chExt cx="847682" cy="847682"/>
          </a:xfrm>
        </p:grpSpPr>
        <p:sp>
          <p:nvSpPr>
            <p:cNvPr id="91" name="椭圆 90">
              <a:extLst>
                <a:ext uri="{FF2B5EF4-FFF2-40B4-BE49-F238E27FC236}">
                  <a16:creationId xmlns:a16="http://schemas.microsoft.com/office/drawing/2014/main" id="{DB38BE95-537C-45BA-9BA0-BB9C1C9F7DBD}"/>
                </a:ext>
              </a:extLst>
            </p:cNvPr>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2" name="组合 91">
              <a:extLst>
                <a:ext uri="{FF2B5EF4-FFF2-40B4-BE49-F238E27FC236}">
                  <a16:creationId xmlns:a16="http://schemas.microsoft.com/office/drawing/2014/main" id="{AA584A68-4BB9-425E-92C8-D982EC7A4EA5}"/>
                </a:ext>
              </a:extLst>
            </p:cNvPr>
            <p:cNvGrpSpPr/>
            <p:nvPr/>
          </p:nvGrpSpPr>
          <p:grpSpPr>
            <a:xfrm>
              <a:off x="293735" y="191234"/>
              <a:ext cx="735058" cy="735811"/>
              <a:chOff x="3497262" y="849313"/>
              <a:chExt cx="4651376" cy="4656138"/>
            </a:xfrm>
            <a:solidFill>
              <a:schemeClr val="accent1"/>
            </a:solidFill>
          </p:grpSpPr>
          <p:sp>
            <p:nvSpPr>
              <p:cNvPr id="93" name="Freeform 7">
                <a:extLst>
                  <a:ext uri="{FF2B5EF4-FFF2-40B4-BE49-F238E27FC236}">
                    <a16:creationId xmlns:a16="http://schemas.microsoft.com/office/drawing/2014/main" id="{32433BE4-4F08-4F92-BE39-5B77C1085636}"/>
                  </a:ext>
                </a:extLst>
              </p:cNvPr>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9">
                <a:extLst>
                  <a:ext uri="{FF2B5EF4-FFF2-40B4-BE49-F238E27FC236}">
                    <a16:creationId xmlns:a16="http://schemas.microsoft.com/office/drawing/2014/main" id="{51764DA2-52E2-423F-85D6-75B1BABB163D}"/>
                  </a:ext>
                </a:extLst>
              </p:cNvPr>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10">
                <a:extLst>
                  <a:ext uri="{FF2B5EF4-FFF2-40B4-BE49-F238E27FC236}">
                    <a16:creationId xmlns:a16="http://schemas.microsoft.com/office/drawing/2014/main" id="{BFC2BC47-EF8E-4EC1-B60C-2088104A1636}"/>
                  </a:ext>
                </a:extLst>
              </p:cNvPr>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11">
                <a:extLst>
                  <a:ext uri="{FF2B5EF4-FFF2-40B4-BE49-F238E27FC236}">
                    <a16:creationId xmlns:a16="http://schemas.microsoft.com/office/drawing/2014/main" id="{67DEC311-D611-4149-B523-05C0ABBD58EC}"/>
                  </a:ext>
                </a:extLst>
              </p:cNvPr>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12">
                <a:extLst>
                  <a:ext uri="{FF2B5EF4-FFF2-40B4-BE49-F238E27FC236}">
                    <a16:creationId xmlns:a16="http://schemas.microsoft.com/office/drawing/2014/main" id="{58233AB1-34C4-4BD9-9FB0-767BD166F993}"/>
                  </a:ext>
                </a:extLst>
              </p:cNvPr>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13">
                <a:extLst>
                  <a:ext uri="{FF2B5EF4-FFF2-40B4-BE49-F238E27FC236}">
                    <a16:creationId xmlns:a16="http://schemas.microsoft.com/office/drawing/2014/main" id="{0E260866-AE30-4945-9922-7D1DB2D68515}"/>
                  </a:ext>
                </a:extLst>
              </p:cNvPr>
              <p:cNvSpPr>
                <a:spLocks/>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14">
                <a:extLst>
                  <a:ext uri="{FF2B5EF4-FFF2-40B4-BE49-F238E27FC236}">
                    <a16:creationId xmlns:a16="http://schemas.microsoft.com/office/drawing/2014/main" id="{30721946-26CB-4B88-BDEC-9FC3BF1EDAB4}"/>
                  </a:ext>
                </a:extLst>
              </p:cNvPr>
              <p:cNvSpPr>
                <a:spLocks/>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Freeform 15">
                <a:extLst>
                  <a:ext uri="{FF2B5EF4-FFF2-40B4-BE49-F238E27FC236}">
                    <a16:creationId xmlns:a16="http://schemas.microsoft.com/office/drawing/2014/main" id="{97F4BE7F-CEF6-47B2-85EA-F36E445FCE4E}"/>
                  </a:ext>
                </a:extLst>
              </p:cNvPr>
              <p:cNvSpPr>
                <a:spLocks/>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16">
                <a:extLst>
                  <a:ext uri="{FF2B5EF4-FFF2-40B4-BE49-F238E27FC236}">
                    <a16:creationId xmlns:a16="http://schemas.microsoft.com/office/drawing/2014/main" id="{1F031270-C195-4E41-879C-8D90DA423ACC}"/>
                  </a:ext>
                </a:extLst>
              </p:cNvPr>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Freeform 17">
                <a:extLst>
                  <a:ext uri="{FF2B5EF4-FFF2-40B4-BE49-F238E27FC236}">
                    <a16:creationId xmlns:a16="http://schemas.microsoft.com/office/drawing/2014/main" id="{B956F60E-DF5C-4886-A8A6-E136E58BD546}"/>
                  </a:ext>
                </a:extLst>
              </p:cNvPr>
              <p:cNvSpPr>
                <a:spLocks/>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18">
                <a:extLst>
                  <a:ext uri="{FF2B5EF4-FFF2-40B4-BE49-F238E27FC236}">
                    <a16:creationId xmlns:a16="http://schemas.microsoft.com/office/drawing/2014/main" id="{5DF39513-B111-4873-835A-3642EA8F4C84}"/>
                  </a:ext>
                </a:extLst>
              </p:cNvPr>
              <p:cNvSpPr>
                <a:spLocks/>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19">
                <a:extLst>
                  <a:ext uri="{FF2B5EF4-FFF2-40B4-BE49-F238E27FC236}">
                    <a16:creationId xmlns:a16="http://schemas.microsoft.com/office/drawing/2014/main" id="{16BE9DE5-536F-4E61-8F12-F24E6D98436C}"/>
                  </a:ext>
                </a:extLst>
              </p:cNvPr>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20">
                <a:extLst>
                  <a:ext uri="{FF2B5EF4-FFF2-40B4-BE49-F238E27FC236}">
                    <a16:creationId xmlns:a16="http://schemas.microsoft.com/office/drawing/2014/main" id="{CF2A6ADC-82E1-43FA-AF66-3DDEF424939B}"/>
                  </a:ext>
                </a:extLst>
              </p:cNvPr>
              <p:cNvSpPr>
                <a:spLocks/>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21">
                <a:extLst>
                  <a:ext uri="{FF2B5EF4-FFF2-40B4-BE49-F238E27FC236}">
                    <a16:creationId xmlns:a16="http://schemas.microsoft.com/office/drawing/2014/main" id="{B7DAE460-AD21-4F40-9793-E7AA26989772}"/>
                  </a:ext>
                </a:extLst>
              </p:cNvPr>
              <p:cNvSpPr>
                <a:spLocks/>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Freeform 22">
                <a:extLst>
                  <a:ext uri="{FF2B5EF4-FFF2-40B4-BE49-F238E27FC236}">
                    <a16:creationId xmlns:a16="http://schemas.microsoft.com/office/drawing/2014/main" id="{4FFEAC41-3023-4674-9AF0-CD5FE98D1115}"/>
                  </a:ext>
                </a:extLst>
              </p:cNvPr>
              <p:cNvSpPr>
                <a:spLocks/>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23">
                <a:extLst>
                  <a:ext uri="{FF2B5EF4-FFF2-40B4-BE49-F238E27FC236}">
                    <a16:creationId xmlns:a16="http://schemas.microsoft.com/office/drawing/2014/main" id="{9AAD7AF7-A26A-4DD7-86A8-2F52CD4CAE27}"/>
                  </a:ext>
                </a:extLst>
              </p:cNvPr>
              <p:cNvSpPr>
                <a:spLocks/>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24">
                <a:extLst>
                  <a:ext uri="{FF2B5EF4-FFF2-40B4-BE49-F238E27FC236}">
                    <a16:creationId xmlns:a16="http://schemas.microsoft.com/office/drawing/2014/main" id="{789B96A4-624B-4D8C-859E-6BABECD315E9}"/>
                  </a:ext>
                </a:extLst>
              </p:cNvPr>
              <p:cNvSpPr>
                <a:spLocks/>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25">
                <a:extLst>
                  <a:ext uri="{FF2B5EF4-FFF2-40B4-BE49-F238E27FC236}">
                    <a16:creationId xmlns:a16="http://schemas.microsoft.com/office/drawing/2014/main" id="{8C36D16E-3DA8-42CF-9DDC-7D834D21BA69}"/>
                  </a:ext>
                </a:extLst>
              </p:cNvPr>
              <p:cNvSpPr>
                <a:spLocks/>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26">
                <a:extLst>
                  <a:ext uri="{FF2B5EF4-FFF2-40B4-BE49-F238E27FC236}">
                    <a16:creationId xmlns:a16="http://schemas.microsoft.com/office/drawing/2014/main" id="{5D08ED91-07A5-4FA2-9606-65CAFAA55361}"/>
                  </a:ext>
                </a:extLst>
              </p:cNvPr>
              <p:cNvSpPr>
                <a:spLocks/>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27">
                <a:extLst>
                  <a:ext uri="{FF2B5EF4-FFF2-40B4-BE49-F238E27FC236}">
                    <a16:creationId xmlns:a16="http://schemas.microsoft.com/office/drawing/2014/main" id="{268BFE47-D008-438E-8367-EBB49066ED76}"/>
                  </a:ext>
                </a:extLst>
              </p:cNvPr>
              <p:cNvSpPr>
                <a:spLocks/>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Freeform 28">
                <a:extLst>
                  <a:ext uri="{FF2B5EF4-FFF2-40B4-BE49-F238E27FC236}">
                    <a16:creationId xmlns:a16="http://schemas.microsoft.com/office/drawing/2014/main" id="{943B9CF9-1706-4C9F-BDA9-9321F3F408CD}"/>
                  </a:ext>
                </a:extLst>
              </p:cNvPr>
              <p:cNvSpPr>
                <a:spLocks/>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4" name="Freeform 29">
                <a:extLst>
                  <a:ext uri="{FF2B5EF4-FFF2-40B4-BE49-F238E27FC236}">
                    <a16:creationId xmlns:a16="http://schemas.microsoft.com/office/drawing/2014/main" id="{24627C97-2BBB-4C33-B847-0DF9DC1B5EF5}"/>
                  </a:ext>
                </a:extLst>
              </p:cNvPr>
              <p:cNvSpPr>
                <a:spLocks/>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5" name="Freeform 30">
                <a:extLst>
                  <a:ext uri="{FF2B5EF4-FFF2-40B4-BE49-F238E27FC236}">
                    <a16:creationId xmlns:a16="http://schemas.microsoft.com/office/drawing/2014/main" id="{BD10ACA2-6749-4896-88C7-FD8AA31B050D}"/>
                  </a:ext>
                </a:extLst>
              </p:cNvPr>
              <p:cNvSpPr>
                <a:spLocks/>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6" name="Freeform 31">
                <a:extLst>
                  <a:ext uri="{FF2B5EF4-FFF2-40B4-BE49-F238E27FC236}">
                    <a16:creationId xmlns:a16="http://schemas.microsoft.com/office/drawing/2014/main" id="{E8F7BFB5-7363-4193-9733-7175C7EC6397}"/>
                  </a:ext>
                </a:extLst>
              </p:cNvPr>
              <p:cNvSpPr>
                <a:spLocks/>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7" name="Freeform 32">
                <a:extLst>
                  <a:ext uri="{FF2B5EF4-FFF2-40B4-BE49-F238E27FC236}">
                    <a16:creationId xmlns:a16="http://schemas.microsoft.com/office/drawing/2014/main" id="{9D27B6A7-AD72-4937-96AE-207857EFAF1C}"/>
                  </a:ext>
                </a:extLst>
              </p:cNvPr>
              <p:cNvSpPr>
                <a:spLocks/>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8" name="Freeform 33">
                <a:extLst>
                  <a:ext uri="{FF2B5EF4-FFF2-40B4-BE49-F238E27FC236}">
                    <a16:creationId xmlns:a16="http://schemas.microsoft.com/office/drawing/2014/main" id="{E3FCA93D-4CB0-472E-BCE7-207E9A7E3665}"/>
                  </a:ext>
                </a:extLst>
              </p:cNvPr>
              <p:cNvSpPr>
                <a:spLocks/>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9" name="Freeform 34">
                <a:extLst>
                  <a:ext uri="{FF2B5EF4-FFF2-40B4-BE49-F238E27FC236}">
                    <a16:creationId xmlns:a16="http://schemas.microsoft.com/office/drawing/2014/main" id="{B721882A-A532-42E3-B0FB-4C96AA9FF485}"/>
                  </a:ext>
                </a:extLst>
              </p:cNvPr>
              <p:cNvSpPr>
                <a:spLocks/>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0" name="Freeform 46">
                <a:extLst>
                  <a:ext uri="{FF2B5EF4-FFF2-40B4-BE49-F238E27FC236}">
                    <a16:creationId xmlns:a16="http://schemas.microsoft.com/office/drawing/2014/main" id="{AB8B669A-4EE5-4220-B3DD-0F3E824CCE0F}"/>
                  </a:ext>
                </a:extLst>
              </p:cNvPr>
              <p:cNvSpPr>
                <a:spLocks/>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1" name="Freeform 47">
                <a:extLst>
                  <a:ext uri="{FF2B5EF4-FFF2-40B4-BE49-F238E27FC236}">
                    <a16:creationId xmlns:a16="http://schemas.microsoft.com/office/drawing/2014/main" id="{09CD7FDC-D4E4-4111-B53A-D1A6272AB0FA}"/>
                  </a:ext>
                </a:extLst>
              </p:cNvPr>
              <p:cNvSpPr>
                <a:spLocks/>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2" name="Freeform 48">
                <a:extLst>
                  <a:ext uri="{FF2B5EF4-FFF2-40B4-BE49-F238E27FC236}">
                    <a16:creationId xmlns:a16="http://schemas.microsoft.com/office/drawing/2014/main" id="{35A93644-6522-49DF-A936-47A8B89C4C17}"/>
                  </a:ext>
                </a:extLst>
              </p:cNvPr>
              <p:cNvSpPr>
                <a:spLocks/>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3" name="Freeform 49">
                <a:extLst>
                  <a:ext uri="{FF2B5EF4-FFF2-40B4-BE49-F238E27FC236}">
                    <a16:creationId xmlns:a16="http://schemas.microsoft.com/office/drawing/2014/main" id="{7AC1FDA7-249E-4357-A05D-CD67B1964468}"/>
                  </a:ext>
                </a:extLst>
              </p:cNvPr>
              <p:cNvSpPr>
                <a:spLocks/>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4" name="Freeform 50">
                <a:extLst>
                  <a:ext uri="{FF2B5EF4-FFF2-40B4-BE49-F238E27FC236}">
                    <a16:creationId xmlns:a16="http://schemas.microsoft.com/office/drawing/2014/main" id="{48EE4FBE-2DA0-44B0-B4C9-B4ACD8889A91}"/>
                  </a:ext>
                </a:extLst>
              </p:cNvPr>
              <p:cNvSpPr>
                <a:spLocks/>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5" name="Freeform 51">
                <a:extLst>
                  <a:ext uri="{FF2B5EF4-FFF2-40B4-BE49-F238E27FC236}">
                    <a16:creationId xmlns:a16="http://schemas.microsoft.com/office/drawing/2014/main" id="{350858FF-2E15-4B3E-9209-36EEC3BC7EE7}"/>
                  </a:ext>
                </a:extLst>
              </p:cNvPr>
              <p:cNvSpPr>
                <a:spLocks/>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6" name="Freeform 52">
                <a:extLst>
                  <a:ext uri="{FF2B5EF4-FFF2-40B4-BE49-F238E27FC236}">
                    <a16:creationId xmlns:a16="http://schemas.microsoft.com/office/drawing/2014/main" id="{D5B84CB0-C1EB-48F0-81C0-A2EF53E503F7}"/>
                  </a:ext>
                </a:extLst>
              </p:cNvPr>
              <p:cNvSpPr>
                <a:spLocks/>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7" name="Freeform 53">
                <a:extLst>
                  <a:ext uri="{FF2B5EF4-FFF2-40B4-BE49-F238E27FC236}">
                    <a16:creationId xmlns:a16="http://schemas.microsoft.com/office/drawing/2014/main" id="{A41497B8-AB8A-4090-A901-337B842DFD4A}"/>
                  </a:ext>
                </a:extLst>
              </p:cNvPr>
              <p:cNvSpPr>
                <a:spLocks/>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8" name="Freeform 54">
                <a:extLst>
                  <a:ext uri="{FF2B5EF4-FFF2-40B4-BE49-F238E27FC236}">
                    <a16:creationId xmlns:a16="http://schemas.microsoft.com/office/drawing/2014/main" id="{CB87C1A6-038C-471A-8316-748F90ADD5B0}"/>
                  </a:ext>
                </a:extLst>
              </p:cNvPr>
              <p:cNvSpPr>
                <a:spLocks/>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9" name="Freeform 55">
                <a:extLst>
                  <a:ext uri="{FF2B5EF4-FFF2-40B4-BE49-F238E27FC236}">
                    <a16:creationId xmlns:a16="http://schemas.microsoft.com/office/drawing/2014/main" id="{3EF62E49-56AD-4520-92AF-C2748C10F26E}"/>
                  </a:ext>
                </a:extLst>
              </p:cNvPr>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0" name="Freeform 56">
                <a:extLst>
                  <a:ext uri="{FF2B5EF4-FFF2-40B4-BE49-F238E27FC236}">
                    <a16:creationId xmlns:a16="http://schemas.microsoft.com/office/drawing/2014/main" id="{96FCA361-890F-4218-B09E-45A641DB9929}"/>
                  </a:ext>
                </a:extLst>
              </p:cNvPr>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1" name="Freeform 57">
                <a:extLst>
                  <a:ext uri="{FF2B5EF4-FFF2-40B4-BE49-F238E27FC236}">
                    <a16:creationId xmlns:a16="http://schemas.microsoft.com/office/drawing/2014/main" id="{D5A3188C-07A5-4AFE-918E-281A86B918EC}"/>
                  </a:ext>
                </a:extLst>
              </p:cNvPr>
              <p:cNvSpPr>
                <a:spLocks/>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2" name="Freeform 58">
                <a:extLst>
                  <a:ext uri="{FF2B5EF4-FFF2-40B4-BE49-F238E27FC236}">
                    <a16:creationId xmlns:a16="http://schemas.microsoft.com/office/drawing/2014/main" id="{AA3A54DF-F014-4D52-90C1-93A0E72D2ACA}"/>
                  </a:ext>
                </a:extLst>
              </p:cNvPr>
              <p:cNvSpPr>
                <a:spLocks/>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33" name="文本占位符 65">
            <a:extLst>
              <a:ext uri="{FF2B5EF4-FFF2-40B4-BE49-F238E27FC236}">
                <a16:creationId xmlns:a16="http://schemas.microsoft.com/office/drawing/2014/main" id="{A153AA9C-3705-4AAF-B50D-DC34E4633785}"/>
              </a:ext>
            </a:extLst>
          </p:cNvPr>
          <p:cNvSpPr>
            <a:spLocks noGrp="1"/>
          </p:cNvSpPr>
          <p:nvPr>
            <p:ph type="body" idx="17"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p>
        </p:txBody>
      </p:sp>
    </p:spTree>
    <p:extLst>
      <p:ext uri="{BB962C8B-B14F-4D97-AF65-F5344CB8AC3E}">
        <p14:creationId xmlns:p14="http://schemas.microsoft.com/office/powerpoint/2010/main" val="5367477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手机样机">
    <p:spTree>
      <p:nvGrpSpPr>
        <p:cNvPr id="1" name=""/>
        <p:cNvGrpSpPr/>
        <p:nvPr/>
      </p:nvGrpSpPr>
      <p:grpSpPr>
        <a:xfrm>
          <a:off x="0" y="0"/>
          <a:ext cx="0" cy="0"/>
          <a:chOff x="0" y="0"/>
          <a:chExt cx="0" cy="0"/>
        </a:xfrm>
      </p:grpSpPr>
      <p:sp>
        <p:nvSpPr>
          <p:cNvPr id="12" name="图片占位符 11">
            <a:extLst>
              <a:ext uri="{FF2B5EF4-FFF2-40B4-BE49-F238E27FC236}">
                <a16:creationId xmlns:a16="http://schemas.microsoft.com/office/drawing/2014/main" id="{FC851A91-2696-4EFC-818B-38A8BC9CD485}"/>
              </a:ext>
            </a:extLst>
          </p:cNvPr>
          <p:cNvSpPr>
            <a:spLocks noGrp="1"/>
          </p:cNvSpPr>
          <p:nvPr>
            <p:ph type="pic" sz="quarter" idx="10"/>
          </p:nvPr>
        </p:nvSpPr>
        <p:spPr>
          <a:xfrm>
            <a:off x="4712208" y="1425576"/>
            <a:ext cx="2761487" cy="5432425"/>
          </a:xfrm>
          <a:custGeom>
            <a:avLst/>
            <a:gdLst>
              <a:gd name="connsiteX0" fmla="*/ 226557 w 2727960"/>
              <a:gd name="connsiteY0" fmla="*/ 0 h 5432425"/>
              <a:gd name="connsiteX1" fmla="*/ 2501403 w 2727960"/>
              <a:gd name="connsiteY1" fmla="*/ 0 h 5432425"/>
              <a:gd name="connsiteX2" fmla="*/ 2727960 w 2727960"/>
              <a:gd name="connsiteY2" fmla="*/ 226557 h 5432425"/>
              <a:gd name="connsiteX3" fmla="*/ 2727960 w 2727960"/>
              <a:gd name="connsiteY3" fmla="*/ 5432425 h 5432425"/>
              <a:gd name="connsiteX4" fmla="*/ 0 w 2727960"/>
              <a:gd name="connsiteY4" fmla="*/ 5432425 h 5432425"/>
              <a:gd name="connsiteX5" fmla="*/ 0 w 2727960"/>
              <a:gd name="connsiteY5" fmla="*/ 226557 h 5432425"/>
              <a:gd name="connsiteX6" fmla="*/ 226557 w 2727960"/>
              <a:gd name="connsiteY6" fmla="*/ 0 h 5432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727960" h="5432425">
                <a:moveTo>
                  <a:pt x="226557" y="0"/>
                </a:moveTo>
                <a:lnTo>
                  <a:pt x="2501403" y="0"/>
                </a:lnTo>
                <a:cubicBezTo>
                  <a:pt x="2626527" y="0"/>
                  <a:pt x="2727960" y="101433"/>
                  <a:pt x="2727960" y="226557"/>
                </a:cubicBezTo>
                <a:lnTo>
                  <a:pt x="2727960" y="5432425"/>
                </a:lnTo>
                <a:lnTo>
                  <a:pt x="0" y="5432425"/>
                </a:lnTo>
                <a:lnTo>
                  <a:pt x="0" y="226557"/>
                </a:lnTo>
                <a:cubicBezTo>
                  <a:pt x="0" y="101433"/>
                  <a:pt x="101433" y="0"/>
                  <a:pt x="226557" y="0"/>
                </a:cubicBezTo>
                <a:close/>
              </a:path>
            </a:pathLst>
          </a:custGeom>
        </p:spPr>
        <p:txBody>
          <a:bodyPr wrap="square">
            <a:noAutofit/>
          </a:bodyPr>
          <a:lstStyle/>
          <a:p>
            <a:endParaRPr lang="zh-CN" altLang="en-US"/>
          </a:p>
        </p:txBody>
      </p:sp>
      <p:pic>
        <p:nvPicPr>
          <p:cNvPr id="6" name="图片 5">
            <a:extLst>
              <a:ext uri="{FF2B5EF4-FFF2-40B4-BE49-F238E27FC236}">
                <a16:creationId xmlns:a16="http://schemas.microsoft.com/office/drawing/2014/main" id="{A2844D37-073C-4610-8779-61E112A24D3A}"/>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b="14157"/>
          <a:stretch/>
        </p:blipFill>
        <p:spPr>
          <a:xfrm>
            <a:off x="4023982" y="970876"/>
            <a:ext cx="4144035" cy="5887124"/>
          </a:xfrm>
          <a:prstGeom prst="rect">
            <a:avLst/>
          </a:prstGeom>
        </p:spPr>
      </p:pic>
      <p:sp>
        <p:nvSpPr>
          <p:cNvPr id="13" name="文本框 12">
            <a:extLst>
              <a:ext uri="{FF2B5EF4-FFF2-40B4-BE49-F238E27FC236}">
                <a16:creationId xmlns:a16="http://schemas.microsoft.com/office/drawing/2014/main" id="{AF9976BE-55E9-4E9E-ABBD-793CA89F037A}"/>
              </a:ext>
            </a:extLst>
          </p:cNvPr>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p>
        </p:txBody>
      </p:sp>
      <p:grpSp>
        <p:nvGrpSpPr>
          <p:cNvPr id="14" name="组合 13">
            <a:extLst>
              <a:ext uri="{FF2B5EF4-FFF2-40B4-BE49-F238E27FC236}">
                <a16:creationId xmlns:a16="http://schemas.microsoft.com/office/drawing/2014/main" id="{7260680F-ECAA-4D59-8FEB-5D0D8DA95B8F}"/>
              </a:ext>
            </a:extLst>
          </p:cNvPr>
          <p:cNvGrpSpPr/>
          <p:nvPr userDrawn="1"/>
        </p:nvGrpSpPr>
        <p:grpSpPr>
          <a:xfrm rot="169789">
            <a:off x="7333468" y="1757113"/>
            <a:ext cx="5694860" cy="5835138"/>
            <a:chOff x="377825" y="6983413"/>
            <a:chExt cx="5284788" cy="5414962"/>
          </a:xfrm>
          <a:solidFill>
            <a:schemeClr val="accent1">
              <a:alpha val="4000"/>
            </a:schemeClr>
          </a:solidFill>
        </p:grpSpPr>
        <p:sp>
          <p:nvSpPr>
            <p:cNvPr id="15" name="Freeform 19">
              <a:extLst>
                <a:ext uri="{FF2B5EF4-FFF2-40B4-BE49-F238E27FC236}">
                  <a16:creationId xmlns:a16="http://schemas.microsoft.com/office/drawing/2014/main" id="{81DBE006-A25C-44A0-9AF5-411F75B51F11}"/>
                </a:ext>
              </a:extLst>
            </p:cNvPr>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6" name="Freeform 20">
              <a:extLst>
                <a:ext uri="{FF2B5EF4-FFF2-40B4-BE49-F238E27FC236}">
                  <a16:creationId xmlns:a16="http://schemas.microsoft.com/office/drawing/2014/main" id="{91AC3BDE-5BDC-444D-975A-87A9EF3F33B9}"/>
                </a:ext>
              </a:extLst>
            </p:cNvPr>
            <p:cNvSpPr>
              <a:spLocks/>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7" name="Freeform 22">
              <a:extLst>
                <a:ext uri="{FF2B5EF4-FFF2-40B4-BE49-F238E27FC236}">
                  <a16:creationId xmlns:a16="http://schemas.microsoft.com/office/drawing/2014/main" id="{B64AAA0D-3A52-4EC3-AB22-12464DFDCAE6}"/>
                </a:ext>
              </a:extLst>
            </p:cNvPr>
            <p:cNvSpPr>
              <a:spLocks/>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8" name="Freeform 23">
              <a:extLst>
                <a:ext uri="{FF2B5EF4-FFF2-40B4-BE49-F238E27FC236}">
                  <a16:creationId xmlns:a16="http://schemas.microsoft.com/office/drawing/2014/main" id="{4DFFFB12-78C4-4F0D-AD90-F8259DA2BC21}"/>
                </a:ext>
              </a:extLst>
            </p:cNvPr>
            <p:cNvSpPr>
              <a:spLocks/>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9" name="Freeform 24">
              <a:extLst>
                <a:ext uri="{FF2B5EF4-FFF2-40B4-BE49-F238E27FC236}">
                  <a16:creationId xmlns:a16="http://schemas.microsoft.com/office/drawing/2014/main" id="{A7536A1F-F950-4287-94FC-3B0202544C8C}"/>
                </a:ext>
              </a:extLst>
            </p:cNvPr>
            <p:cNvSpPr>
              <a:spLocks/>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0" name="Freeform 25">
              <a:extLst>
                <a:ext uri="{FF2B5EF4-FFF2-40B4-BE49-F238E27FC236}">
                  <a16:creationId xmlns:a16="http://schemas.microsoft.com/office/drawing/2014/main" id="{A3455568-7D4F-47BF-BF98-9993531E65CC}"/>
                </a:ext>
              </a:extLst>
            </p:cNvPr>
            <p:cNvSpPr>
              <a:spLocks/>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26">
              <a:extLst>
                <a:ext uri="{FF2B5EF4-FFF2-40B4-BE49-F238E27FC236}">
                  <a16:creationId xmlns:a16="http://schemas.microsoft.com/office/drawing/2014/main" id="{A8240DFA-9E0C-4579-AB1C-0162E66ACAFB}"/>
                </a:ext>
              </a:extLst>
            </p:cNvPr>
            <p:cNvSpPr>
              <a:spLocks/>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2" name="Freeform 31">
              <a:extLst>
                <a:ext uri="{FF2B5EF4-FFF2-40B4-BE49-F238E27FC236}">
                  <a16:creationId xmlns:a16="http://schemas.microsoft.com/office/drawing/2014/main" id="{7A238C7A-473F-48E5-ACE2-0602577C472A}"/>
                </a:ext>
              </a:extLst>
            </p:cNvPr>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3" name="Freeform 33">
              <a:extLst>
                <a:ext uri="{FF2B5EF4-FFF2-40B4-BE49-F238E27FC236}">
                  <a16:creationId xmlns:a16="http://schemas.microsoft.com/office/drawing/2014/main" id="{9BCE27E9-FE2E-43A8-BD5A-D15899D3F14F}"/>
                </a:ext>
              </a:extLst>
            </p:cNvPr>
            <p:cNvSpPr>
              <a:spLocks/>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4" name="Freeform 35">
              <a:extLst>
                <a:ext uri="{FF2B5EF4-FFF2-40B4-BE49-F238E27FC236}">
                  <a16:creationId xmlns:a16="http://schemas.microsoft.com/office/drawing/2014/main" id="{C10416DF-6CF5-40AE-890B-E772F443D764}"/>
                </a:ext>
              </a:extLst>
            </p:cNvPr>
            <p:cNvSpPr>
              <a:spLocks/>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5" name="Freeform 36">
              <a:extLst>
                <a:ext uri="{FF2B5EF4-FFF2-40B4-BE49-F238E27FC236}">
                  <a16:creationId xmlns:a16="http://schemas.microsoft.com/office/drawing/2014/main" id="{43372815-F368-4ED5-BE7B-09108713A43A}"/>
                </a:ext>
              </a:extLst>
            </p:cNvPr>
            <p:cNvSpPr>
              <a:spLocks/>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6" name="Freeform 38">
              <a:extLst>
                <a:ext uri="{FF2B5EF4-FFF2-40B4-BE49-F238E27FC236}">
                  <a16:creationId xmlns:a16="http://schemas.microsoft.com/office/drawing/2014/main" id="{BA0D7251-6998-49DA-926E-796D4EDCB452}"/>
                </a:ext>
              </a:extLst>
            </p:cNvPr>
            <p:cNvSpPr>
              <a:spLocks/>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7" name="Freeform 39">
              <a:extLst>
                <a:ext uri="{FF2B5EF4-FFF2-40B4-BE49-F238E27FC236}">
                  <a16:creationId xmlns:a16="http://schemas.microsoft.com/office/drawing/2014/main" id="{EEDD8667-BE41-43DC-A358-7180A179EEAD}"/>
                </a:ext>
              </a:extLst>
            </p:cNvPr>
            <p:cNvSpPr>
              <a:spLocks/>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8" name="Freeform 40">
              <a:extLst>
                <a:ext uri="{FF2B5EF4-FFF2-40B4-BE49-F238E27FC236}">
                  <a16:creationId xmlns:a16="http://schemas.microsoft.com/office/drawing/2014/main" id="{8D00B370-3F80-4287-8A71-CB7E556D9851}"/>
                </a:ext>
              </a:extLst>
            </p:cNvPr>
            <p:cNvSpPr>
              <a:spLocks/>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75" name="矩形: 圆角 74">
            <a:extLst>
              <a:ext uri="{FF2B5EF4-FFF2-40B4-BE49-F238E27FC236}">
                <a16:creationId xmlns:a16="http://schemas.microsoft.com/office/drawing/2014/main" id="{F4751B9B-D59E-4594-B27D-0ECC9F28F2EB}"/>
              </a:ext>
            </a:extLst>
          </p:cNvPr>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6" name="组合 75">
            <a:extLst>
              <a:ext uri="{FF2B5EF4-FFF2-40B4-BE49-F238E27FC236}">
                <a16:creationId xmlns:a16="http://schemas.microsoft.com/office/drawing/2014/main" id="{14F05B92-72CD-4FC2-92BD-2EBE7D3C9767}"/>
              </a:ext>
            </a:extLst>
          </p:cNvPr>
          <p:cNvGrpSpPr/>
          <p:nvPr userDrawn="1"/>
        </p:nvGrpSpPr>
        <p:grpSpPr>
          <a:xfrm>
            <a:off x="237423" y="135299"/>
            <a:ext cx="847682" cy="847682"/>
            <a:chOff x="237423" y="135299"/>
            <a:chExt cx="847682" cy="847682"/>
          </a:xfrm>
        </p:grpSpPr>
        <p:sp>
          <p:nvSpPr>
            <p:cNvPr id="77" name="椭圆 76">
              <a:extLst>
                <a:ext uri="{FF2B5EF4-FFF2-40B4-BE49-F238E27FC236}">
                  <a16:creationId xmlns:a16="http://schemas.microsoft.com/office/drawing/2014/main" id="{49D84261-FCCC-406D-BB96-48DBFD9499B3}"/>
                </a:ext>
              </a:extLst>
            </p:cNvPr>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8" name="组合 77">
              <a:extLst>
                <a:ext uri="{FF2B5EF4-FFF2-40B4-BE49-F238E27FC236}">
                  <a16:creationId xmlns:a16="http://schemas.microsoft.com/office/drawing/2014/main" id="{8532B412-BF1D-419D-B6D2-DFD3A04A6D90}"/>
                </a:ext>
              </a:extLst>
            </p:cNvPr>
            <p:cNvGrpSpPr/>
            <p:nvPr/>
          </p:nvGrpSpPr>
          <p:grpSpPr>
            <a:xfrm>
              <a:off x="293735" y="191234"/>
              <a:ext cx="735058" cy="735811"/>
              <a:chOff x="3497262" y="849313"/>
              <a:chExt cx="4651376" cy="4656138"/>
            </a:xfrm>
            <a:solidFill>
              <a:schemeClr val="accent1"/>
            </a:solidFill>
          </p:grpSpPr>
          <p:sp>
            <p:nvSpPr>
              <p:cNvPr id="79" name="Freeform 7">
                <a:extLst>
                  <a:ext uri="{FF2B5EF4-FFF2-40B4-BE49-F238E27FC236}">
                    <a16:creationId xmlns:a16="http://schemas.microsoft.com/office/drawing/2014/main" id="{E890A190-2E52-455C-BD01-95137C3DF92D}"/>
                  </a:ext>
                </a:extLst>
              </p:cNvPr>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Freeform 9">
                <a:extLst>
                  <a:ext uri="{FF2B5EF4-FFF2-40B4-BE49-F238E27FC236}">
                    <a16:creationId xmlns:a16="http://schemas.microsoft.com/office/drawing/2014/main" id="{106619BB-562E-4784-8EE7-5C2E75F8254A}"/>
                  </a:ext>
                </a:extLst>
              </p:cNvPr>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Freeform 10">
                <a:extLst>
                  <a:ext uri="{FF2B5EF4-FFF2-40B4-BE49-F238E27FC236}">
                    <a16:creationId xmlns:a16="http://schemas.microsoft.com/office/drawing/2014/main" id="{293A581A-E831-4103-B9B7-4143FC4CD69D}"/>
                  </a:ext>
                </a:extLst>
              </p:cNvPr>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Freeform 11">
                <a:extLst>
                  <a:ext uri="{FF2B5EF4-FFF2-40B4-BE49-F238E27FC236}">
                    <a16:creationId xmlns:a16="http://schemas.microsoft.com/office/drawing/2014/main" id="{389C9D4F-C196-4B87-A496-C9B0E44F29DC}"/>
                  </a:ext>
                </a:extLst>
              </p:cNvPr>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Freeform 12">
                <a:extLst>
                  <a:ext uri="{FF2B5EF4-FFF2-40B4-BE49-F238E27FC236}">
                    <a16:creationId xmlns:a16="http://schemas.microsoft.com/office/drawing/2014/main" id="{E2FFB9EE-BA6D-448B-B5C1-2790B7CADE12}"/>
                  </a:ext>
                </a:extLst>
              </p:cNvPr>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Freeform 13">
                <a:extLst>
                  <a:ext uri="{FF2B5EF4-FFF2-40B4-BE49-F238E27FC236}">
                    <a16:creationId xmlns:a16="http://schemas.microsoft.com/office/drawing/2014/main" id="{1BD366BD-60DB-43F1-B8D3-CB0248EF4187}"/>
                  </a:ext>
                </a:extLst>
              </p:cNvPr>
              <p:cNvSpPr>
                <a:spLocks/>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Freeform 14">
                <a:extLst>
                  <a:ext uri="{FF2B5EF4-FFF2-40B4-BE49-F238E27FC236}">
                    <a16:creationId xmlns:a16="http://schemas.microsoft.com/office/drawing/2014/main" id="{E519707E-5F8A-410E-9D77-C0A7C5B0914A}"/>
                  </a:ext>
                </a:extLst>
              </p:cNvPr>
              <p:cNvSpPr>
                <a:spLocks/>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15">
                <a:extLst>
                  <a:ext uri="{FF2B5EF4-FFF2-40B4-BE49-F238E27FC236}">
                    <a16:creationId xmlns:a16="http://schemas.microsoft.com/office/drawing/2014/main" id="{4FAF17A2-4E3D-4253-8DBA-4FFCEFA5FD32}"/>
                  </a:ext>
                </a:extLst>
              </p:cNvPr>
              <p:cNvSpPr>
                <a:spLocks/>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Freeform 16">
                <a:extLst>
                  <a:ext uri="{FF2B5EF4-FFF2-40B4-BE49-F238E27FC236}">
                    <a16:creationId xmlns:a16="http://schemas.microsoft.com/office/drawing/2014/main" id="{E30F5AFF-D7D2-46C7-ABB0-F80686268766}"/>
                  </a:ext>
                </a:extLst>
              </p:cNvPr>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Freeform 17">
                <a:extLst>
                  <a:ext uri="{FF2B5EF4-FFF2-40B4-BE49-F238E27FC236}">
                    <a16:creationId xmlns:a16="http://schemas.microsoft.com/office/drawing/2014/main" id="{0E5867A6-7F38-4DB7-80B1-3042CCB57DA5}"/>
                  </a:ext>
                </a:extLst>
              </p:cNvPr>
              <p:cNvSpPr>
                <a:spLocks/>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Freeform 18">
                <a:extLst>
                  <a:ext uri="{FF2B5EF4-FFF2-40B4-BE49-F238E27FC236}">
                    <a16:creationId xmlns:a16="http://schemas.microsoft.com/office/drawing/2014/main" id="{4E08BDE6-C14E-4A0B-9752-804BA469EB88}"/>
                  </a:ext>
                </a:extLst>
              </p:cNvPr>
              <p:cNvSpPr>
                <a:spLocks/>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Freeform 19">
                <a:extLst>
                  <a:ext uri="{FF2B5EF4-FFF2-40B4-BE49-F238E27FC236}">
                    <a16:creationId xmlns:a16="http://schemas.microsoft.com/office/drawing/2014/main" id="{E9414496-E6BE-4D21-A307-3AF7A3F81A44}"/>
                  </a:ext>
                </a:extLst>
              </p:cNvPr>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Freeform 20">
                <a:extLst>
                  <a:ext uri="{FF2B5EF4-FFF2-40B4-BE49-F238E27FC236}">
                    <a16:creationId xmlns:a16="http://schemas.microsoft.com/office/drawing/2014/main" id="{60D0DECE-E1CC-4BAF-803C-A399140836FB}"/>
                  </a:ext>
                </a:extLst>
              </p:cNvPr>
              <p:cNvSpPr>
                <a:spLocks/>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21">
                <a:extLst>
                  <a:ext uri="{FF2B5EF4-FFF2-40B4-BE49-F238E27FC236}">
                    <a16:creationId xmlns:a16="http://schemas.microsoft.com/office/drawing/2014/main" id="{719A83BA-6FA4-4157-AD96-FD8436B4A8A2}"/>
                  </a:ext>
                </a:extLst>
              </p:cNvPr>
              <p:cNvSpPr>
                <a:spLocks/>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Freeform 22">
                <a:extLst>
                  <a:ext uri="{FF2B5EF4-FFF2-40B4-BE49-F238E27FC236}">
                    <a16:creationId xmlns:a16="http://schemas.microsoft.com/office/drawing/2014/main" id="{B0725B09-D7BF-47B1-BDC4-4B7877A0B402}"/>
                  </a:ext>
                </a:extLst>
              </p:cNvPr>
              <p:cNvSpPr>
                <a:spLocks/>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23">
                <a:extLst>
                  <a:ext uri="{FF2B5EF4-FFF2-40B4-BE49-F238E27FC236}">
                    <a16:creationId xmlns:a16="http://schemas.microsoft.com/office/drawing/2014/main" id="{6075A37F-A83B-41D9-8D1A-28A9FF8FD7CE}"/>
                  </a:ext>
                </a:extLst>
              </p:cNvPr>
              <p:cNvSpPr>
                <a:spLocks/>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24">
                <a:extLst>
                  <a:ext uri="{FF2B5EF4-FFF2-40B4-BE49-F238E27FC236}">
                    <a16:creationId xmlns:a16="http://schemas.microsoft.com/office/drawing/2014/main" id="{FB89E365-3054-4014-A655-304B244193D2}"/>
                  </a:ext>
                </a:extLst>
              </p:cNvPr>
              <p:cNvSpPr>
                <a:spLocks/>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25">
                <a:extLst>
                  <a:ext uri="{FF2B5EF4-FFF2-40B4-BE49-F238E27FC236}">
                    <a16:creationId xmlns:a16="http://schemas.microsoft.com/office/drawing/2014/main" id="{6C9D2D82-3354-4D9B-BA01-B980AA2999E8}"/>
                  </a:ext>
                </a:extLst>
              </p:cNvPr>
              <p:cNvSpPr>
                <a:spLocks/>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26">
                <a:extLst>
                  <a:ext uri="{FF2B5EF4-FFF2-40B4-BE49-F238E27FC236}">
                    <a16:creationId xmlns:a16="http://schemas.microsoft.com/office/drawing/2014/main" id="{F8C6E3F6-466E-4BD9-8ABE-A7BF93612915}"/>
                  </a:ext>
                </a:extLst>
              </p:cNvPr>
              <p:cNvSpPr>
                <a:spLocks/>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27">
                <a:extLst>
                  <a:ext uri="{FF2B5EF4-FFF2-40B4-BE49-F238E27FC236}">
                    <a16:creationId xmlns:a16="http://schemas.microsoft.com/office/drawing/2014/main" id="{6B4A08BF-DB82-4045-B9BD-C76B4B224A93}"/>
                  </a:ext>
                </a:extLst>
              </p:cNvPr>
              <p:cNvSpPr>
                <a:spLocks/>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28">
                <a:extLst>
                  <a:ext uri="{FF2B5EF4-FFF2-40B4-BE49-F238E27FC236}">
                    <a16:creationId xmlns:a16="http://schemas.microsoft.com/office/drawing/2014/main" id="{2C2698D5-4CC8-4096-8388-41F0B1416B0C}"/>
                  </a:ext>
                </a:extLst>
              </p:cNvPr>
              <p:cNvSpPr>
                <a:spLocks/>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Freeform 29">
                <a:extLst>
                  <a:ext uri="{FF2B5EF4-FFF2-40B4-BE49-F238E27FC236}">
                    <a16:creationId xmlns:a16="http://schemas.microsoft.com/office/drawing/2014/main" id="{3CA7F333-036F-4D3A-8379-954A546ADDEC}"/>
                  </a:ext>
                </a:extLst>
              </p:cNvPr>
              <p:cNvSpPr>
                <a:spLocks/>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30">
                <a:extLst>
                  <a:ext uri="{FF2B5EF4-FFF2-40B4-BE49-F238E27FC236}">
                    <a16:creationId xmlns:a16="http://schemas.microsoft.com/office/drawing/2014/main" id="{6A889E60-E004-44E6-8DC4-80FDAF556717}"/>
                  </a:ext>
                </a:extLst>
              </p:cNvPr>
              <p:cNvSpPr>
                <a:spLocks/>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Freeform 31">
                <a:extLst>
                  <a:ext uri="{FF2B5EF4-FFF2-40B4-BE49-F238E27FC236}">
                    <a16:creationId xmlns:a16="http://schemas.microsoft.com/office/drawing/2014/main" id="{F8EC713C-7F39-4E7F-9124-A6DC086A381B}"/>
                  </a:ext>
                </a:extLst>
              </p:cNvPr>
              <p:cNvSpPr>
                <a:spLocks/>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32">
                <a:extLst>
                  <a:ext uri="{FF2B5EF4-FFF2-40B4-BE49-F238E27FC236}">
                    <a16:creationId xmlns:a16="http://schemas.microsoft.com/office/drawing/2014/main" id="{BD05F458-1BF9-4554-BD03-1CC7711075A6}"/>
                  </a:ext>
                </a:extLst>
              </p:cNvPr>
              <p:cNvSpPr>
                <a:spLocks/>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33">
                <a:extLst>
                  <a:ext uri="{FF2B5EF4-FFF2-40B4-BE49-F238E27FC236}">
                    <a16:creationId xmlns:a16="http://schemas.microsoft.com/office/drawing/2014/main" id="{108B5BBC-0148-40A7-B488-874917E52E0F}"/>
                  </a:ext>
                </a:extLst>
              </p:cNvPr>
              <p:cNvSpPr>
                <a:spLocks/>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34">
                <a:extLst>
                  <a:ext uri="{FF2B5EF4-FFF2-40B4-BE49-F238E27FC236}">
                    <a16:creationId xmlns:a16="http://schemas.microsoft.com/office/drawing/2014/main" id="{1616CC80-2016-4951-8901-9EF2653D0FEF}"/>
                  </a:ext>
                </a:extLst>
              </p:cNvPr>
              <p:cNvSpPr>
                <a:spLocks/>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46">
                <a:extLst>
                  <a:ext uri="{FF2B5EF4-FFF2-40B4-BE49-F238E27FC236}">
                    <a16:creationId xmlns:a16="http://schemas.microsoft.com/office/drawing/2014/main" id="{E960C6CD-A6EC-4E56-B561-F5CFDAA1B8DD}"/>
                  </a:ext>
                </a:extLst>
              </p:cNvPr>
              <p:cNvSpPr>
                <a:spLocks/>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Freeform 47">
                <a:extLst>
                  <a:ext uri="{FF2B5EF4-FFF2-40B4-BE49-F238E27FC236}">
                    <a16:creationId xmlns:a16="http://schemas.microsoft.com/office/drawing/2014/main" id="{19F4DCC6-2AA1-4311-85A6-802666202CC5}"/>
                  </a:ext>
                </a:extLst>
              </p:cNvPr>
              <p:cNvSpPr>
                <a:spLocks/>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48">
                <a:extLst>
                  <a:ext uri="{FF2B5EF4-FFF2-40B4-BE49-F238E27FC236}">
                    <a16:creationId xmlns:a16="http://schemas.microsoft.com/office/drawing/2014/main" id="{449AF28D-AC2C-4019-9D73-A1D76DC0A225}"/>
                  </a:ext>
                </a:extLst>
              </p:cNvPr>
              <p:cNvSpPr>
                <a:spLocks/>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49">
                <a:extLst>
                  <a:ext uri="{FF2B5EF4-FFF2-40B4-BE49-F238E27FC236}">
                    <a16:creationId xmlns:a16="http://schemas.microsoft.com/office/drawing/2014/main" id="{261E6B36-4EA9-458A-A45A-5C0DCB8AAB23}"/>
                  </a:ext>
                </a:extLst>
              </p:cNvPr>
              <p:cNvSpPr>
                <a:spLocks/>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50">
                <a:extLst>
                  <a:ext uri="{FF2B5EF4-FFF2-40B4-BE49-F238E27FC236}">
                    <a16:creationId xmlns:a16="http://schemas.microsoft.com/office/drawing/2014/main" id="{398D5C21-3C08-4CE5-8431-DCF060E8E3E2}"/>
                  </a:ext>
                </a:extLst>
              </p:cNvPr>
              <p:cNvSpPr>
                <a:spLocks/>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51">
                <a:extLst>
                  <a:ext uri="{FF2B5EF4-FFF2-40B4-BE49-F238E27FC236}">
                    <a16:creationId xmlns:a16="http://schemas.microsoft.com/office/drawing/2014/main" id="{4192854D-D3F3-47FD-A312-9585E9805DCD}"/>
                  </a:ext>
                </a:extLst>
              </p:cNvPr>
              <p:cNvSpPr>
                <a:spLocks/>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52">
                <a:extLst>
                  <a:ext uri="{FF2B5EF4-FFF2-40B4-BE49-F238E27FC236}">
                    <a16:creationId xmlns:a16="http://schemas.microsoft.com/office/drawing/2014/main" id="{4A745892-B11A-4AA7-AB7F-9B5992181066}"/>
                  </a:ext>
                </a:extLst>
              </p:cNvPr>
              <p:cNvSpPr>
                <a:spLocks/>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Freeform 53">
                <a:extLst>
                  <a:ext uri="{FF2B5EF4-FFF2-40B4-BE49-F238E27FC236}">
                    <a16:creationId xmlns:a16="http://schemas.microsoft.com/office/drawing/2014/main" id="{C6DAA62A-F51F-458C-A4DE-5FCFC79E76AB}"/>
                  </a:ext>
                </a:extLst>
              </p:cNvPr>
              <p:cNvSpPr>
                <a:spLocks/>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4" name="Freeform 54">
                <a:extLst>
                  <a:ext uri="{FF2B5EF4-FFF2-40B4-BE49-F238E27FC236}">
                    <a16:creationId xmlns:a16="http://schemas.microsoft.com/office/drawing/2014/main" id="{BEE763DA-3920-4419-8ADF-6DB021D0A9DC}"/>
                  </a:ext>
                </a:extLst>
              </p:cNvPr>
              <p:cNvSpPr>
                <a:spLocks/>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5" name="Freeform 55">
                <a:extLst>
                  <a:ext uri="{FF2B5EF4-FFF2-40B4-BE49-F238E27FC236}">
                    <a16:creationId xmlns:a16="http://schemas.microsoft.com/office/drawing/2014/main" id="{C61D19DF-3339-4382-A40A-732CC59E5585}"/>
                  </a:ext>
                </a:extLst>
              </p:cNvPr>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6" name="Freeform 56">
                <a:extLst>
                  <a:ext uri="{FF2B5EF4-FFF2-40B4-BE49-F238E27FC236}">
                    <a16:creationId xmlns:a16="http://schemas.microsoft.com/office/drawing/2014/main" id="{30E3AF9D-0C54-4370-87D3-B855193D7E57}"/>
                  </a:ext>
                </a:extLst>
              </p:cNvPr>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7" name="Freeform 57">
                <a:extLst>
                  <a:ext uri="{FF2B5EF4-FFF2-40B4-BE49-F238E27FC236}">
                    <a16:creationId xmlns:a16="http://schemas.microsoft.com/office/drawing/2014/main" id="{376F742D-A326-4786-8510-2DFE123417DB}"/>
                  </a:ext>
                </a:extLst>
              </p:cNvPr>
              <p:cNvSpPr>
                <a:spLocks/>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8" name="Freeform 58">
                <a:extLst>
                  <a:ext uri="{FF2B5EF4-FFF2-40B4-BE49-F238E27FC236}">
                    <a16:creationId xmlns:a16="http://schemas.microsoft.com/office/drawing/2014/main" id="{1497B6C5-83CF-4DA4-801C-5AFDAB3D5C27}"/>
                  </a:ext>
                </a:extLst>
              </p:cNvPr>
              <p:cNvSpPr>
                <a:spLocks/>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19" name="文本占位符 65">
            <a:extLst>
              <a:ext uri="{FF2B5EF4-FFF2-40B4-BE49-F238E27FC236}">
                <a16:creationId xmlns:a16="http://schemas.microsoft.com/office/drawing/2014/main" id="{6592DB98-26D7-4C62-AD48-AD0920FC3D51}"/>
              </a:ext>
            </a:extLst>
          </p:cNvPr>
          <p:cNvSpPr>
            <a:spLocks noGrp="1"/>
          </p:cNvSpPr>
          <p:nvPr>
            <p:ph type="body" idx="13"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p>
        </p:txBody>
      </p:sp>
    </p:spTree>
    <p:extLst>
      <p:ext uri="{BB962C8B-B14F-4D97-AF65-F5344CB8AC3E}">
        <p14:creationId xmlns:p14="http://schemas.microsoft.com/office/powerpoint/2010/main" val="4149060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电脑样机">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92560382-7E68-4B32-92B5-A2C94E7B86BB}"/>
              </a:ext>
            </a:extLst>
          </p:cNvPr>
          <p:cNvGrpSpPr/>
          <p:nvPr userDrawn="1"/>
        </p:nvGrpSpPr>
        <p:grpSpPr>
          <a:xfrm rot="169789">
            <a:off x="7333468" y="1757113"/>
            <a:ext cx="5694860" cy="5835138"/>
            <a:chOff x="377825" y="6983413"/>
            <a:chExt cx="5284788" cy="5414962"/>
          </a:xfrm>
          <a:solidFill>
            <a:schemeClr val="accent1">
              <a:alpha val="4000"/>
            </a:schemeClr>
          </a:solidFill>
        </p:grpSpPr>
        <p:sp>
          <p:nvSpPr>
            <p:cNvPr id="8" name="Freeform 19">
              <a:extLst>
                <a:ext uri="{FF2B5EF4-FFF2-40B4-BE49-F238E27FC236}">
                  <a16:creationId xmlns:a16="http://schemas.microsoft.com/office/drawing/2014/main" id="{E636BE14-C0D2-4D61-BB38-3EE8B26A022B}"/>
                </a:ext>
              </a:extLst>
            </p:cNvPr>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9" name="Freeform 20">
              <a:extLst>
                <a:ext uri="{FF2B5EF4-FFF2-40B4-BE49-F238E27FC236}">
                  <a16:creationId xmlns:a16="http://schemas.microsoft.com/office/drawing/2014/main" id="{047AD7C1-3AD6-47A0-B194-8FB91C072106}"/>
                </a:ext>
              </a:extLst>
            </p:cNvPr>
            <p:cNvSpPr>
              <a:spLocks/>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0" name="Freeform 22">
              <a:extLst>
                <a:ext uri="{FF2B5EF4-FFF2-40B4-BE49-F238E27FC236}">
                  <a16:creationId xmlns:a16="http://schemas.microsoft.com/office/drawing/2014/main" id="{AC26C9D8-7E95-4A44-8495-C575D7A83B9D}"/>
                </a:ext>
              </a:extLst>
            </p:cNvPr>
            <p:cNvSpPr>
              <a:spLocks/>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1" name="Freeform 23">
              <a:extLst>
                <a:ext uri="{FF2B5EF4-FFF2-40B4-BE49-F238E27FC236}">
                  <a16:creationId xmlns:a16="http://schemas.microsoft.com/office/drawing/2014/main" id="{43E9C3BF-6E9A-4AB8-B7FD-88012E351D02}"/>
                </a:ext>
              </a:extLst>
            </p:cNvPr>
            <p:cNvSpPr>
              <a:spLocks/>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2" name="Freeform 24">
              <a:extLst>
                <a:ext uri="{FF2B5EF4-FFF2-40B4-BE49-F238E27FC236}">
                  <a16:creationId xmlns:a16="http://schemas.microsoft.com/office/drawing/2014/main" id="{F3CC13E6-75EE-47C5-93E3-4D979EE2D2F9}"/>
                </a:ext>
              </a:extLst>
            </p:cNvPr>
            <p:cNvSpPr>
              <a:spLocks/>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3" name="Freeform 25">
              <a:extLst>
                <a:ext uri="{FF2B5EF4-FFF2-40B4-BE49-F238E27FC236}">
                  <a16:creationId xmlns:a16="http://schemas.microsoft.com/office/drawing/2014/main" id="{EC0BD02F-34CC-4BA4-8347-86CB32878F5D}"/>
                </a:ext>
              </a:extLst>
            </p:cNvPr>
            <p:cNvSpPr>
              <a:spLocks/>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4" name="Freeform 26">
              <a:extLst>
                <a:ext uri="{FF2B5EF4-FFF2-40B4-BE49-F238E27FC236}">
                  <a16:creationId xmlns:a16="http://schemas.microsoft.com/office/drawing/2014/main" id="{81E1755D-3D9F-4D16-B600-8027B883713D}"/>
                </a:ext>
              </a:extLst>
            </p:cNvPr>
            <p:cNvSpPr>
              <a:spLocks/>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5" name="Freeform 31">
              <a:extLst>
                <a:ext uri="{FF2B5EF4-FFF2-40B4-BE49-F238E27FC236}">
                  <a16:creationId xmlns:a16="http://schemas.microsoft.com/office/drawing/2014/main" id="{9E297B44-AF06-42C5-BF81-53DF85589987}"/>
                </a:ext>
              </a:extLst>
            </p:cNvPr>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6" name="Freeform 33">
              <a:extLst>
                <a:ext uri="{FF2B5EF4-FFF2-40B4-BE49-F238E27FC236}">
                  <a16:creationId xmlns:a16="http://schemas.microsoft.com/office/drawing/2014/main" id="{8AA09C0F-AF5F-4F78-ABEC-E7815728CA26}"/>
                </a:ext>
              </a:extLst>
            </p:cNvPr>
            <p:cNvSpPr>
              <a:spLocks/>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7" name="Freeform 35">
              <a:extLst>
                <a:ext uri="{FF2B5EF4-FFF2-40B4-BE49-F238E27FC236}">
                  <a16:creationId xmlns:a16="http://schemas.microsoft.com/office/drawing/2014/main" id="{8890EF4E-57B7-4994-BA3F-F25E177E5A5B}"/>
                </a:ext>
              </a:extLst>
            </p:cNvPr>
            <p:cNvSpPr>
              <a:spLocks/>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8" name="Freeform 36">
              <a:extLst>
                <a:ext uri="{FF2B5EF4-FFF2-40B4-BE49-F238E27FC236}">
                  <a16:creationId xmlns:a16="http://schemas.microsoft.com/office/drawing/2014/main" id="{1E9F0B4D-1A6A-4C11-BB61-C76C2B29E91D}"/>
                </a:ext>
              </a:extLst>
            </p:cNvPr>
            <p:cNvSpPr>
              <a:spLocks/>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19" name="Freeform 38">
              <a:extLst>
                <a:ext uri="{FF2B5EF4-FFF2-40B4-BE49-F238E27FC236}">
                  <a16:creationId xmlns:a16="http://schemas.microsoft.com/office/drawing/2014/main" id="{65EF05F4-A63B-4C09-9302-44D15E908E77}"/>
                </a:ext>
              </a:extLst>
            </p:cNvPr>
            <p:cNvSpPr>
              <a:spLocks/>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0" name="Freeform 39">
              <a:extLst>
                <a:ext uri="{FF2B5EF4-FFF2-40B4-BE49-F238E27FC236}">
                  <a16:creationId xmlns:a16="http://schemas.microsoft.com/office/drawing/2014/main" id="{146A1244-CC2B-4313-B3AC-C6DCEC59A02E}"/>
                </a:ext>
              </a:extLst>
            </p:cNvPr>
            <p:cNvSpPr>
              <a:spLocks/>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21" name="Freeform 40">
              <a:extLst>
                <a:ext uri="{FF2B5EF4-FFF2-40B4-BE49-F238E27FC236}">
                  <a16:creationId xmlns:a16="http://schemas.microsoft.com/office/drawing/2014/main" id="{691E85B0-0064-4CF9-893C-93565883F3DA}"/>
                </a:ext>
              </a:extLst>
            </p:cNvPr>
            <p:cNvSpPr>
              <a:spLocks/>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
        <p:nvSpPr>
          <p:cNvPr id="65" name="椭圆 64">
            <a:extLst>
              <a:ext uri="{FF2B5EF4-FFF2-40B4-BE49-F238E27FC236}">
                <a16:creationId xmlns:a16="http://schemas.microsoft.com/office/drawing/2014/main" id="{C91AC609-1C85-4B31-B732-372D2DCB66BD}"/>
              </a:ext>
            </a:extLst>
          </p:cNvPr>
          <p:cNvSpPr/>
          <p:nvPr userDrawn="1"/>
        </p:nvSpPr>
        <p:spPr>
          <a:xfrm>
            <a:off x="6958403" y="5702153"/>
            <a:ext cx="2640760" cy="529481"/>
          </a:xfrm>
          <a:prstGeom prst="ellipse">
            <a:avLst/>
          </a:prstGeom>
          <a:solidFill>
            <a:schemeClr val="bg2">
              <a:lumMod val="50000"/>
              <a:alpha val="32000"/>
            </a:schemeClr>
          </a:soli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Picture 2">
            <a:extLst>
              <a:ext uri="{FF2B5EF4-FFF2-40B4-BE49-F238E27FC236}">
                <a16:creationId xmlns:a16="http://schemas.microsoft.com/office/drawing/2014/main" id="{0C69C672-6372-4EEC-81B5-8A467BF980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345469" y="1494982"/>
            <a:ext cx="5799137" cy="4525085"/>
          </a:xfrm>
          <a:prstGeom prst="rect">
            <a:avLst/>
          </a:prstGeom>
        </p:spPr>
      </p:pic>
      <p:sp>
        <p:nvSpPr>
          <p:cNvPr id="23" name="图片占位符 22">
            <a:extLst>
              <a:ext uri="{FF2B5EF4-FFF2-40B4-BE49-F238E27FC236}">
                <a16:creationId xmlns:a16="http://schemas.microsoft.com/office/drawing/2014/main" id="{014561A0-BE0B-400B-9310-464A46596923}"/>
              </a:ext>
            </a:extLst>
          </p:cNvPr>
          <p:cNvSpPr>
            <a:spLocks noGrp="1"/>
          </p:cNvSpPr>
          <p:nvPr>
            <p:ph type="pic" sz="quarter" idx="10"/>
          </p:nvPr>
        </p:nvSpPr>
        <p:spPr>
          <a:xfrm>
            <a:off x="5575656" y="1711325"/>
            <a:ext cx="5324475" cy="3014663"/>
          </a:xfrm>
        </p:spPr>
        <p:txBody>
          <a:bodyPr/>
          <a:lstStyle/>
          <a:p>
            <a:endParaRPr lang="zh-CN" altLang="en-US"/>
          </a:p>
        </p:txBody>
      </p:sp>
      <p:sp>
        <p:nvSpPr>
          <p:cNvPr id="24" name="文本框 23">
            <a:extLst>
              <a:ext uri="{FF2B5EF4-FFF2-40B4-BE49-F238E27FC236}">
                <a16:creationId xmlns:a16="http://schemas.microsoft.com/office/drawing/2014/main" id="{DE9C6B18-D060-444B-A14D-F88EC02D4727}"/>
              </a:ext>
            </a:extLst>
          </p:cNvPr>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p>
        </p:txBody>
      </p:sp>
      <p:sp>
        <p:nvSpPr>
          <p:cNvPr id="70" name="矩形: 圆角 69">
            <a:extLst>
              <a:ext uri="{FF2B5EF4-FFF2-40B4-BE49-F238E27FC236}">
                <a16:creationId xmlns:a16="http://schemas.microsoft.com/office/drawing/2014/main" id="{6E523764-D2B2-4F67-8391-EBFE3731D55A}"/>
              </a:ext>
            </a:extLst>
          </p:cNvPr>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1" name="组合 70">
            <a:extLst>
              <a:ext uri="{FF2B5EF4-FFF2-40B4-BE49-F238E27FC236}">
                <a16:creationId xmlns:a16="http://schemas.microsoft.com/office/drawing/2014/main" id="{A5F321BF-3156-4054-84B5-C870628FD3AC}"/>
              </a:ext>
            </a:extLst>
          </p:cNvPr>
          <p:cNvGrpSpPr/>
          <p:nvPr userDrawn="1"/>
        </p:nvGrpSpPr>
        <p:grpSpPr>
          <a:xfrm>
            <a:off x="237423" y="135299"/>
            <a:ext cx="847682" cy="847682"/>
            <a:chOff x="237423" y="135299"/>
            <a:chExt cx="847682" cy="847682"/>
          </a:xfrm>
        </p:grpSpPr>
        <p:sp>
          <p:nvSpPr>
            <p:cNvPr id="72" name="椭圆 71">
              <a:extLst>
                <a:ext uri="{FF2B5EF4-FFF2-40B4-BE49-F238E27FC236}">
                  <a16:creationId xmlns:a16="http://schemas.microsoft.com/office/drawing/2014/main" id="{434CB82C-1B5C-4726-9121-6C9D13DCFFFA}"/>
                </a:ext>
              </a:extLst>
            </p:cNvPr>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3" name="组合 72">
              <a:extLst>
                <a:ext uri="{FF2B5EF4-FFF2-40B4-BE49-F238E27FC236}">
                  <a16:creationId xmlns:a16="http://schemas.microsoft.com/office/drawing/2014/main" id="{A40700DD-4DE6-48BA-85E9-F38FD9A29D5B}"/>
                </a:ext>
              </a:extLst>
            </p:cNvPr>
            <p:cNvGrpSpPr/>
            <p:nvPr/>
          </p:nvGrpSpPr>
          <p:grpSpPr>
            <a:xfrm>
              <a:off x="293735" y="191234"/>
              <a:ext cx="735058" cy="735811"/>
              <a:chOff x="3497262" y="849313"/>
              <a:chExt cx="4651376" cy="4656138"/>
            </a:xfrm>
            <a:solidFill>
              <a:schemeClr val="accent1"/>
            </a:solidFill>
          </p:grpSpPr>
          <p:sp>
            <p:nvSpPr>
              <p:cNvPr id="74" name="Freeform 7">
                <a:extLst>
                  <a:ext uri="{FF2B5EF4-FFF2-40B4-BE49-F238E27FC236}">
                    <a16:creationId xmlns:a16="http://schemas.microsoft.com/office/drawing/2014/main" id="{AB1FFE08-0928-48AE-B886-8151D1637F82}"/>
                  </a:ext>
                </a:extLst>
              </p:cNvPr>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9">
                <a:extLst>
                  <a:ext uri="{FF2B5EF4-FFF2-40B4-BE49-F238E27FC236}">
                    <a16:creationId xmlns:a16="http://schemas.microsoft.com/office/drawing/2014/main" id="{BA010DF6-936F-45D4-9005-6989C9EB089A}"/>
                  </a:ext>
                </a:extLst>
              </p:cNvPr>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0">
                <a:extLst>
                  <a:ext uri="{FF2B5EF4-FFF2-40B4-BE49-F238E27FC236}">
                    <a16:creationId xmlns:a16="http://schemas.microsoft.com/office/drawing/2014/main" id="{4B8E84F8-D9FB-4D45-A56C-2E2162E2D292}"/>
                  </a:ext>
                </a:extLst>
              </p:cNvPr>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7" name="Freeform 11">
                <a:extLst>
                  <a:ext uri="{FF2B5EF4-FFF2-40B4-BE49-F238E27FC236}">
                    <a16:creationId xmlns:a16="http://schemas.microsoft.com/office/drawing/2014/main" id="{DDDAFEB3-913F-4C4D-9445-B34410C1F01F}"/>
                  </a:ext>
                </a:extLst>
              </p:cNvPr>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8" name="Freeform 12">
                <a:extLst>
                  <a:ext uri="{FF2B5EF4-FFF2-40B4-BE49-F238E27FC236}">
                    <a16:creationId xmlns:a16="http://schemas.microsoft.com/office/drawing/2014/main" id="{0007D336-361E-473B-87EF-2799716810BD}"/>
                  </a:ext>
                </a:extLst>
              </p:cNvPr>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9" name="Freeform 13">
                <a:extLst>
                  <a:ext uri="{FF2B5EF4-FFF2-40B4-BE49-F238E27FC236}">
                    <a16:creationId xmlns:a16="http://schemas.microsoft.com/office/drawing/2014/main" id="{97C4FA5B-7C45-4753-9C81-6CC326798EE8}"/>
                  </a:ext>
                </a:extLst>
              </p:cNvPr>
              <p:cNvSpPr>
                <a:spLocks/>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0" name="Freeform 14">
                <a:extLst>
                  <a:ext uri="{FF2B5EF4-FFF2-40B4-BE49-F238E27FC236}">
                    <a16:creationId xmlns:a16="http://schemas.microsoft.com/office/drawing/2014/main" id="{757CE777-032E-48A0-B724-6B41555735CF}"/>
                  </a:ext>
                </a:extLst>
              </p:cNvPr>
              <p:cNvSpPr>
                <a:spLocks/>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1" name="Freeform 15">
                <a:extLst>
                  <a:ext uri="{FF2B5EF4-FFF2-40B4-BE49-F238E27FC236}">
                    <a16:creationId xmlns:a16="http://schemas.microsoft.com/office/drawing/2014/main" id="{2589976A-0533-410E-BA22-3076CD2F0E08}"/>
                  </a:ext>
                </a:extLst>
              </p:cNvPr>
              <p:cNvSpPr>
                <a:spLocks/>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Freeform 16">
                <a:extLst>
                  <a:ext uri="{FF2B5EF4-FFF2-40B4-BE49-F238E27FC236}">
                    <a16:creationId xmlns:a16="http://schemas.microsoft.com/office/drawing/2014/main" id="{789A7A9C-5D88-4CFE-949C-4BD50C6375DB}"/>
                  </a:ext>
                </a:extLst>
              </p:cNvPr>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Freeform 17">
                <a:extLst>
                  <a:ext uri="{FF2B5EF4-FFF2-40B4-BE49-F238E27FC236}">
                    <a16:creationId xmlns:a16="http://schemas.microsoft.com/office/drawing/2014/main" id="{54737033-7EFA-45ED-9A3E-3C513D17F06B}"/>
                  </a:ext>
                </a:extLst>
              </p:cNvPr>
              <p:cNvSpPr>
                <a:spLocks/>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4" name="Freeform 18">
                <a:extLst>
                  <a:ext uri="{FF2B5EF4-FFF2-40B4-BE49-F238E27FC236}">
                    <a16:creationId xmlns:a16="http://schemas.microsoft.com/office/drawing/2014/main" id="{F84FD3ED-D293-44A3-8B6B-74990915C591}"/>
                  </a:ext>
                </a:extLst>
              </p:cNvPr>
              <p:cNvSpPr>
                <a:spLocks/>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Freeform 19">
                <a:extLst>
                  <a:ext uri="{FF2B5EF4-FFF2-40B4-BE49-F238E27FC236}">
                    <a16:creationId xmlns:a16="http://schemas.microsoft.com/office/drawing/2014/main" id="{EBC32428-8F94-40E6-8315-EC74B7B88282}"/>
                  </a:ext>
                </a:extLst>
              </p:cNvPr>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6" name="Freeform 20">
                <a:extLst>
                  <a:ext uri="{FF2B5EF4-FFF2-40B4-BE49-F238E27FC236}">
                    <a16:creationId xmlns:a16="http://schemas.microsoft.com/office/drawing/2014/main" id="{C614F9F3-BD52-4D49-8A44-9307C921AFFD}"/>
                  </a:ext>
                </a:extLst>
              </p:cNvPr>
              <p:cNvSpPr>
                <a:spLocks/>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7" name="Freeform 21">
                <a:extLst>
                  <a:ext uri="{FF2B5EF4-FFF2-40B4-BE49-F238E27FC236}">
                    <a16:creationId xmlns:a16="http://schemas.microsoft.com/office/drawing/2014/main" id="{A098812A-76D1-450F-8C4D-56268F1D208E}"/>
                  </a:ext>
                </a:extLst>
              </p:cNvPr>
              <p:cNvSpPr>
                <a:spLocks/>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8" name="Freeform 22">
                <a:extLst>
                  <a:ext uri="{FF2B5EF4-FFF2-40B4-BE49-F238E27FC236}">
                    <a16:creationId xmlns:a16="http://schemas.microsoft.com/office/drawing/2014/main" id="{BC160648-C668-4C43-B618-7940BA9E0E9C}"/>
                  </a:ext>
                </a:extLst>
              </p:cNvPr>
              <p:cNvSpPr>
                <a:spLocks/>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9" name="Freeform 23">
                <a:extLst>
                  <a:ext uri="{FF2B5EF4-FFF2-40B4-BE49-F238E27FC236}">
                    <a16:creationId xmlns:a16="http://schemas.microsoft.com/office/drawing/2014/main" id="{51EC974B-C963-46EE-AF86-EEA8FA573D8F}"/>
                  </a:ext>
                </a:extLst>
              </p:cNvPr>
              <p:cNvSpPr>
                <a:spLocks/>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0" name="Freeform 24">
                <a:extLst>
                  <a:ext uri="{FF2B5EF4-FFF2-40B4-BE49-F238E27FC236}">
                    <a16:creationId xmlns:a16="http://schemas.microsoft.com/office/drawing/2014/main" id="{A0540C07-CC80-4082-9996-C1B431F42E82}"/>
                  </a:ext>
                </a:extLst>
              </p:cNvPr>
              <p:cNvSpPr>
                <a:spLocks/>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1" name="Freeform 25">
                <a:extLst>
                  <a:ext uri="{FF2B5EF4-FFF2-40B4-BE49-F238E27FC236}">
                    <a16:creationId xmlns:a16="http://schemas.microsoft.com/office/drawing/2014/main" id="{BE208746-0331-4CFC-ACF1-C6A2B66554AC}"/>
                  </a:ext>
                </a:extLst>
              </p:cNvPr>
              <p:cNvSpPr>
                <a:spLocks/>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2" name="Freeform 26">
                <a:extLst>
                  <a:ext uri="{FF2B5EF4-FFF2-40B4-BE49-F238E27FC236}">
                    <a16:creationId xmlns:a16="http://schemas.microsoft.com/office/drawing/2014/main" id="{4DE0AB4B-5814-4858-A792-4AF54F7DCB8A}"/>
                  </a:ext>
                </a:extLst>
              </p:cNvPr>
              <p:cNvSpPr>
                <a:spLocks/>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3" name="Freeform 27">
                <a:extLst>
                  <a:ext uri="{FF2B5EF4-FFF2-40B4-BE49-F238E27FC236}">
                    <a16:creationId xmlns:a16="http://schemas.microsoft.com/office/drawing/2014/main" id="{E9C4E9A3-D1F9-40C5-8266-020B72D15BB3}"/>
                  </a:ext>
                </a:extLst>
              </p:cNvPr>
              <p:cNvSpPr>
                <a:spLocks/>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28">
                <a:extLst>
                  <a:ext uri="{FF2B5EF4-FFF2-40B4-BE49-F238E27FC236}">
                    <a16:creationId xmlns:a16="http://schemas.microsoft.com/office/drawing/2014/main" id="{EFD38642-7EC6-47D5-B6E1-F91E39459804}"/>
                  </a:ext>
                </a:extLst>
              </p:cNvPr>
              <p:cNvSpPr>
                <a:spLocks/>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29">
                <a:extLst>
                  <a:ext uri="{FF2B5EF4-FFF2-40B4-BE49-F238E27FC236}">
                    <a16:creationId xmlns:a16="http://schemas.microsoft.com/office/drawing/2014/main" id="{425EE517-DF5D-4520-9FBC-F3A905483775}"/>
                  </a:ext>
                </a:extLst>
              </p:cNvPr>
              <p:cNvSpPr>
                <a:spLocks/>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6" name="Freeform 30">
                <a:extLst>
                  <a:ext uri="{FF2B5EF4-FFF2-40B4-BE49-F238E27FC236}">
                    <a16:creationId xmlns:a16="http://schemas.microsoft.com/office/drawing/2014/main" id="{03D1E9A4-410B-4758-94EC-8E4C4C1E2418}"/>
                  </a:ext>
                </a:extLst>
              </p:cNvPr>
              <p:cNvSpPr>
                <a:spLocks/>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31">
                <a:extLst>
                  <a:ext uri="{FF2B5EF4-FFF2-40B4-BE49-F238E27FC236}">
                    <a16:creationId xmlns:a16="http://schemas.microsoft.com/office/drawing/2014/main" id="{9B6519BC-8899-4A39-B573-ABA97D254515}"/>
                  </a:ext>
                </a:extLst>
              </p:cNvPr>
              <p:cNvSpPr>
                <a:spLocks/>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32">
                <a:extLst>
                  <a:ext uri="{FF2B5EF4-FFF2-40B4-BE49-F238E27FC236}">
                    <a16:creationId xmlns:a16="http://schemas.microsoft.com/office/drawing/2014/main" id="{80F81BCC-56FB-423C-8EDB-BBA82585E908}"/>
                  </a:ext>
                </a:extLst>
              </p:cNvPr>
              <p:cNvSpPr>
                <a:spLocks/>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33">
                <a:extLst>
                  <a:ext uri="{FF2B5EF4-FFF2-40B4-BE49-F238E27FC236}">
                    <a16:creationId xmlns:a16="http://schemas.microsoft.com/office/drawing/2014/main" id="{7F17D343-7060-4157-AC10-AF51C2D8D178}"/>
                  </a:ext>
                </a:extLst>
              </p:cNvPr>
              <p:cNvSpPr>
                <a:spLocks/>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0" name="Freeform 34">
                <a:extLst>
                  <a:ext uri="{FF2B5EF4-FFF2-40B4-BE49-F238E27FC236}">
                    <a16:creationId xmlns:a16="http://schemas.microsoft.com/office/drawing/2014/main" id="{B86364ED-65A4-47E0-BC1C-163B5F83F182}"/>
                  </a:ext>
                </a:extLst>
              </p:cNvPr>
              <p:cNvSpPr>
                <a:spLocks/>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46">
                <a:extLst>
                  <a:ext uri="{FF2B5EF4-FFF2-40B4-BE49-F238E27FC236}">
                    <a16:creationId xmlns:a16="http://schemas.microsoft.com/office/drawing/2014/main" id="{24EDAF91-56AD-4135-A681-5F59143882FC}"/>
                  </a:ext>
                </a:extLst>
              </p:cNvPr>
              <p:cNvSpPr>
                <a:spLocks/>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2" name="Freeform 47">
                <a:extLst>
                  <a:ext uri="{FF2B5EF4-FFF2-40B4-BE49-F238E27FC236}">
                    <a16:creationId xmlns:a16="http://schemas.microsoft.com/office/drawing/2014/main" id="{8709186E-F0B3-4EDC-9ADA-C3B1A79B6EEC}"/>
                  </a:ext>
                </a:extLst>
              </p:cNvPr>
              <p:cNvSpPr>
                <a:spLocks/>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48">
                <a:extLst>
                  <a:ext uri="{FF2B5EF4-FFF2-40B4-BE49-F238E27FC236}">
                    <a16:creationId xmlns:a16="http://schemas.microsoft.com/office/drawing/2014/main" id="{8B1B148C-AAF9-4A2E-B640-E5777F317177}"/>
                  </a:ext>
                </a:extLst>
              </p:cNvPr>
              <p:cNvSpPr>
                <a:spLocks/>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4" name="Freeform 49">
                <a:extLst>
                  <a:ext uri="{FF2B5EF4-FFF2-40B4-BE49-F238E27FC236}">
                    <a16:creationId xmlns:a16="http://schemas.microsoft.com/office/drawing/2014/main" id="{A3054E55-3FBB-497B-9E98-A559A1EDF902}"/>
                  </a:ext>
                </a:extLst>
              </p:cNvPr>
              <p:cNvSpPr>
                <a:spLocks/>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50">
                <a:extLst>
                  <a:ext uri="{FF2B5EF4-FFF2-40B4-BE49-F238E27FC236}">
                    <a16:creationId xmlns:a16="http://schemas.microsoft.com/office/drawing/2014/main" id="{2A49CD72-709C-4ECA-9927-9283F6794874}"/>
                  </a:ext>
                </a:extLst>
              </p:cNvPr>
              <p:cNvSpPr>
                <a:spLocks/>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51">
                <a:extLst>
                  <a:ext uri="{FF2B5EF4-FFF2-40B4-BE49-F238E27FC236}">
                    <a16:creationId xmlns:a16="http://schemas.microsoft.com/office/drawing/2014/main" id="{45B7F737-6C27-4377-93E8-DCB7F163440D}"/>
                  </a:ext>
                </a:extLst>
              </p:cNvPr>
              <p:cNvSpPr>
                <a:spLocks/>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7" name="Freeform 52">
                <a:extLst>
                  <a:ext uri="{FF2B5EF4-FFF2-40B4-BE49-F238E27FC236}">
                    <a16:creationId xmlns:a16="http://schemas.microsoft.com/office/drawing/2014/main" id="{3990D280-F9BC-41C0-B636-5D715AAEDA2B}"/>
                  </a:ext>
                </a:extLst>
              </p:cNvPr>
              <p:cNvSpPr>
                <a:spLocks/>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53">
                <a:extLst>
                  <a:ext uri="{FF2B5EF4-FFF2-40B4-BE49-F238E27FC236}">
                    <a16:creationId xmlns:a16="http://schemas.microsoft.com/office/drawing/2014/main" id="{FE695BB3-06B3-432D-AD8A-EE424C662D13}"/>
                  </a:ext>
                </a:extLst>
              </p:cNvPr>
              <p:cNvSpPr>
                <a:spLocks/>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54">
                <a:extLst>
                  <a:ext uri="{FF2B5EF4-FFF2-40B4-BE49-F238E27FC236}">
                    <a16:creationId xmlns:a16="http://schemas.microsoft.com/office/drawing/2014/main" id="{0B1A949F-5E5C-4D41-887C-874F10073093}"/>
                  </a:ext>
                </a:extLst>
              </p:cNvPr>
              <p:cNvSpPr>
                <a:spLocks/>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55">
                <a:extLst>
                  <a:ext uri="{FF2B5EF4-FFF2-40B4-BE49-F238E27FC236}">
                    <a16:creationId xmlns:a16="http://schemas.microsoft.com/office/drawing/2014/main" id="{50D566C5-2FBE-4030-9DD4-D708F2D3CC8C}"/>
                  </a:ext>
                </a:extLst>
              </p:cNvPr>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1" name="Freeform 56">
                <a:extLst>
                  <a:ext uri="{FF2B5EF4-FFF2-40B4-BE49-F238E27FC236}">
                    <a16:creationId xmlns:a16="http://schemas.microsoft.com/office/drawing/2014/main" id="{34D413B5-D4A3-48D9-AE01-F8641152719F}"/>
                  </a:ext>
                </a:extLst>
              </p:cNvPr>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57">
                <a:extLst>
                  <a:ext uri="{FF2B5EF4-FFF2-40B4-BE49-F238E27FC236}">
                    <a16:creationId xmlns:a16="http://schemas.microsoft.com/office/drawing/2014/main" id="{05FC6845-0B7E-40E1-915E-200B70D830D8}"/>
                  </a:ext>
                </a:extLst>
              </p:cNvPr>
              <p:cNvSpPr>
                <a:spLocks/>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3" name="Freeform 58">
                <a:extLst>
                  <a:ext uri="{FF2B5EF4-FFF2-40B4-BE49-F238E27FC236}">
                    <a16:creationId xmlns:a16="http://schemas.microsoft.com/office/drawing/2014/main" id="{A564A46E-173E-4BC7-9D59-5012FA74D821}"/>
                  </a:ext>
                </a:extLst>
              </p:cNvPr>
              <p:cNvSpPr>
                <a:spLocks/>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14" name="文本占位符 65">
            <a:extLst>
              <a:ext uri="{FF2B5EF4-FFF2-40B4-BE49-F238E27FC236}">
                <a16:creationId xmlns:a16="http://schemas.microsoft.com/office/drawing/2014/main" id="{72AB1941-7269-4209-83A0-3BA98E6BB03D}"/>
              </a:ext>
            </a:extLst>
          </p:cNvPr>
          <p:cNvSpPr>
            <a:spLocks noGrp="1"/>
          </p:cNvSpPr>
          <p:nvPr>
            <p:ph type="body" idx="13"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p>
        </p:txBody>
      </p:sp>
    </p:spTree>
    <p:extLst>
      <p:ext uri="{BB962C8B-B14F-4D97-AF65-F5344CB8AC3E}">
        <p14:creationId xmlns:p14="http://schemas.microsoft.com/office/powerpoint/2010/main" val="11864522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音乐播放页">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DCE25081-82D7-4CD8-9970-11E933042AD3}"/>
              </a:ext>
            </a:extLst>
          </p:cNvPr>
          <p:cNvSpPr>
            <a:spLocks noGrp="1"/>
          </p:cNvSpPr>
          <p:nvPr>
            <p:ph type="dt" sz="half" idx="10"/>
          </p:nvPr>
        </p:nvSpPr>
        <p:spPr/>
        <p:txBody>
          <a:bodyPr/>
          <a:lstStyle/>
          <a:p>
            <a:fld id="{DD96C455-D181-459A-8014-67AAEFFCA7C2}" type="datetimeFigureOut">
              <a:rPr lang="zh-CN" altLang="en-US" smtClean="0"/>
              <a:t>2025/11/26</a:t>
            </a:fld>
            <a:endParaRPr lang="zh-CN" altLang="en-US"/>
          </a:p>
        </p:txBody>
      </p:sp>
      <p:sp>
        <p:nvSpPr>
          <p:cNvPr id="4" name="页脚占位符 3">
            <a:extLst>
              <a:ext uri="{FF2B5EF4-FFF2-40B4-BE49-F238E27FC236}">
                <a16:creationId xmlns:a16="http://schemas.microsoft.com/office/drawing/2014/main" id="{CA285B1F-5A95-460D-828B-D675E1BF8AF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E6443BCB-E748-45DD-BEEE-363F4DBF781A}"/>
              </a:ext>
            </a:extLst>
          </p:cNvPr>
          <p:cNvSpPr>
            <a:spLocks noGrp="1"/>
          </p:cNvSpPr>
          <p:nvPr>
            <p:ph type="sldNum" sz="quarter" idx="12"/>
          </p:nvPr>
        </p:nvSpPr>
        <p:spPr/>
        <p:txBody>
          <a:bodyPr/>
          <a:lstStyle/>
          <a:p>
            <a:fld id="{40321020-7931-4610-B95E-80A53469F597}" type="slidenum">
              <a:rPr lang="zh-CN" altLang="en-US" smtClean="0"/>
              <a:t>‹#›</a:t>
            </a:fld>
            <a:endParaRPr lang="zh-CN" altLang="en-US"/>
          </a:p>
        </p:txBody>
      </p:sp>
      <p:sp>
        <p:nvSpPr>
          <p:cNvPr id="8" name="图片占位符 7">
            <a:extLst>
              <a:ext uri="{FF2B5EF4-FFF2-40B4-BE49-F238E27FC236}">
                <a16:creationId xmlns:a16="http://schemas.microsoft.com/office/drawing/2014/main" id="{260981B6-C1E2-4958-BFA4-F59869388A78}"/>
              </a:ext>
            </a:extLst>
          </p:cNvPr>
          <p:cNvSpPr>
            <a:spLocks noGrp="1"/>
          </p:cNvSpPr>
          <p:nvPr>
            <p:ph type="pic" sz="quarter" idx="13"/>
          </p:nvPr>
        </p:nvSpPr>
        <p:spPr>
          <a:xfrm>
            <a:off x="7989570" y="2431013"/>
            <a:ext cx="2595932" cy="2595932"/>
          </a:xfrm>
          <a:prstGeom prst="ellipse">
            <a:avLst/>
          </a:prstGeom>
        </p:spPr>
        <p:txBody>
          <a:bodyPr/>
          <a:lstStyle/>
          <a:p>
            <a:endParaRPr lang="zh-CN" altLang="en-US"/>
          </a:p>
        </p:txBody>
      </p:sp>
      <p:sp>
        <p:nvSpPr>
          <p:cNvPr id="9" name="矩形: 圆角 8">
            <a:extLst>
              <a:ext uri="{FF2B5EF4-FFF2-40B4-BE49-F238E27FC236}">
                <a16:creationId xmlns:a16="http://schemas.microsoft.com/office/drawing/2014/main" id="{7285219E-AE78-4108-B3C4-9B5DB93C2556}"/>
              </a:ext>
            </a:extLst>
          </p:cNvPr>
          <p:cNvSpPr/>
          <p:nvPr userDrawn="1"/>
        </p:nvSpPr>
        <p:spPr>
          <a:xfrm>
            <a:off x="-431984" y="253874"/>
            <a:ext cx="2400992" cy="605909"/>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a:extLst>
              <a:ext uri="{FF2B5EF4-FFF2-40B4-BE49-F238E27FC236}">
                <a16:creationId xmlns:a16="http://schemas.microsoft.com/office/drawing/2014/main" id="{96F1B465-2E8F-4534-9119-74DE7373052E}"/>
              </a:ext>
            </a:extLst>
          </p:cNvPr>
          <p:cNvGrpSpPr/>
          <p:nvPr userDrawn="1"/>
        </p:nvGrpSpPr>
        <p:grpSpPr>
          <a:xfrm>
            <a:off x="237423" y="135299"/>
            <a:ext cx="847682" cy="847682"/>
            <a:chOff x="237423" y="135299"/>
            <a:chExt cx="847682" cy="847682"/>
          </a:xfrm>
        </p:grpSpPr>
        <p:sp>
          <p:nvSpPr>
            <p:cNvPr id="11" name="椭圆 10">
              <a:extLst>
                <a:ext uri="{FF2B5EF4-FFF2-40B4-BE49-F238E27FC236}">
                  <a16:creationId xmlns:a16="http://schemas.microsoft.com/office/drawing/2014/main" id="{88B1B33F-4A2E-433C-9DBB-0AEF6002E87A}"/>
                </a:ext>
              </a:extLst>
            </p:cNvPr>
            <p:cNvSpPr/>
            <p:nvPr/>
          </p:nvSpPr>
          <p:spPr>
            <a:xfrm>
              <a:off x="237423" y="135299"/>
              <a:ext cx="847682" cy="847682"/>
            </a:xfrm>
            <a:prstGeom prst="ellipse">
              <a:avLst/>
            </a:prstGeom>
            <a:pattFill prst="dkUpDiag">
              <a:fgClr>
                <a:schemeClr val="bg1">
                  <a:lumMod val="9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11">
              <a:extLst>
                <a:ext uri="{FF2B5EF4-FFF2-40B4-BE49-F238E27FC236}">
                  <a16:creationId xmlns:a16="http://schemas.microsoft.com/office/drawing/2014/main" id="{BE6327B0-E2A1-496B-9908-99673E3BE623}"/>
                </a:ext>
              </a:extLst>
            </p:cNvPr>
            <p:cNvGrpSpPr/>
            <p:nvPr/>
          </p:nvGrpSpPr>
          <p:grpSpPr>
            <a:xfrm>
              <a:off x="293735" y="191234"/>
              <a:ext cx="735058" cy="735811"/>
              <a:chOff x="3497262" y="849313"/>
              <a:chExt cx="4651376" cy="4656138"/>
            </a:xfrm>
            <a:solidFill>
              <a:schemeClr val="accent1"/>
            </a:solidFill>
          </p:grpSpPr>
          <p:sp>
            <p:nvSpPr>
              <p:cNvPr id="13" name="Freeform 7">
                <a:extLst>
                  <a:ext uri="{FF2B5EF4-FFF2-40B4-BE49-F238E27FC236}">
                    <a16:creationId xmlns:a16="http://schemas.microsoft.com/office/drawing/2014/main" id="{472AA650-8A21-46AC-A07B-5BA972DFAB33}"/>
                  </a:ext>
                </a:extLst>
              </p:cNvPr>
              <p:cNvSpPr>
                <a:spLocks noEditPoints="1"/>
              </p:cNvSpPr>
              <p:nvPr/>
            </p:nvSpPr>
            <p:spPr bwMode="auto">
              <a:xfrm>
                <a:off x="3497262" y="849313"/>
                <a:ext cx="4651376" cy="4656138"/>
              </a:xfrm>
              <a:custGeom>
                <a:avLst/>
                <a:gdLst>
                  <a:gd name="T0" fmla="*/ 1839 w 1839"/>
                  <a:gd name="T1" fmla="*/ 954 h 1840"/>
                  <a:gd name="T2" fmla="*/ 1836 w 1839"/>
                  <a:gd name="T3" fmla="*/ 991 h 1840"/>
                  <a:gd name="T4" fmla="*/ 1539 w 1839"/>
                  <a:gd name="T5" fmla="*/ 1599 h 1840"/>
                  <a:gd name="T6" fmla="*/ 1101 w 1839"/>
                  <a:gd name="T7" fmla="*/ 1821 h 1840"/>
                  <a:gd name="T8" fmla="*/ 965 w 1839"/>
                  <a:gd name="T9" fmla="*/ 1838 h 1840"/>
                  <a:gd name="T10" fmla="*/ 955 w 1839"/>
                  <a:gd name="T11" fmla="*/ 1840 h 1840"/>
                  <a:gd name="T12" fmla="*/ 887 w 1839"/>
                  <a:gd name="T13" fmla="*/ 1840 h 1840"/>
                  <a:gd name="T14" fmla="*/ 850 w 1839"/>
                  <a:gd name="T15" fmla="*/ 1836 h 1840"/>
                  <a:gd name="T16" fmla="*/ 210 w 1839"/>
                  <a:gd name="T17" fmla="*/ 1500 h 1840"/>
                  <a:gd name="T18" fmla="*/ 21 w 1839"/>
                  <a:gd name="T19" fmla="*/ 1101 h 1840"/>
                  <a:gd name="T20" fmla="*/ 5 w 1839"/>
                  <a:gd name="T21" fmla="*/ 866 h 1840"/>
                  <a:gd name="T22" fmla="*/ 285 w 1839"/>
                  <a:gd name="T23" fmla="*/ 262 h 1840"/>
                  <a:gd name="T24" fmla="*/ 714 w 1839"/>
                  <a:gd name="T25" fmla="*/ 28 h 1840"/>
                  <a:gd name="T26" fmla="*/ 976 w 1839"/>
                  <a:gd name="T27" fmla="*/ 6 h 1840"/>
                  <a:gd name="T28" fmla="*/ 1757 w 1839"/>
                  <a:gd name="T29" fmla="*/ 544 h 1840"/>
                  <a:gd name="T30" fmla="*/ 1834 w 1839"/>
                  <a:gd name="T31" fmla="*/ 832 h 1840"/>
                  <a:gd name="T32" fmla="*/ 1837 w 1839"/>
                  <a:gd name="T33" fmla="*/ 879 h 1840"/>
                  <a:gd name="T34" fmla="*/ 1839 w 1839"/>
                  <a:gd name="T35" fmla="*/ 889 h 1840"/>
                  <a:gd name="T36" fmla="*/ 1839 w 1839"/>
                  <a:gd name="T37" fmla="*/ 954 h 1840"/>
                  <a:gd name="T38" fmla="*/ 920 w 1839"/>
                  <a:gd name="T39" fmla="*/ 1808 h 1840"/>
                  <a:gd name="T40" fmla="*/ 1807 w 1839"/>
                  <a:gd name="T41" fmla="*/ 923 h 1840"/>
                  <a:gd name="T42" fmla="*/ 923 w 1839"/>
                  <a:gd name="T43" fmla="*/ 36 h 1840"/>
                  <a:gd name="T44" fmla="*/ 35 w 1839"/>
                  <a:gd name="T45" fmla="*/ 920 h 1840"/>
                  <a:gd name="T46" fmla="*/ 920 w 1839"/>
                  <a:gd name="T47" fmla="*/ 1808 h 1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839" h="1840">
                    <a:moveTo>
                      <a:pt x="1839" y="954"/>
                    </a:moveTo>
                    <a:cubicBezTo>
                      <a:pt x="1838" y="966"/>
                      <a:pt x="1837" y="979"/>
                      <a:pt x="1836" y="991"/>
                    </a:cubicBezTo>
                    <a:cubicBezTo>
                      <a:pt x="1815" y="1232"/>
                      <a:pt x="1716" y="1435"/>
                      <a:pt x="1539" y="1599"/>
                    </a:cubicBezTo>
                    <a:cubicBezTo>
                      <a:pt x="1414" y="1714"/>
                      <a:pt x="1268" y="1787"/>
                      <a:pt x="1101" y="1821"/>
                    </a:cubicBezTo>
                    <a:cubicBezTo>
                      <a:pt x="1056" y="1830"/>
                      <a:pt x="1011" y="1836"/>
                      <a:pt x="965" y="1838"/>
                    </a:cubicBezTo>
                    <a:cubicBezTo>
                      <a:pt x="962" y="1838"/>
                      <a:pt x="958" y="1839"/>
                      <a:pt x="955" y="1840"/>
                    </a:cubicBezTo>
                    <a:cubicBezTo>
                      <a:pt x="932" y="1840"/>
                      <a:pt x="909" y="1840"/>
                      <a:pt x="887" y="1840"/>
                    </a:cubicBezTo>
                    <a:cubicBezTo>
                      <a:pt x="875" y="1838"/>
                      <a:pt x="862" y="1837"/>
                      <a:pt x="850" y="1836"/>
                    </a:cubicBezTo>
                    <a:cubicBezTo>
                      <a:pt x="590" y="1814"/>
                      <a:pt x="377" y="1701"/>
                      <a:pt x="210" y="1500"/>
                    </a:cubicBezTo>
                    <a:cubicBezTo>
                      <a:pt x="113" y="1384"/>
                      <a:pt x="51" y="1250"/>
                      <a:pt x="21" y="1101"/>
                    </a:cubicBezTo>
                    <a:cubicBezTo>
                      <a:pt x="6" y="1023"/>
                      <a:pt x="0" y="945"/>
                      <a:pt x="5" y="866"/>
                    </a:cubicBezTo>
                    <a:cubicBezTo>
                      <a:pt x="22" y="630"/>
                      <a:pt x="115" y="428"/>
                      <a:pt x="285" y="262"/>
                    </a:cubicBezTo>
                    <a:cubicBezTo>
                      <a:pt x="406" y="144"/>
                      <a:pt x="549" y="67"/>
                      <a:pt x="714" y="28"/>
                    </a:cubicBezTo>
                    <a:cubicBezTo>
                      <a:pt x="800" y="8"/>
                      <a:pt x="887" y="0"/>
                      <a:pt x="976" y="6"/>
                    </a:cubicBezTo>
                    <a:cubicBezTo>
                      <a:pt x="1317" y="27"/>
                      <a:pt x="1615" y="233"/>
                      <a:pt x="1757" y="544"/>
                    </a:cubicBezTo>
                    <a:cubicBezTo>
                      <a:pt x="1798" y="636"/>
                      <a:pt x="1824" y="731"/>
                      <a:pt x="1834" y="832"/>
                    </a:cubicBezTo>
                    <a:cubicBezTo>
                      <a:pt x="1835" y="847"/>
                      <a:pt x="1836" y="863"/>
                      <a:pt x="1837" y="879"/>
                    </a:cubicBezTo>
                    <a:cubicBezTo>
                      <a:pt x="1837" y="882"/>
                      <a:pt x="1838" y="886"/>
                      <a:pt x="1839" y="889"/>
                    </a:cubicBezTo>
                    <a:cubicBezTo>
                      <a:pt x="1839" y="911"/>
                      <a:pt x="1839" y="932"/>
                      <a:pt x="1839" y="954"/>
                    </a:cubicBezTo>
                    <a:close/>
                    <a:moveTo>
                      <a:pt x="920" y="1808"/>
                    </a:moveTo>
                    <a:cubicBezTo>
                      <a:pt x="1408" y="1808"/>
                      <a:pt x="1806" y="1411"/>
                      <a:pt x="1807" y="923"/>
                    </a:cubicBezTo>
                    <a:cubicBezTo>
                      <a:pt x="1807" y="435"/>
                      <a:pt x="1410" y="36"/>
                      <a:pt x="923" y="36"/>
                    </a:cubicBezTo>
                    <a:cubicBezTo>
                      <a:pt x="434" y="35"/>
                      <a:pt x="35" y="433"/>
                      <a:pt x="35" y="920"/>
                    </a:cubicBezTo>
                    <a:cubicBezTo>
                      <a:pt x="35" y="1409"/>
                      <a:pt x="432" y="1807"/>
                      <a:pt x="920" y="18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Freeform 9">
                <a:extLst>
                  <a:ext uri="{FF2B5EF4-FFF2-40B4-BE49-F238E27FC236}">
                    <a16:creationId xmlns:a16="http://schemas.microsoft.com/office/drawing/2014/main" id="{F128E11A-B31F-4D7F-B0DF-D36F21A7B015}"/>
                  </a:ext>
                </a:extLst>
              </p:cNvPr>
              <p:cNvSpPr>
                <a:spLocks noEditPoints="1"/>
              </p:cNvSpPr>
              <p:nvPr/>
            </p:nvSpPr>
            <p:spPr bwMode="auto">
              <a:xfrm>
                <a:off x="4164013" y="1536700"/>
                <a:ext cx="3333750" cy="3371850"/>
              </a:xfrm>
              <a:custGeom>
                <a:avLst/>
                <a:gdLst>
                  <a:gd name="T0" fmla="*/ 426 w 1318"/>
                  <a:gd name="T1" fmla="*/ 1249 h 1332"/>
                  <a:gd name="T2" fmla="*/ 40 w 1318"/>
                  <a:gd name="T3" fmla="*/ 476 h 1332"/>
                  <a:gd name="T4" fmla="*/ 1280 w 1318"/>
                  <a:gd name="T5" fmla="*/ 499 h 1332"/>
                  <a:gd name="T6" fmla="*/ 886 w 1318"/>
                  <a:gd name="T7" fmla="*/ 1249 h 1332"/>
                  <a:gd name="T8" fmla="*/ 625 w 1318"/>
                  <a:gd name="T9" fmla="*/ 1329 h 1332"/>
                  <a:gd name="T10" fmla="*/ 876 w 1318"/>
                  <a:gd name="T11" fmla="*/ 1229 h 1332"/>
                  <a:gd name="T12" fmla="*/ 643 w 1318"/>
                  <a:gd name="T13" fmla="*/ 29 h 1332"/>
                  <a:gd name="T14" fmla="*/ 436 w 1318"/>
                  <a:gd name="T15" fmla="*/ 1228 h 1332"/>
                  <a:gd name="T16" fmla="*/ 316 w 1318"/>
                  <a:gd name="T17" fmla="*/ 1131 h 1332"/>
                  <a:gd name="T18" fmla="*/ 365 w 1318"/>
                  <a:gd name="T19" fmla="*/ 1074 h 1332"/>
                  <a:gd name="T20" fmla="*/ 410 w 1318"/>
                  <a:gd name="T21" fmla="*/ 650 h 1332"/>
                  <a:gd name="T22" fmla="*/ 450 w 1318"/>
                  <a:gd name="T23" fmla="*/ 607 h 1332"/>
                  <a:gd name="T24" fmla="*/ 608 w 1318"/>
                  <a:gd name="T25" fmla="*/ 676 h 1332"/>
                  <a:gd name="T26" fmla="*/ 536 w 1318"/>
                  <a:gd name="T27" fmla="*/ 748 h 1332"/>
                  <a:gd name="T28" fmla="*/ 528 w 1318"/>
                  <a:gd name="T29" fmla="*/ 1091 h 1332"/>
                  <a:gd name="T30" fmla="*/ 546 w 1318"/>
                  <a:gd name="T31" fmla="*/ 1115 h 1332"/>
                  <a:gd name="T32" fmla="*/ 564 w 1318"/>
                  <a:gd name="T33" fmla="*/ 1037 h 1332"/>
                  <a:gd name="T34" fmla="*/ 656 w 1318"/>
                  <a:gd name="T35" fmla="*/ 701 h 1332"/>
                  <a:gd name="T36" fmla="*/ 726 w 1318"/>
                  <a:gd name="T37" fmla="*/ 737 h 1332"/>
                  <a:gd name="T38" fmla="*/ 762 w 1318"/>
                  <a:gd name="T39" fmla="*/ 1087 h 1332"/>
                  <a:gd name="T40" fmla="*/ 780 w 1318"/>
                  <a:gd name="T41" fmla="*/ 1114 h 1332"/>
                  <a:gd name="T42" fmla="*/ 800 w 1318"/>
                  <a:gd name="T43" fmla="*/ 1079 h 1332"/>
                  <a:gd name="T44" fmla="*/ 799 w 1318"/>
                  <a:gd name="T45" fmla="*/ 793 h 1332"/>
                  <a:gd name="T46" fmla="*/ 718 w 1318"/>
                  <a:gd name="T47" fmla="*/ 677 h 1332"/>
                  <a:gd name="T48" fmla="*/ 778 w 1318"/>
                  <a:gd name="T49" fmla="*/ 637 h 1332"/>
                  <a:gd name="T50" fmla="*/ 842 w 1318"/>
                  <a:gd name="T51" fmla="*/ 586 h 1332"/>
                  <a:gd name="T52" fmla="*/ 917 w 1318"/>
                  <a:gd name="T53" fmla="*/ 643 h 1332"/>
                  <a:gd name="T54" fmla="*/ 935 w 1318"/>
                  <a:gd name="T55" fmla="*/ 977 h 1332"/>
                  <a:gd name="T56" fmla="*/ 986 w 1318"/>
                  <a:gd name="T57" fmla="*/ 1141 h 1332"/>
                  <a:gd name="T58" fmla="*/ 876 w 1318"/>
                  <a:gd name="T59" fmla="*/ 1229 h 1332"/>
                  <a:gd name="T60" fmla="*/ 723 w 1318"/>
                  <a:gd name="T61" fmla="*/ 882 h 1332"/>
                  <a:gd name="T62" fmla="*/ 707 w 1318"/>
                  <a:gd name="T63" fmla="*/ 882 h 1332"/>
                  <a:gd name="T64" fmla="*/ 690 w 1318"/>
                  <a:gd name="T65" fmla="*/ 939 h 1332"/>
                  <a:gd name="T66" fmla="*/ 668 w 1318"/>
                  <a:gd name="T67" fmla="*/ 861 h 1332"/>
                  <a:gd name="T68" fmla="*/ 627 w 1318"/>
                  <a:gd name="T69" fmla="*/ 849 h 1332"/>
                  <a:gd name="T70" fmla="*/ 660 w 1318"/>
                  <a:gd name="T71" fmla="*/ 840 h 1332"/>
                  <a:gd name="T72" fmla="*/ 743 w 1318"/>
                  <a:gd name="T73" fmla="*/ 798 h 1332"/>
                  <a:gd name="T74" fmla="*/ 661 w 1318"/>
                  <a:gd name="T75" fmla="*/ 765 h 1332"/>
                  <a:gd name="T76" fmla="*/ 632 w 1318"/>
                  <a:gd name="T77" fmla="*/ 752 h 1332"/>
                  <a:gd name="T78" fmla="*/ 609 w 1318"/>
                  <a:gd name="T79" fmla="*/ 746 h 1332"/>
                  <a:gd name="T80" fmla="*/ 612 w 1318"/>
                  <a:gd name="T81" fmla="*/ 790 h 1332"/>
                  <a:gd name="T82" fmla="*/ 655 w 1318"/>
                  <a:gd name="T83" fmla="*/ 796 h 1332"/>
                  <a:gd name="T84" fmla="*/ 606 w 1318"/>
                  <a:gd name="T85" fmla="*/ 833 h 1332"/>
                  <a:gd name="T86" fmla="*/ 619 w 1318"/>
                  <a:gd name="T87" fmla="*/ 871 h 1332"/>
                  <a:gd name="T88" fmla="*/ 611 w 1318"/>
                  <a:gd name="T89" fmla="*/ 928 h 1332"/>
                  <a:gd name="T90" fmla="*/ 647 w 1318"/>
                  <a:gd name="T91" fmla="*/ 971 h 1332"/>
                  <a:gd name="T92" fmla="*/ 651 w 1318"/>
                  <a:gd name="T93" fmla="*/ 1048 h 1332"/>
                  <a:gd name="T94" fmla="*/ 628 w 1318"/>
                  <a:gd name="T95" fmla="*/ 997 h 1332"/>
                  <a:gd name="T96" fmla="*/ 615 w 1318"/>
                  <a:gd name="T97" fmla="*/ 960 h 1332"/>
                  <a:gd name="T98" fmla="*/ 597 w 1318"/>
                  <a:gd name="T99" fmla="*/ 978 h 1332"/>
                  <a:gd name="T100" fmla="*/ 645 w 1318"/>
                  <a:gd name="T101" fmla="*/ 1079 h 1332"/>
                  <a:gd name="T102" fmla="*/ 649 w 1318"/>
                  <a:gd name="T103" fmla="*/ 1180 h 1332"/>
                  <a:gd name="T104" fmla="*/ 682 w 1318"/>
                  <a:gd name="T105" fmla="*/ 1189 h 1332"/>
                  <a:gd name="T106" fmla="*/ 696 w 1318"/>
                  <a:gd name="T107" fmla="*/ 1080 h 1332"/>
                  <a:gd name="T108" fmla="*/ 740 w 1318"/>
                  <a:gd name="T109" fmla="*/ 960 h 1332"/>
                  <a:gd name="T110" fmla="*/ 715 w 1318"/>
                  <a:gd name="T111" fmla="*/ 957 h 1332"/>
                  <a:gd name="T112" fmla="*/ 867 w 1318"/>
                  <a:gd name="T113" fmla="*/ 1275 h 1332"/>
                  <a:gd name="T114" fmla="*/ 475 w 1318"/>
                  <a:gd name="T115" fmla="*/ 1212 h 1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18" h="1332">
                    <a:moveTo>
                      <a:pt x="410" y="1281"/>
                    </a:moveTo>
                    <a:cubicBezTo>
                      <a:pt x="415" y="1271"/>
                      <a:pt x="420" y="1260"/>
                      <a:pt x="426" y="1249"/>
                    </a:cubicBezTo>
                    <a:cubicBezTo>
                      <a:pt x="254" y="1177"/>
                      <a:pt x="130" y="1058"/>
                      <a:pt x="61" y="885"/>
                    </a:cubicBezTo>
                    <a:cubicBezTo>
                      <a:pt x="7" y="752"/>
                      <a:pt x="0" y="614"/>
                      <a:pt x="40" y="476"/>
                    </a:cubicBezTo>
                    <a:cubicBezTo>
                      <a:pt x="122" y="192"/>
                      <a:pt x="382" y="0"/>
                      <a:pt x="672" y="8"/>
                    </a:cubicBezTo>
                    <a:cubicBezTo>
                      <a:pt x="972" y="17"/>
                      <a:pt x="1215" y="227"/>
                      <a:pt x="1280" y="499"/>
                    </a:cubicBezTo>
                    <a:cubicBezTo>
                      <a:pt x="1318" y="655"/>
                      <a:pt x="1299" y="805"/>
                      <a:pt x="1224" y="947"/>
                    </a:cubicBezTo>
                    <a:cubicBezTo>
                      <a:pt x="1150" y="1089"/>
                      <a:pt x="1036" y="1189"/>
                      <a:pt x="886" y="1249"/>
                    </a:cubicBezTo>
                    <a:cubicBezTo>
                      <a:pt x="892" y="1260"/>
                      <a:pt x="897" y="1271"/>
                      <a:pt x="903" y="1283"/>
                    </a:cubicBezTo>
                    <a:cubicBezTo>
                      <a:pt x="813" y="1318"/>
                      <a:pt x="720" y="1332"/>
                      <a:pt x="625" y="1329"/>
                    </a:cubicBezTo>
                    <a:cubicBezTo>
                      <a:pt x="559" y="1326"/>
                      <a:pt x="444" y="1301"/>
                      <a:pt x="410" y="1281"/>
                    </a:cubicBezTo>
                    <a:close/>
                    <a:moveTo>
                      <a:pt x="876" y="1229"/>
                    </a:moveTo>
                    <a:cubicBezTo>
                      <a:pt x="1097" y="1152"/>
                      <a:pt x="1310" y="903"/>
                      <a:pt x="1273" y="578"/>
                    </a:cubicBezTo>
                    <a:cubicBezTo>
                      <a:pt x="1238" y="266"/>
                      <a:pt x="968" y="22"/>
                      <a:pt x="643" y="29"/>
                    </a:cubicBezTo>
                    <a:cubicBezTo>
                      <a:pt x="319" y="36"/>
                      <a:pt x="54" y="295"/>
                      <a:pt x="37" y="617"/>
                    </a:cubicBezTo>
                    <a:cubicBezTo>
                      <a:pt x="21" y="923"/>
                      <a:pt x="227" y="1156"/>
                      <a:pt x="436" y="1228"/>
                    </a:cubicBezTo>
                    <a:cubicBezTo>
                      <a:pt x="440" y="1220"/>
                      <a:pt x="444" y="1212"/>
                      <a:pt x="449" y="1203"/>
                    </a:cubicBezTo>
                    <a:cubicBezTo>
                      <a:pt x="401" y="1184"/>
                      <a:pt x="357" y="1161"/>
                      <a:pt x="316" y="1131"/>
                    </a:cubicBezTo>
                    <a:cubicBezTo>
                      <a:pt x="335" y="1132"/>
                      <a:pt x="346" y="1122"/>
                      <a:pt x="353" y="1106"/>
                    </a:cubicBezTo>
                    <a:cubicBezTo>
                      <a:pt x="357" y="1095"/>
                      <a:pt x="362" y="1085"/>
                      <a:pt x="365" y="1074"/>
                    </a:cubicBezTo>
                    <a:cubicBezTo>
                      <a:pt x="389" y="985"/>
                      <a:pt x="401" y="895"/>
                      <a:pt x="406" y="804"/>
                    </a:cubicBezTo>
                    <a:cubicBezTo>
                      <a:pt x="408" y="752"/>
                      <a:pt x="409" y="701"/>
                      <a:pt x="410" y="650"/>
                    </a:cubicBezTo>
                    <a:cubicBezTo>
                      <a:pt x="410" y="646"/>
                      <a:pt x="412" y="642"/>
                      <a:pt x="415" y="640"/>
                    </a:cubicBezTo>
                    <a:cubicBezTo>
                      <a:pt x="426" y="628"/>
                      <a:pt x="437" y="616"/>
                      <a:pt x="450" y="607"/>
                    </a:cubicBezTo>
                    <a:cubicBezTo>
                      <a:pt x="465" y="596"/>
                      <a:pt x="482" y="588"/>
                      <a:pt x="500" y="577"/>
                    </a:cubicBezTo>
                    <a:cubicBezTo>
                      <a:pt x="523" y="626"/>
                      <a:pt x="560" y="656"/>
                      <a:pt x="608" y="676"/>
                    </a:cubicBezTo>
                    <a:cubicBezTo>
                      <a:pt x="597" y="684"/>
                      <a:pt x="587" y="691"/>
                      <a:pt x="578" y="697"/>
                    </a:cubicBezTo>
                    <a:cubicBezTo>
                      <a:pt x="558" y="710"/>
                      <a:pt x="545" y="727"/>
                      <a:pt x="536" y="748"/>
                    </a:cubicBezTo>
                    <a:cubicBezTo>
                      <a:pt x="524" y="774"/>
                      <a:pt x="518" y="802"/>
                      <a:pt x="519" y="831"/>
                    </a:cubicBezTo>
                    <a:cubicBezTo>
                      <a:pt x="522" y="918"/>
                      <a:pt x="525" y="1004"/>
                      <a:pt x="528" y="1091"/>
                    </a:cubicBezTo>
                    <a:cubicBezTo>
                      <a:pt x="528" y="1096"/>
                      <a:pt x="529" y="1101"/>
                      <a:pt x="530" y="1106"/>
                    </a:cubicBezTo>
                    <a:cubicBezTo>
                      <a:pt x="531" y="1116"/>
                      <a:pt x="537" y="1119"/>
                      <a:pt x="546" y="1115"/>
                    </a:cubicBezTo>
                    <a:cubicBezTo>
                      <a:pt x="556" y="1111"/>
                      <a:pt x="562" y="1104"/>
                      <a:pt x="562" y="1094"/>
                    </a:cubicBezTo>
                    <a:cubicBezTo>
                      <a:pt x="563" y="1075"/>
                      <a:pt x="564" y="1056"/>
                      <a:pt x="564" y="1037"/>
                    </a:cubicBezTo>
                    <a:cubicBezTo>
                      <a:pt x="565" y="971"/>
                      <a:pt x="564" y="905"/>
                      <a:pt x="566" y="839"/>
                    </a:cubicBezTo>
                    <a:cubicBezTo>
                      <a:pt x="567" y="775"/>
                      <a:pt x="597" y="728"/>
                      <a:pt x="656" y="701"/>
                    </a:cubicBezTo>
                    <a:cubicBezTo>
                      <a:pt x="659" y="700"/>
                      <a:pt x="662" y="698"/>
                      <a:pt x="665" y="699"/>
                    </a:cubicBezTo>
                    <a:cubicBezTo>
                      <a:pt x="690" y="705"/>
                      <a:pt x="712" y="714"/>
                      <a:pt x="726" y="737"/>
                    </a:cubicBezTo>
                    <a:cubicBezTo>
                      <a:pt x="747" y="772"/>
                      <a:pt x="760" y="810"/>
                      <a:pt x="761" y="851"/>
                    </a:cubicBezTo>
                    <a:cubicBezTo>
                      <a:pt x="762" y="929"/>
                      <a:pt x="762" y="1008"/>
                      <a:pt x="762" y="1087"/>
                    </a:cubicBezTo>
                    <a:cubicBezTo>
                      <a:pt x="762" y="1091"/>
                      <a:pt x="762" y="1094"/>
                      <a:pt x="763" y="1098"/>
                    </a:cubicBezTo>
                    <a:cubicBezTo>
                      <a:pt x="764" y="1108"/>
                      <a:pt x="771" y="1114"/>
                      <a:pt x="780" y="1114"/>
                    </a:cubicBezTo>
                    <a:cubicBezTo>
                      <a:pt x="790" y="1114"/>
                      <a:pt x="797" y="1108"/>
                      <a:pt x="799" y="1099"/>
                    </a:cubicBezTo>
                    <a:cubicBezTo>
                      <a:pt x="800" y="1092"/>
                      <a:pt x="800" y="1085"/>
                      <a:pt x="800" y="1079"/>
                    </a:cubicBezTo>
                    <a:cubicBezTo>
                      <a:pt x="801" y="1051"/>
                      <a:pt x="801" y="1024"/>
                      <a:pt x="801" y="996"/>
                    </a:cubicBezTo>
                    <a:cubicBezTo>
                      <a:pt x="803" y="929"/>
                      <a:pt x="805" y="861"/>
                      <a:pt x="799" y="793"/>
                    </a:cubicBezTo>
                    <a:cubicBezTo>
                      <a:pt x="795" y="742"/>
                      <a:pt x="772" y="705"/>
                      <a:pt x="727" y="682"/>
                    </a:cubicBezTo>
                    <a:cubicBezTo>
                      <a:pt x="724" y="680"/>
                      <a:pt x="721" y="679"/>
                      <a:pt x="718" y="677"/>
                    </a:cubicBezTo>
                    <a:cubicBezTo>
                      <a:pt x="716" y="676"/>
                      <a:pt x="714" y="675"/>
                      <a:pt x="712" y="674"/>
                    </a:cubicBezTo>
                    <a:cubicBezTo>
                      <a:pt x="736" y="664"/>
                      <a:pt x="760" y="655"/>
                      <a:pt x="778" y="637"/>
                    </a:cubicBezTo>
                    <a:cubicBezTo>
                      <a:pt x="796" y="619"/>
                      <a:pt x="811" y="599"/>
                      <a:pt x="827" y="580"/>
                    </a:cubicBezTo>
                    <a:cubicBezTo>
                      <a:pt x="831" y="582"/>
                      <a:pt x="836" y="584"/>
                      <a:pt x="842" y="586"/>
                    </a:cubicBezTo>
                    <a:cubicBezTo>
                      <a:pt x="869" y="597"/>
                      <a:pt x="891" y="615"/>
                      <a:pt x="912" y="634"/>
                    </a:cubicBezTo>
                    <a:cubicBezTo>
                      <a:pt x="915" y="636"/>
                      <a:pt x="917" y="640"/>
                      <a:pt x="917" y="643"/>
                    </a:cubicBezTo>
                    <a:cubicBezTo>
                      <a:pt x="918" y="676"/>
                      <a:pt x="917" y="709"/>
                      <a:pt x="919" y="742"/>
                    </a:cubicBezTo>
                    <a:cubicBezTo>
                      <a:pt x="924" y="820"/>
                      <a:pt x="929" y="898"/>
                      <a:pt x="935" y="977"/>
                    </a:cubicBezTo>
                    <a:cubicBezTo>
                      <a:pt x="938" y="1014"/>
                      <a:pt x="942" y="1052"/>
                      <a:pt x="958" y="1087"/>
                    </a:cubicBezTo>
                    <a:cubicBezTo>
                      <a:pt x="966" y="1105"/>
                      <a:pt x="976" y="1123"/>
                      <a:pt x="986" y="1141"/>
                    </a:cubicBezTo>
                    <a:cubicBezTo>
                      <a:pt x="948" y="1166"/>
                      <a:pt x="907" y="1187"/>
                      <a:pt x="863" y="1204"/>
                    </a:cubicBezTo>
                    <a:cubicBezTo>
                      <a:pt x="868" y="1213"/>
                      <a:pt x="872" y="1221"/>
                      <a:pt x="876" y="1229"/>
                    </a:cubicBezTo>
                    <a:close/>
                    <a:moveTo>
                      <a:pt x="715" y="957"/>
                    </a:moveTo>
                    <a:cubicBezTo>
                      <a:pt x="734" y="933"/>
                      <a:pt x="731" y="908"/>
                      <a:pt x="723" y="882"/>
                    </a:cubicBezTo>
                    <a:cubicBezTo>
                      <a:pt x="722" y="879"/>
                      <a:pt x="717" y="876"/>
                      <a:pt x="714" y="873"/>
                    </a:cubicBezTo>
                    <a:cubicBezTo>
                      <a:pt x="712" y="876"/>
                      <a:pt x="708" y="879"/>
                      <a:pt x="707" y="882"/>
                    </a:cubicBezTo>
                    <a:cubicBezTo>
                      <a:pt x="704" y="893"/>
                      <a:pt x="702" y="905"/>
                      <a:pt x="699" y="916"/>
                    </a:cubicBezTo>
                    <a:cubicBezTo>
                      <a:pt x="697" y="924"/>
                      <a:pt x="693" y="931"/>
                      <a:pt x="690" y="939"/>
                    </a:cubicBezTo>
                    <a:cubicBezTo>
                      <a:pt x="688" y="921"/>
                      <a:pt x="688" y="904"/>
                      <a:pt x="687" y="887"/>
                    </a:cubicBezTo>
                    <a:cubicBezTo>
                      <a:pt x="687" y="871"/>
                      <a:pt x="683" y="866"/>
                      <a:pt x="668" y="861"/>
                    </a:cubicBezTo>
                    <a:cubicBezTo>
                      <a:pt x="659" y="858"/>
                      <a:pt x="650" y="856"/>
                      <a:pt x="641" y="854"/>
                    </a:cubicBezTo>
                    <a:cubicBezTo>
                      <a:pt x="636" y="852"/>
                      <a:pt x="631" y="850"/>
                      <a:pt x="627" y="849"/>
                    </a:cubicBezTo>
                    <a:cubicBezTo>
                      <a:pt x="627" y="847"/>
                      <a:pt x="627" y="846"/>
                      <a:pt x="627" y="845"/>
                    </a:cubicBezTo>
                    <a:cubicBezTo>
                      <a:pt x="638" y="843"/>
                      <a:pt x="649" y="841"/>
                      <a:pt x="660" y="840"/>
                    </a:cubicBezTo>
                    <a:cubicBezTo>
                      <a:pt x="677" y="838"/>
                      <a:pt x="695" y="837"/>
                      <a:pt x="712" y="837"/>
                    </a:cubicBezTo>
                    <a:cubicBezTo>
                      <a:pt x="735" y="836"/>
                      <a:pt x="741" y="814"/>
                      <a:pt x="743" y="798"/>
                    </a:cubicBezTo>
                    <a:cubicBezTo>
                      <a:pt x="744" y="783"/>
                      <a:pt x="736" y="773"/>
                      <a:pt x="716" y="770"/>
                    </a:cubicBezTo>
                    <a:cubicBezTo>
                      <a:pt x="698" y="767"/>
                      <a:pt x="679" y="766"/>
                      <a:pt x="661" y="765"/>
                    </a:cubicBezTo>
                    <a:cubicBezTo>
                      <a:pt x="654" y="764"/>
                      <a:pt x="647" y="764"/>
                      <a:pt x="640" y="763"/>
                    </a:cubicBezTo>
                    <a:cubicBezTo>
                      <a:pt x="633" y="762"/>
                      <a:pt x="630" y="759"/>
                      <a:pt x="632" y="752"/>
                    </a:cubicBezTo>
                    <a:cubicBezTo>
                      <a:pt x="633" y="750"/>
                      <a:pt x="632" y="746"/>
                      <a:pt x="631" y="745"/>
                    </a:cubicBezTo>
                    <a:cubicBezTo>
                      <a:pt x="626" y="740"/>
                      <a:pt x="613" y="740"/>
                      <a:pt x="609" y="746"/>
                    </a:cubicBezTo>
                    <a:cubicBezTo>
                      <a:pt x="605" y="754"/>
                      <a:pt x="601" y="763"/>
                      <a:pt x="599" y="771"/>
                    </a:cubicBezTo>
                    <a:cubicBezTo>
                      <a:pt x="597" y="782"/>
                      <a:pt x="602" y="788"/>
                      <a:pt x="612" y="790"/>
                    </a:cubicBezTo>
                    <a:cubicBezTo>
                      <a:pt x="624" y="791"/>
                      <a:pt x="635" y="791"/>
                      <a:pt x="646" y="790"/>
                    </a:cubicBezTo>
                    <a:cubicBezTo>
                      <a:pt x="652" y="790"/>
                      <a:pt x="654" y="791"/>
                      <a:pt x="655" y="796"/>
                    </a:cubicBezTo>
                    <a:cubicBezTo>
                      <a:pt x="657" y="806"/>
                      <a:pt x="653" y="811"/>
                      <a:pt x="642" y="815"/>
                    </a:cubicBezTo>
                    <a:cubicBezTo>
                      <a:pt x="630" y="820"/>
                      <a:pt x="617" y="826"/>
                      <a:pt x="606" y="833"/>
                    </a:cubicBezTo>
                    <a:cubicBezTo>
                      <a:pt x="596" y="840"/>
                      <a:pt x="597" y="848"/>
                      <a:pt x="604" y="856"/>
                    </a:cubicBezTo>
                    <a:cubicBezTo>
                      <a:pt x="609" y="862"/>
                      <a:pt x="614" y="867"/>
                      <a:pt x="619" y="871"/>
                    </a:cubicBezTo>
                    <a:cubicBezTo>
                      <a:pt x="623" y="875"/>
                      <a:pt x="624" y="878"/>
                      <a:pt x="621" y="884"/>
                    </a:cubicBezTo>
                    <a:cubicBezTo>
                      <a:pt x="614" y="897"/>
                      <a:pt x="610" y="912"/>
                      <a:pt x="611" y="928"/>
                    </a:cubicBezTo>
                    <a:cubicBezTo>
                      <a:pt x="612" y="938"/>
                      <a:pt x="616" y="945"/>
                      <a:pt x="624" y="951"/>
                    </a:cubicBezTo>
                    <a:cubicBezTo>
                      <a:pt x="632" y="957"/>
                      <a:pt x="640" y="964"/>
                      <a:pt x="647" y="971"/>
                    </a:cubicBezTo>
                    <a:cubicBezTo>
                      <a:pt x="649" y="973"/>
                      <a:pt x="651" y="976"/>
                      <a:pt x="651" y="979"/>
                    </a:cubicBezTo>
                    <a:cubicBezTo>
                      <a:pt x="651" y="1001"/>
                      <a:pt x="651" y="1024"/>
                      <a:pt x="651" y="1048"/>
                    </a:cubicBezTo>
                    <a:cubicBezTo>
                      <a:pt x="648" y="1044"/>
                      <a:pt x="645" y="1040"/>
                      <a:pt x="641" y="1036"/>
                    </a:cubicBezTo>
                    <a:cubicBezTo>
                      <a:pt x="633" y="1024"/>
                      <a:pt x="627" y="1012"/>
                      <a:pt x="628" y="997"/>
                    </a:cubicBezTo>
                    <a:cubicBezTo>
                      <a:pt x="628" y="988"/>
                      <a:pt x="626" y="979"/>
                      <a:pt x="624" y="971"/>
                    </a:cubicBezTo>
                    <a:cubicBezTo>
                      <a:pt x="622" y="966"/>
                      <a:pt x="617" y="960"/>
                      <a:pt x="615" y="960"/>
                    </a:cubicBezTo>
                    <a:cubicBezTo>
                      <a:pt x="610" y="961"/>
                      <a:pt x="605" y="965"/>
                      <a:pt x="600" y="969"/>
                    </a:cubicBezTo>
                    <a:cubicBezTo>
                      <a:pt x="598" y="971"/>
                      <a:pt x="597" y="975"/>
                      <a:pt x="597" y="978"/>
                    </a:cubicBezTo>
                    <a:cubicBezTo>
                      <a:pt x="598" y="991"/>
                      <a:pt x="598" y="1004"/>
                      <a:pt x="599" y="1017"/>
                    </a:cubicBezTo>
                    <a:cubicBezTo>
                      <a:pt x="602" y="1047"/>
                      <a:pt x="616" y="1069"/>
                      <a:pt x="645" y="1079"/>
                    </a:cubicBezTo>
                    <a:cubicBezTo>
                      <a:pt x="651" y="1081"/>
                      <a:pt x="651" y="1085"/>
                      <a:pt x="651" y="1090"/>
                    </a:cubicBezTo>
                    <a:cubicBezTo>
                      <a:pt x="651" y="1120"/>
                      <a:pt x="651" y="1150"/>
                      <a:pt x="649" y="1180"/>
                    </a:cubicBezTo>
                    <a:cubicBezTo>
                      <a:pt x="649" y="1191"/>
                      <a:pt x="653" y="1196"/>
                      <a:pt x="662" y="1200"/>
                    </a:cubicBezTo>
                    <a:cubicBezTo>
                      <a:pt x="676" y="1207"/>
                      <a:pt x="681" y="1204"/>
                      <a:pt x="682" y="1189"/>
                    </a:cubicBezTo>
                    <a:cubicBezTo>
                      <a:pt x="684" y="1158"/>
                      <a:pt x="685" y="1127"/>
                      <a:pt x="686" y="1096"/>
                    </a:cubicBezTo>
                    <a:cubicBezTo>
                      <a:pt x="686" y="1088"/>
                      <a:pt x="689" y="1084"/>
                      <a:pt x="696" y="1080"/>
                    </a:cubicBezTo>
                    <a:cubicBezTo>
                      <a:pt x="711" y="1072"/>
                      <a:pt x="725" y="1062"/>
                      <a:pt x="731" y="1044"/>
                    </a:cubicBezTo>
                    <a:cubicBezTo>
                      <a:pt x="739" y="1017"/>
                      <a:pt x="739" y="989"/>
                      <a:pt x="740" y="960"/>
                    </a:cubicBezTo>
                    <a:cubicBezTo>
                      <a:pt x="737" y="959"/>
                      <a:pt x="735" y="958"/>
                      <a:pt x="732" y="958"/>
                    </a:cubicBezTo>
                    <a:cubicBezTo>
                      <a:pt x="727" y="958"/>
                      <a:pt x="722" y="958"/>
                      <a:pt x="715" y="957"/>
                    </a:cubicBezTo>
                    <a:close/>
                    <a:moveTo>
                      <a:pt x="445" y="1274"/>
                    </a:moveTo>
                    <a:cubicBezTo>
                      <a:pt x="586" y="1320"/>
                      <a:pt x="726" y="1321"/>
                      <a:pt x="867" y="1275"/>
                    </a:cubicBezTo>
                    <a:cubicBezTo>
                      <a:pt x="857" y="1253"/>
                      <a:pt x="847" y="1233"/>
                      <a:pt x="837" y="1213"/>
                    </a:cubicBezTo>
                    <a:cubicBezTo>
                      <a:pt x="716" y="1251"/>
                      <a:pt x="596" y="1250"/>
                      <a:pt x="475" y="1212"/>
                    </a:cubicBezTo>
                    <a:cubicBezTo>
                      <a:pt x="465" y="1233"/>
                      <a:pt x="455" y="1253"/>
                      <a:pt x="445" y="12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Freeform 10">
                <a:extLst>
                  <a:ext uri="{FF2B5EF4-FFF2-40B4-BE49-F238E27FC236}">
                    <a16:creationId xmlns:a16="http://schemas.microsoft.com/office/drawing/2014/main" id="{230EA30A-FCFF-485A-A1F0-980D4CE0C97F}"/>
                  </a:ext>
                </a:extLst>
              </p:cNvPr>
              <p:cNvSpPr>
                <a:spLocks noEditPoints="1"/>
              </p:cNvSpPr>
              <p:nvPr/>
            </p:nvSpPr>
            <p:spPr bwMode="auto">
              <a:xfrm>
                <a:off x="3932238" y="2098675"/>
                <a:ext cx="374650" cy="471488"/>
              </a:xfrm>
              <a:custGeom>
                <a:avLst/>
                <a:gdLst>
                  <a:gd name="T0" fmla="*/ 129 w 148"/>
                  <a:gd name="T1" fmla="*/ 97 h 186"/>
                  <a:gd name="T2" fmla="*/ 138 w 148"/>
                  <a:gd name="T3" fmla="*/ 90 h 186"/>
                  <a:gd name="T4" fmla="*/ 148 w 148"/>
                  <a:gd name="T5" fmla="*/ 88 h 186"/>
                  <a:gd name="T6" fmla="*/ 147 w 148"/>
                  <a:gd name="T7" fmla="*/ 97 h 186"/>
                  <a:gd name="T8" fmla="*/ 142 w 148"/>
                  <a:gd name="T9" fmla="*/ 106 h 186"/>
                  <a:gd name="T10" fmla="*/ 114 w 148"/>
                  <a:gd name="T11" fmla="*/ 150 h 186"/>
                  <a:gd name="T12" fmla="*/ 62 w 148"/>
                  <a:gd name="T13" fmla="*/ 185 h 186"/>
                  <a:gd name="T14" fmla="*/ 31 w 148"/>
                  <a:gd name="T15" fmla="*/ 185 h 186"/>
                  <a:gd name="T16" fmla="*/ 10 w 148"/>
                  <a:gd name="T17" fmla="*/ 147 h 186"/>
                  <a:gd name="T18" fmla="*/ 21 w 148"/>
                  <a:gd name="T19" fmla="*/ 147 h 186"/>
                  <a:gd name="T20" fmla="*/ 36 w 148"/>
                  <a:gd name="T21" fmla="*/ 154 h 186"/>
                  <a:gd name="T22" fmla="*/ 47 w 148"/>
                  <a:gd name="T23" fmla="*/ 140 h 186"/>
                  <a:gd name="T24" fmla="*/ 49 w 148"/>
                  <a:gd name="T25" fmla="*/ 134 h 186"/>
                  <a:gd name="T26" fmla="*/ 43 w 148"/>
                  <a:gd name="T27" fmla="*/ 107 h 186"/>
                  <a:gd name="T28" fmla="*/ 36 w 148"/>
                  <a:gd name="T29" fmla="*/ 101 h 186"/>
                  <a:gd name="T30" fmla="*/ 10 w 148"/>
                  <a:gd name="T31" fmla="*/ 102 h 186"/>
                  <a:gd name="T32" fmla="*/ 4 w 148"/>
                  <a:gd name="T33" fmla="*/ 105 h 186"/>
                  <a:gd name="T34" fmla="*/ 0 w 148"/>
                  <a:gd name="T35" fmla="*/ 95 h 186"/>
                  <a:gd name="T36" fmla="*/ 5 w 148"/>
                  <a:gd name="T37" fmla="*/ 84 h 186"/>
                  <a:gd name="T38" fmla="*/ 33 w 148"/>
                  <a:gd name="T39" fmla="*/ 25 h 186"/>
                  <a:gd name="T40" fmla="*/ 43 w 148"/>
                  <a:gd name="T41" fmla="*/ 8 h 186"/>
                  <a:gd name="T42" fmla="*/ 61 w 148"/>
                  <a:gd name="T43" fmla="*/ 1 h 186"/>
                  <a:gd name="T44" fmla="*/ 69 w 148"/>
                  <a:gd name="T45" fmla="*/ 14 h 186"/>
                  <a:gd name="T46" fmla="*/ 67 w 148"/>
                  <a:gd name="T47" fmla="*/ 42 h 186"/>
                  <a:gd name="T48" fmla="*/ 79 w 148"/>
                  <a:gd name="T49" fmla="*/ 48 h 186"/>
                  <a:gd name="T50" fmla="*/ 85 w 148"/>
                  <a:gd name="T51" fmla="*/ 36 h 186"/>
                  <a:gd name="T52" fmla="*/ 126 w 148"/>
                  <a:gd name="T53" fmla="*/ 17 h 186"/>
                  <a:gd name="T54" fmla="*/ 138 w 148"/>
                  <a:gd name="T55" fmla="*/ 40 h 186"/>
                  <a:gd name="T56" fmla="*/ 127 w 148"/>
                  <a:gd name="T57" fmla="*/ 92 h 186"/>
                  <a:gd name="T58" fmla="*/ 127 w 148"/>
                  <a:gd name="T59" fmla="*/ 95 h 186"/>
                  <a:gd name="T60" fmla="*/ 129 w 148"/>
                  <a:gd name="T61" fmla="*/ 97 h 186"/>
                  <a:gd name="T62" fmla="*/ 72 w 148"/>
                  <a:gd name="T63" fmla="*/ 131 h 186"/>
                  <a:gd name="T64" fmla="*/ 69 w 148"/>
                  <a:gd name="T65" fmla="*/ 133 h 186"/>
                  <a:gd name="T66" fmla="*/ 78 w 148"/>
                  <a:gd name="T67" fmla="*/ 142 h 186"/>
                  <a:gd name="T68" fmla="*/ 97 w 148"/>
                  <a:gd name="T69" fmla="*/ 139 h 186"/>
                  <a:gd name="T70" fmla="*/ 110 w 148"/>
                  <a:gd name="T71" fmla="*/ 118 h 186"/>
                  <a:gd name="T72" fmla="*/ 130 w 148"/>
                  <a:gd name="T73" fmla="*/ 37 h 186"/>
                  <a:gd name="T74" fmla="*/ 118 w 148"/>
                  <a:gd name="T75" fmla="*/ 23 h 186"/>
                  <a:gd name="T76" fmla="*/ 91 w 148"/>
                  <a:gd name="T77" fmla="*/ 41 h 186"/>
                  <a:gd name="T78" fmla="*/ 92 w 148"/>
                  <a:gd name="T79" fmla="*/ 65 h 186"/>
                  <a:gd name="T80" fmla="*/ 109 w 148"/>
                  <a:gd name="T81" fmla="*/ 97 h 186"/>
                  <a:gd name="T82" fmla="*/ 107 w 148"/>
                  <a:gd name="T83" fmla="*/ 109 h 186"/>
                  <a:gd name="T84" fmla="*/ 96 w 148"/>
                  <a:gd name="T85" fmla="*/ 104 h 186"/>
                  <a:gd name="T86" fmla="*/ 85 w 148"/>
                  <a:gd name="T87" fmla="*/ 92 h 186"/>
                  <a:gd name="T88" fmla="*/ 80 w 148"/>
                  <a:gd name="T89" fmla="*/ 88 h 186"/>
                  <a:gd name="T90" fmla="*/ 78 w 148"/>
                  <a:gd name="T91" fmla="*/ 89 h 186"/>
                  <a:gd name="T92" fmla="*/ 79 w 148"/>
                  <a:gd name="T93" fmla="*/ 99 h 186"/>
                  <a:gd name="T94" fmla="*/ 87 w 148"/>
                  <a:gd name="T95" fmla="*/ 113 h 186"/>
                  <a:gd name="T96" fmla="*/ 89 w 148"/>
                  <a:gd name="T97" fmla="*/ 126 h 186"/>
                  <a:gd name="T98" fmla="*/ 77 w 148"/>
                  <a:gd name="T99" fmla="*/ 131 h 186"/>
                  <a:gd name="T100" fmla="*/ 72 w 148"/>
                  <a:gd name="T101" fmla="*/ 131 h 186"/>
                  <a:gd name="T102" fmla="*/ 40 w 148"/>
                  <a:gd name="T103" fmla="*/ 71 h 186"/>
                  <a:gd name="T104" fmla="*/ 62 w 148"/>
                  <a:gd name="T105" fmla="*/ 82 h 186"/>
                  <a:gd name="T106" fmla="*/ 68 w 148"/>
                  <a:gd name="T107" fmla="*/ 81 h 186"/>
                  <a:gd name="T108" fmla="*/ 69 w 148"/>
                  <a:gd name="T109" fmla="*/ 73 h 186"/>
                  <a:gd name="T110" fmla="*/ 54 w 148"/>
                  <a:gd name="T111" fmla="*/ 61 h 186"/>
                  <a:gd name="T112" fmla="*/ 40 w 148"/>
                  <a:gd name="T113" fmla="*/ 71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8" h="186">
                    <a:moveTo>
                      <a:pt x="129" y="97"/>
                    </a:moveTo>
                    <a:cubicBezTo>
                      <a:pt x="132" y="94"/>
                      <a:pt x="134" y="91"/>
                      <a:pt x="138" y="90"/>
                    </a:cubicBezTo>
                    <a:cubicBezTo>
                      <a:pt x="141" y="88"/>
                      <a:pt x="144" y="88"/>
                      <a:pt x="148" y="88"/>
                    </a:cubicBezTo>
                    <a:cubicBezTo>
                      <a:pt x="148" y="91"/>
                      <a:pt x="148" y="94"/>
                      <a:pt x="147" y="97"/>
                    </a:cubicBezTo>
                    <a:cubicBezTo>
                      <a:pt x="146" y="100"/>
                      <a:pt x="144" y="104"/>
                      <a:pt x="142" y="106"/>
                    </a:cubicBezTo>
                    <a:cubicBezTo>
                      <a:pt x="127" y="118"/>
                      <a:pt x="120" y="134"/>
                      <a:pt x="114" y="150"/>
                    </a:cubicBezTo>
                    <a:cubicBezTo>
                      <a:pt x="104" y="175"/>
                      <a:pt x="89" y="185"/>
                      <a:pt x="62" y="185"/>
                    </a:cubicBezTo>
                    <a:cubicBezTo>
                      <a:pt x="52" y="185"/>
                      <a:pt x="42" y="186"/>
                      <a:pt x="31" y="185"/>
                    </a:cubicBezTo>
                    <a:cubicBezTo>
                      <a:pt x="12" y="184"/>
                      <a:pt x="1" y="164"/>
                      <a:pt x="10" y="147"/>
                    </a:cubicBezTo>
                    <a:cubicBezTo>
                      <a:pt x="14" y="140"/>
                      <a:pt x="18" y="143"/>
                      <a:pt x="21" y="147"/>
                    </a:cubicBezTo>
                    <a:cubicBezTo>
                      <a:pt x="24" y="153"/>
                      <a:pt x="29" y="155"/>
                      <a:pt x="36" y="154"/>
                    </a:cubicBezTo>
                    <a:cubicBezTo>
                      <a:pt x="44" y="152"/>
                      <a:pt x="46" y="147"/>
                      <a:pt x="47" y="140"/>
                    </a:cubicBezTo>
                    <a:cubicBezTo>
                      <a:pt x="47" y="138"/>
                      <a:pt x="48" y="136"/>
                      <a:pt x="49" y="134"/>
                    </a:cubicBezTo>
                    <a:cubicBezTo>
                      <a:pt x="55" y="118"/>
                      <a:pt x="55" y="118"/>
                      <a:pt x="43" y="107"/>
                    </a:cubicBezTo>
                    <a:cubicBezTo>
                      <a:pt x="41" y="105"/>
                      <a:pt x="38" y="103"/>
                      <a:pt x="36" y="101"/>
                    </a:cubicBezTo>
                    <a:cubicBezTo>
                      <a:pt x="23" y="89"/>
                      <a:pt x="23" y="89"/>
                      <a:pt x="10" y="102"/>
                    </a:cubicBezTo>
                    <a:cubicBezTo>
                      <a:pt x="9" y="103"/>
                      <a:pt x="6" y="104"/>
                      <a:pt x="4" y="105"/>
                    </a:cubicBezTo>
                    <a:cubicBezTo>
                      <a:pt x="3" y="101"/>
                      <a:pt x="0" y="98"/>
                      <a:pt x="0" y="95"/>
                    </a:cubicBezTo>
                    <a:cubicBezTo>
                      <a:pt x="0" y="91"/>
                      <a:pt x="3" y="87"/>
                      <a:pt x="5" y="84"/>
                    </a:cubicBezTo>
                    <a:cubicBezTo>
                      <a:pt x="16" y="65"/>
                      <a:pt x="28" y="48"/>
                      <a:pt x="33" y="25"/>
                    </a:cubicBezTo>
                    <a:cubicBezTo>
                      <a:pt x="34" y="19"/>
                      <a:pt x="39" y="13"/>
                      <a:pt x="43" y="8"/>
                    </a:cubicBezTo>
                    <a:cubicBezTo>
                      <a:pt x="47" y="1"/>
                      <a:pt x="54" y="0"/>
                      <a:pt x="61" y="1"/>
                    </a:cubicBezTo>
                    <a:cubicBezTo>
                      <a:pt x="67" y="3"/>
                      <a:pt x="70" y="8"/>
                      <a:pt x="69" y="14"/>
                    </a:cubicBezTo>
                    <a:cubicBezTo>
                      <a:pt x="69" y="23"/>
                      <a:pt x="68" y="32"/>
                      <a:pt x="67" y="42"/>
                    </a:cubicBezTo>
                    <a:cubicBezTo>
                      <a:pt x="70" y="43"/>
                      <a:pt x="74" y="45"/>
                      <a:pt x="79" y="48"/>
                    </a:cubicBezTo>
                    <a:cubicBezTo>
                      <a:pt x="81" y="44"/>
                      <a:pt x="83" y="40"/>
                      <a:pt x="85" y="36"/>
                    </a:cubicBezTo>
                    <a:cubicBezTo>
                      <a:pt x="92" y="22"/>
                      <a:pt x="111" y="14"/>
                      <a:pt x="126" y="17"/>
                    </a:cubicBezTo>
                    <a:cubicBezTo>
                      <a:pt x="135" y="20"/>
                      <a:pt x="140" y="29"/>
                      <a:pt x="138" y="40"/>
                    </a:cubicBezTo>
                    <a:cubicBezTo>
                      <a:pt x="135" y="58"/>
                      <a:pt x="131" y="75"/>
                      <a:pt x="127" y="92"/>
                    </a:cubicBezTo>
                    <a:cubicBezTo>
                      <a:pt x="127" y="93"/>
                      <a:pt x="127" y="94"/>
                      <a:pt x="127" y="95"/>
                    </a:cubicBezTo>
                    <a:cubicBezTo>
                      <a:pt x="127" y="96"/>
                      <a:pt x="128" y="96"/>
                      <a:pt x="129" y="97"/>
                    </a:cubicBezTo>
                    <a:close/>
                    <a:moveTo>
                      <a:pt x="72" y="131"/>
                    </a:moveTo>
                    <a:cubicBezTo>
                      <a:pt x="71" y="132"/>
                      <a:pt x="70" y="132"/>
                      <a:pt x="69" y="133"/>
                    </a:cubicBezTo>
                    <a:cubicBezTo>
                      <a:pt x="72" y="136"/>
                      <a:pt x="75" y="142"/>
                      <a:pt x="78" y="142"/>
                    </a:cubicBezTo>
                    <a:cubicBezTo>
                      <a:pt x="84" y="143"/>
                      <a:pt x="93" y="143"/>
                      <a:pt x="97" y="139"/>
                    </a:cubicBezTo>
                    <a:cubicBezTo>
                      <a:pt x="103" y="134"/>
                      <a:pt x="108" y="126"/>
                      <a:pt x="110" y="118"/>
                    </a:cubicBezTo>
                    <a:cubicBezTo>
                      <a:pt x="118" y="92"/>
                      <a:pt x="124" y="64"/>
                      <a:pt x="130" y="37"/>
                    </a:cubicBezTo>
                    <a:cubicBezTo>
                      <a:pt x="131" y="30"/>
                      <a:pt x="125" y="23"/>
                      <a:pt x="118" y="23"/>
                    </a:cubicBezTo>
                    <a:cubicBezTo>
                      <a:pt x="105" y="24"/>
                      <a:pt x="97" y="31"/>
                      <a:pt x="91" y="41"/>
                    </a:cubicBezTo>
                    <a:cubicBezTo>
                      <a:pt x="86" y="50"/>
                      <a:pt x="87" y="57"/>
                      <a:pt x="92" y="65"/>
                    </a:cubicBezTo>
                    <a:cubicBezTo>
                      <a:pt x="99" y="75"/>
                      <a:pt x="104" y="86"/>
                      <a:pt x="109" y="97"/>
                    </a:cubicBezTo>
                    <a:cubicBezTo>
                      <a:pt x="110" y="100"/>
                      <a:pt x="108" y="105"/>
                      <a:pt x="107" y="109"/>
                    </a:cubicBezTo>
                    <a:cubicBezTo>
                      <a:pt x="103" y="107"/>
                      <a:pt x="99" y="107"/>
                      <a:pt x="96" y="104"/>
                    </a:cubicBezTo>
                    <a:cubicBezTo>
                      <a:pt x="91" y="101"/>
                      <a:pt x="88" y="96"/>
                      <a:pt x="85" y="92"/>
                    </a:cubicBezTo>
                    <a:cubicBezTo>
                      <a:pt x="83" y="91"/>
                      <a:pt x="82" y="89"/>
                      <a:pt x="80" y="88"/>
                    </a:cubicBezTo>
                    <a:cubicBezTo>
                      <a:pt x="79" y="88"/>
                      <a:pt x="78" y="89"/>
                      <a:pt x="78" y="89"/>
                    </a:cubicBezTo>
                    <a:cubicBezTo>
                      <a:pt x="78" y="92"/>
                      <a:pt x="78" y="96"/>
                      <a:pt x="79" y="99"/>
                    </a:cubicBezTo>
                    <a:cubicBezTo>
                      <a:pt x="82" y="104"/>
                      <a:pt x="85" y="108"/>
                      <a:pt x="87" y="113"/>
                    </a:cubicBezTo>
                    <a:cubicBezTo>
                      <a:pt x="89" y="117"/>
                      <a:pt x="91" y="123"/>
                      <a:pt x="89" y="126"/>
                    </a:cubicBezTo>
                    <a:cubicBezTo>
                      <a:pt x="87" y="129"/>
                      <a:pt x="81" y="130"/>
                      <a:pt x="77" y="131"/>
                    </a:cubicBezTo>
                    <a:cubicBezTo>
                      <a:pt x="75" y="132"/>
                      <a:pt x="74" y="131"/>
                      <a:pt x="72" y="131"/>
                    </a:cubicBezTo>
                    <a:close/>
                    <a:moveTo>
                      <a:pt x="40" y="71"/>
                    </a:moveTo>
                    <a:cubicBezTo>
                      <a:pt x="49" y="75"/>
                      <a:pt x="55" y="79"/>
                      <a:pt x="62" y="82"/>
                    </a:cubicBezTo>
                    <a:cubicBezTo>
                      <a:pt x="64" y="83"/>
                      <a:pt x="68" y="82"/>
                      <a:pt x="68" y="81"/>
                    </a:cubicBezTo>
                    <a:cubicBezTo>
                      <a:pt x="69" y="79"/>
                      <a:pt x="70" y="75"/>
                      <a:pt x="69" y="73"/>
                    </a:cubicBezTo>
                    <a:cubicBezTo>
                      <a:pt x="64" y="68"/>
                      <a:pt x="60" y="63"/>
                      <a:pt x="54" y="61"/>
                    </a:cubicBezTo>
                    <a:cubicBezTo>
                      <a:pt x="51" y="60"/>
                      <a:pt x="46" y="66"/>
                      <a:pt x="40" y="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Freeform 11">
                <a:extLst>
                  <a:ext uri="{FF2B5EF4-FFF2-40B4-BE49-F238E27FC236}">
                    <a16:creationId xmlns:a16="http://schemas.microsoft.com/office/drawing/2014/main" id="{DC270CA0-F50C-4513-B20D-271E10D98471}"/>
                  </a:ext>
                </a:extLst>
              </p:cNvPr>
              <p:cNvSpPr>
                <a:spLocks noEditPoints="1"/>
              </p:cNvSpPr>
              <p:nvPr/>
            </p:nvSpPr>
            <p:spPr bwMode="auto">
              <a:xfrm>
                <a:off x="4860925" y="1165225"/>
                <a:ext cx="396875" cy="512763"/>
              </a:xfrm>
              <a:custGeom>
                <a:avLst/>
                <a:gdLst>
                  <a:gd name="T0" fmla="*/ 117 w 157"/>
                  <a:gd name="T1" fmla="*/ 182 h 203"/>
                  <a:gd name="T2" fmla="*/ 105 w 157"/>
                  <a:gd name="T3" fmla="*/ 203 h 203"/>
                  <a:gd name="T4" fmla="*/ 95 w 157"/>
                  <a:gd name="T5" fmla="*/ 182 h 203"/>
                  <a:gd name="T6" fmla="*/ 70 w 157"/>
                  <a:gd name="T7" fmla="*/ 170 h 203"/>
                  <a:gd name="T8" fmla="*/ 52 w 157"/>
                  <a:gd name="T9" fmla="*/ 167 h 203"/>
                  <a:gd name="T10" fmla="*/ 26 w 157"/>
                  <a:gd name="T11" fmla="*/ 179 h 203"/>
                  <a:gd name="T12" fmla="*/ 25 w 157"/>
                  <a:gd name="T13" fmla="*/ 115 h 203"/>
                  <a:gd name="T14" fmla="*/ 45 w 157"/>
                  <a:gd name="T15" fmla="*/ 104 h 203"/>
                  <a:gd name="T16" fmla="*/ 38 w 157"/>
                  <a:gd name="T17" fmla="*/ 76 h 203"/>
                  <a:gd name="T18" fmla="*/ 11 w 157"/>
                  <a:gd name="T19" fmla="*/ 56 h 203"/>
                  <a:gd name="T20" fmla="*/ 39 w 157"/>
                  <a:gd name="T21" fmla="*/ 40 h 203"/>
                  <a:gd name="T22" fmla="*/ 47 w 157"/>
                  <a:gd name="T23" fmla="*/ 8 h 203"/>
                  <a:gd name="T24" fmla="*/ 59 w 157"/>
                  <a:gd name="T25" fmla="*/ 31 h 203"/>
                  <a:gd name="T26" fmla="*/ 68 w 157"/>
                  <a:gd name="T27" fmla="*/ 1 h 203"/>
                  <a:gd name="T28" fmla="*/ 86 w 157"/>
                  <a:gd name="T29" fmla="*/ 33 h 203"/>
                  <a:gd name="T30" fmla="*/ 69 w 157"/>
                  <a:gd name="T31" fmla="*/ 64 h 203"/>
                  <a:gd name="T32" fmla="*/ 82 w 157"/>
                  <a:gd name="T33" fmla="*/ 72 h 203"/>
                  <a:gd name="T34" fmla="*/ 146 w 157"/>
                  <a:gd name="T35" fmla="*/ 60 h 203"/>
                  <a:gd name="T36" fmla="*/ 151 w 157"/>
                  <a:gd name="T37" fmla="*/ 150 h 203"/>
                  <a:gd name="T38" fmla="*/ 112 w 157"/>
                  <a:gd name="T39" fmla="*/ 167 h 203"/>
                  <a:gd name="T40" fmla="*/ 117 w 157"/>
                  <a:gd name="T41" fmla="*/ 145 h 203"/>
                  <a:gd name="T42" fmla="*/ 144 w 157"/>
                  <a:gd name="T43" fmla="*/ 140 h 203"/>
                  <a:gd name="T44" fmla="*/ 110 w 157"/>
                  <a:gd name="T45" fmla="*/ 61 h 203"/>
                  <a:gd name="T46" fmla="*/ 69 w 157"/>
                  <a:gd name="T47" fmla="*/ 117 h 203"/>
                  <a:gd name="T48" fmla="*/ 84 w 157"/>
                  <a:gd name="T49" fmla="*/ 95 h 203"/>
                  <a:gd name="T50" fmla="*/ 101 w 157"/>
                  <a:gd name="T51" fmla="*/ 106 h 203"/>
                  <a:gd name="T52" fmla="*/ 106 w 157"/>
                  <a:gd name="T53" fmla="*/ 130 h 203"/>
                  <a:gd name="T54" fmla="*/ 47 w 157"/>
                  <a:gd name="T55" fmla="*/ 149 h 203"/>
                  <a:gd name="T56" fmla="*/ 74 w 157"/>
                  <a:gd name="T57" fmla="*/ 142 h 203"/>
                  <a:gd name="T58" fmla="*/ 72 w 157"/>
                  <a:gd name="T59" fmla="*/ 133 h 203"/>
                  <a:gd name="T60" fmla="*/ 52 w 157"/>
                  <a:gd name="T61" fmla="*/ 130 h 203"/>
                  <a:gd name="T62" fmla="*/ 89 w 157"/>
                  <a:gd name="T63" fmla="*/ 158 h 203"/>
                  <a:gd name="T64" fmla="*/ 77 w 157"/>
                  <a:gd name="T65" fmla="*/ 160 h 203"/>
                  <a:gd name="T66" fmla="*/ 89 w 157"/>
                  <a:gd name="T67" fmla="*/ 158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57" h="203">
                    <a:moveTo>
                      <a:pt x="112" y="167"/>
                    </a:moveTo>
                    <a:cubicBezTo>
                      <a:pt x="114" y="174"/>
                      <a:pt x="116" y="178"/>
                      <a:pt x="117" y="182"/>
                    </a:cubicBezTo>
                    <a:cubicBezTo>
                      <a:pt x="117" y="185"/>
                      <a:pt x="119" y="189"/>
                      <a:pt x="117" y="191"/>
                    </a:cubicBezTo>
                    <a:cubicBezTo>
                      <a:pt x="114" y="196"/>
                      <a:pt x="109" y="202"/>
                      <a:pt x="105" y="203"/>
                    </a:cubicBezTo>
                    <a:cubicBezTo>
                      <a:pt x="98" y="203"/>
                      <a:pt x="97" y="195"/>
                      <a:pt x="96" y="189"/>
                    </a:cubicBezTo>
                    <a:cubicBezTo>
                      <a:pt x="96" y="187"/>
                      <a:pt x="96" y="185"/>
                      <a:pt x="95" y="182"/>
                    </a:cubicBezTo>
                    <a:cubicBezTo>
                      <a:pt x="93" y="182"/>
                      <a:pt x="92" y="182"/>
                      <a:pt x="91" y="182"/>
                    </a:cubicBezTo>
                    <a:cubicBezTo>
                      <a:pt x="75" y="187"/>
                      <a:pt x="73" y="186"/>
                      <a:pt x="70" y="170"/>
                    </a:cubicBezTo>
                    <a:cubicBezTo>
                      <a:pt x="69" y="163"/>
                      <a:pt x="63" y="158"/>
                      <a:pt x="56" y="160"/>
                    </a:cubicBezTo>
                    <a:cubicBezTo>
                      <a:pt x="54" y="161"/>
                      <a:pt x="53" y="164"/>
                      <a:pt x="52" y="167"/>
                    </a:cubicBezTo>
                    <a:cubicBezTo>
                      <a:pt x="51" y="172"/>
                      <a:pt x="50" y="181"/>
                      <a:pt x="49" y="181"/>
                    </a:cubicBezTo>
                    <a:cubicBezTo>
                      <a:pt x="41" y="182"/>
                      <a:pt x="33" y="183"/>
                      <a:pt x="26" y="179"/>
                    </a:cubicBezTo>
                    <a:cubicBezTo>
                      <a:pt x="9" y="171"/>
                      <a:pt x="0" y="136"/>
                      <a:pt x="10" y="119"/>
                    </a:cubicBezTo>
                    <a:cubicBezTo>
                      <a:pt x="14" y="111"/>
                      <a:pt x="18" y="110"/>
                      <a:pt x="25" y="115"/>
                    </a:cubicBezTo>
                    <a:cubicBezTo>
                      <a:pt x="30" y="118"/>
                      <a:pt x="33" y="117"/>
                      <a:pt x="36" y="114"/>
                    </a:cubicBezTo>
                    <a:cubicBezTo>
                      <a:pt x="39" y="110"/>
                      <a:pt x="42" y="107"/>
                      <a:pt x="45" y="104"/>
                    </a:cubicBezTo>
                    <a:cubicBezTo>
                      <a:pt x="52" y="98"/>
                      <a:pt x="53" y="91"/>
                      <a:pt x="49" y="82"/>
                    </a:cubicBezTo>
                    <a:cubicBezTo>
                      <a:pt x="46" y="78"/>
                      <a:pt x="44" y="75"/>
                      <a:pt x="38" y="76"/>
                    </a:cubicBezTo>
                    <a:cubicBezTo>
                      <a:pt x="26" y="77"/>
                      <a:pt x="16" y="71"/>
                      <a:pt x="12" y="61"/>
                    </a:cubicBezTo>
                    <a:cubicBezTo>
                      <a:pt x="11" y="59"/>
                      <a:pt x="11" y="57"/>
                      <a:pt x="11" y="56"/>
                    </a:cubicBezTo>
                    <a:cubicBezTo>
                      <a:pt x="18" y="55"/>
                      <a:pt x="25" y="56"/>
                      <a:pt x="31" y="54"/>
                    </a:cubicBezTo>
                    <a:cubicBezTo>
                      <a:pt x="37" y="52"/>
                      <a:pt x="39" y="48"/>
                      <a:pt x="39" y="40"/>
                    </a:cubicBezTo>
                    <a:cubicBezTo>
                      <a:pt x="38" y="32"/>
                      <a:pt x="39" y="23"/>
                      <a:pt x="41" y="15"/>
                    </a:cubicBezTo>
                    <a:cubicBezTo>
                      <a:pt x="41" y="12"/>
                      <a:pt x="45" y="10"/>
                      <a:pt x="47" y="8"/>
                    </a:cubicBezTo>
                    <a:cubicBezTo>
                      <a:pt x="48" y="10"/>
                      <a:pt x="51" y="12"/>
                      <a:pt x="52" y="14"/>
                    </a:cubicBezTo>
                    <a:cubicBezTo>
                      <a:pt x="54" y="19"/>
                      <a:pt x="56" y="25"/>
                      <a:pt x="59" y="31"/>
                    </a:cubicBezTo>
                    <a:cubicBezTo>
                      <a:pt x="70" y="24"/>
                      <a:pt x="72" y="19"/>
                      <a:pt x="68" y="8"/>
                    </a:cubicBezTo>
                    <a:cubicBezTo>
                      <a:pt x="67" y="6"/>
                      <a:pt x="68" y="3"/>
                      <a:pt x="68" y="1"/>
                    </a:cubicBezTo>
                    <a:cubicBezTo>
                      <a:pt x="70" y="1"/>
                      <a:pt x="73" y="0"/>
                      <a:pt x="75" y="1"/>
                    </a:cubicBezTo>
                    <a:cubicBezTo>
                      <a:pt x="88" y="6"/>
                      <a:pt x="93" y="21"/>
                      <a:pt x="86" y="33"/>
                    </a:cubicBezTo>
                    <a:cubicBezTo>
                      <a:pt x="82" y="40"/>
                      <a:pt x="77" y="46"/>
                      <a:pt x="73" y="52"/>
                    </a:cubicBezTo>
                    <a:cubicBezTo>
                      <a:pt x="71" y="56"/>
                      <a:pt x="69" y="60"/>
                      <a:pt x="69" y="64"/>
                    </a:cubicBezTo>
                    <a:cubicBezTo>
                      <a:pt x="69" y="67"/>
                      <a:pt x="70" y="72"/>
                      <a:pt x="72" y="74"/>
                    </a:cubicBezTo>
                    <a:cubicBezTo>
                      <a:pt x="73" y="75"/>
                      <a:pt x="79" y="73"/>
                      <a:pt x="82" y="72"/>
                    </a:cubicBezTo>
                    <a:cubicBezTo>
                      <a:pt x="93" y="66"/>
                      <a:pt x="104" y="59"/>
                      <a:pt x="115" y="54"/>
                    </a:cubicBezTo>
                    <a:cubicBezTo>
                      <a:pt x="126" y="50"/>
                      <a:pt x="136" y="54"/>
                      <a:pt x="146" y="60"/>
                    </a:cubicBezTo>
                    <a:cubicBezTo>
                      <a:pt x="149" y="62"/>
                      <a:pt x="152" y="66"/>
                      <a:pt x="152" y="69"/>
                    </a:cubicBezTo>
                    <a:cubicBezTo>
                      <a:pt x="155" y="96"/>
                      <a:pt x="157" y="123"/>
                      <a:pt x="151" y="150"/>
                    </a:cubicBezTo>
                    <a:cubicBezTo>
                      <a:pt x="148" y="166"/>
                      <a:pt x="139" y="171"/>
                      <a:pt x="123" y="169"/>
                    </a:cubicBezTo>
                    <a:cubicBezTo>
                      <a:pt x="120" y="168"/>
                      <a:pt x="117" y="168"/>
                      <a:pt x="112" y="167"/>
                    </a:cubicBezTo>
                    <a:close/>
                    <a:moveTo>
                      <a:pt x="106" y="130"/>
                    </a:moveTo>
                    <a:cubicBezTo>
                      <a:pt x="111" y="136"/>
                      <a:pt x="116" y="140"/>
                      <a:pt x="117" y="145"/>
                    </a:cubicBezTo>
                    <a:cubicBezTo>
                      <a:pt x="118" y="154"/>
                      <a:pt x="119" y="155"/>
                      <a:pt x="127" y="154"/>
                    </a:cubicBezTo>
                    <a:cubicBezTo>
                      <a:pt x="136" y="154"/>
                      <a:pt x="141" y="149"/>
                      <a:pt x="144" y="140"/>
                    </a:cubicBezTo>
                    <a:cubicBezTo>
                      <a:pt x="150" y="120"/>
                      <a:pt x="146" y="99"/>
                      <a:pt x="144" y="79"/>
                    </a:cubicBezTo>
                    <a:cubicBezTo>
                      <a:pt x="142" y="61"/>
                      <a:pt x="126" y="53"/>
                      <a:pt x="110" y="61"/>
                    </a:cubicBezTo>
                    <a:cubicBezTo>
                      <a:pt x="93" y="70"/>
                      <a:pt x="77" y="80"/>
                      <a:pt x="66" y="96"/>
                    </a:cubicBezTo>
                    <a:cubicBezTo>
                      <a:pt x="59" y="105"/>
                      <a:pt x="59" y="108"/>
                      <a:pt x="69" y="117"/>
                    </a:cubicBezTo>
                    <a:cubicBezTo>
                      <a:pt x="71" y="114"/>
                      <a:pt x="74" y="111"/>
                      <a:pt x="76" y="108"/>
                    </a:cubicBezTo>
                    <a:cubicBezTo>
                      <a:pt x="79" y="104"/>
                      <a:pt x="81" y="99"/>
                      <a:pt x="84" y="95"/>
                    </a:cubicBezTo>
                    <a:cubicBezTo>
                      <a:pt x="89" y="89"/>
                      <a:pt x="99" y="88"/>
                      <a:pt x="104" y="93"/>
                    </a:cubicBezTo>
                    <a:cubicBezTo>
                      <a:pt x="109" y="99"/>
                      <a:pt x="103" y="102"/>
                      <a:pt x="101" y="106"/>
                    </a:cubicBezTo>
                    <a:cubicBezTo>
                      <a:pt x="99" y="108"/>
                      <a:pt x="98" y="111"/>
                      <a:pt x="96" y="114"/>
                    </a:cubicBezTo>
                    <a:cubicBezTo>
                      <a:pt x="106" y="117"/>
                      <a:pt x="112" y="122"/>
                      <a:pt x="106" y="130"/>
                    </a:cubicBezTo>
                    <a:close/>
                    <a:moveTo>
                      <a:pt x="50" y="122"/>
                    </a:moveTo>
                    <a:cubicBezTo>
                      <a:pt x="41" y="131"/>
                      <a:pt x="40" y="139"/>
                      <a:pt x="47" y="149"/>
                    </a:cubicBezTo>
                    <a:cubicBezTo>
                      <a:pt x="52" y="157"/>
                      <a:pt x="58" y="150"/>
                      <a:pt x="63" y="148"/>
                    </a:cubicBezTo>
                    <a:cubicBezTo>
                      <a:pt x="67" y="147"/>
                      <a:pt x="71" y="145"/>
                      <a:pt x="74" y="142"/>
                    </a:cubicBezTo>
                    <a:cubicBezTo>
                      <a:pt x="83" y="135"/>
                      <a:pt x="87" y="125"/>
                      <a:pt x="86" y="113"/>
                    </a:cubicBezTo>
                    <a:cubicBezTo>
                      <a:pt x="80" y="119"/>
                      <a:pt x="75" y="126"/>
                      <a:pt x="72" y="133"/>
                    </a:cubicBezTo>
                    <a:cubicBezTo>
                      <a:pt x="69" y="138"/>
                      <a:pt x="68" y="143"/>
                      <a:pt x="62" y="142"/>
                    </a:cubicBezTo>
                    <a:cubicBezTo>
                      <a:pt x="55" y="141"/>
                      <a:pt x="53" y="137"/>
                      <a:pt x="52" y="130"/>
                    </a:cubicBezTo>
                    <a:cubicBezTo>
                      <a:pt x="52" y="128"/>
                      <a:pt x="51" y="125"/>
                      <a:pt x="50" y="122"/>
                    </a:cubicBezTo>
                    <a:close/>
                    <a:moveTo>
                      <a:pt x="89" y="158"/>
                    </a:moveTo>
                    <a:cubicBezTo>
                      <a:pt x="86" y="155"/>
                      <a:pt x="84" y="153"/>
                      <a:pt x="82" y="151"/>
                    </a:cubicBezTo>
                    <a:cubicBezTo>
                      <a:pt x="80" y="154"/>
                      <a:pt x="77" y="157"/>
                      <a:pt x="77" y="160"/>
                    </a:cubicBezTo>
                    <a:cubicBezTo>
                      <a:pt x="76" y="162"/>
                      <a:pt x="80" y="165"/>
                      <a:pt x="82" y="167"/>
                    </a:cubicBezTo>
                    <a:cubicBezTo>
                      <a:pt x="84" y="164"/>
                      <a:pt x="86" y="162"/>
                      <a:pt x="89" y="1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Freeform 12">
                <a:extLst>
                  <a:ext uri="{FF2B5EF4-FFF2-40B4-BE49-F238E27FC236}">
                    <a16:creationId xmlns:a16="http://schemas.microsoft.com/office/drawing/2014/main" id="{8A88422B-8DCD-4154-9056-B91E7282C33F}"/>
                  </a:ext>
                </a:extLst>
              </p:cNvPr>
              <p:cNvSpPr>
                <a:spLocks noEditPoints="1"/>
              </p:cNvSpPr>
              <p:nvPr/>
            </p:nvSpPr>
            <p:spPr bwMode="auto">
              <a:xfrm>
                <a:off x="7315200" y="2152650"/>
                <a:ext cx="554038" cy="392113"/>
              </a:xfrm>
              <a:custGeom>
                <a:avLst/>
                <a:gdLst>
                  <a:gd name="T0" fmla="*/ 151 w 219"/>
                  <a:gd name="T1" fmla="*/ 35 h 155"/>
                  <a:gd name="T2" fmla="*/ 185 w 219"/>
                  <a:gd name="T3" fmla="*/ 42 h 155"/>
                  <a:gd name="T4" fmla="*/ 203 w 219"/>
                  <a:gd name="T5" fmla="*/ 42 h 155"/>
                  <a:gd name="T6" fmla="*/ 209 w 219"/>
                  <a:gd name="T7" fmla="*/ 48 h 155"/>
                  <a:gd name="T8" fmla="*/ 202 w 219"/>
                  <a:gd name="T9" fmla="*/ 53 h 155"/>
                  <a:gd name="T10" fmla="*/ 190 w 219"/>
                  <a:gd name="T11" fmla="*/ 54 h 155"/>
                  <a:gd name="T12" fmla="*/ 169 w 219"/>
                  <a:gd name="T13" fmla="*/ 64 h 155"/>
                  <a:gd name="T14" fmla="*/ 194 w 219"/>
                  <a:gd name="T15" fmla="*/ 69 h 155"/>
                  <a:gd name="T16" fmla="*/ 219 w 219"/>
                  <a:gd name="T17" fmla="*/ 70 h 155"/>
                  <a:gd name="T18" fmla="*/ 193 w 219"/>
                  <a:gd name="T19" fmla="*/ 82 h 155"/>
                  <a:gd name="T20" fmla="*/ 145 w 219"/>
                  <a:gd name="T21" fmla="*/ 92 h 155"/>
                  <a:gd name="T22" fmla="*/ 144 w 219"/>
                  <a:gd name="T23" fmla="*/ 104 h 155"/>
                  <a:gd name="T24" fmla="*/ 157 w 219"/>
                  <a:gd name="T25" fmla="*/ 142 h 155"/>
                  <a:gd name="T26" fmla="*/ 153 w 219"/>
                  <a:gd name="T27" fmla="*/ 154 h 155"/>
                  <a:gd name="T28" fmla="*/ 140 w 219"/>
                  <a:gd name="T29" fmla="*/ 151 h 155"/>
                  <a:gd name="T30" fmla="*/ 126 w 219"/>
                  <a:gd name="T31" fmla="*/ 136 h 155"/>
                  <a:gd name="T32" fmla="*/ 115 w 219"/>
                  <a:gd name="T33" fmla="*/ 106 h 155"/>
                  <a:gd name="T34" fmla="*/ 118 w 219"/>
                  <a:gd name="T35" fmla="*/ 105 h 155"/>
                  <a:gd name="T36" fmla="*/ 131 w 219"/>
                  <a:gd name="T37" fmla="*/ 125 h 155"/>
                  <a:gd name="T38" fmla="*/ 142 w 219"/>
                  <a:gd name="T39" fmla="*/ 134 h 155"/>
                  <a:gd name="T40" fmla="*/ 142 w 219"/>
                  <a:gd name="T41" fmla="*/ 119 h 155"/>
                  <a:gd name="T42" fmla="*/ 123 w 219"/>
                  <a:gd name="T43" fmla="*/ 97 h 155"/>
                  <a:gd name="T44" fmla="*/ 120 w 219"/>
                  <a:gd name="T45" fmla="*/ 94 h 155"/>
                  <a:gd name="T46" fmla="*/ 99 w 219"/>
                  <a:gd name="T47" fmla="*/ 66 h 155"/>
                  <a:gd name="T48" fmla="*/ 61 w 219"/>
                  <a:gd name="T49" fmla="*/ 43 h 155"/>
                  <a:gd name="T50" fmla="*/ 19 w 219"/>
                  <a:gd name="T51" fmla="*/ 36 h 155"/>
                  <a:gd name="T52" fmla="*/ 3 w 219"/>
                  <a:gd name="T53" fmla="*/ 33 h 155"/>
                  <a:gd name="T54" fmla="*/ 4 w 219"/>
                  <a:gd name="T55" fmla="*/ 17 h 155"/>
                  <a:gd name="T56" fmla="*/ 31 w 219"/>
                  <a:gd name="T57" fmla="*/ 3 h 155"/>
                  <a:gd name="T58" fmla="*/ 46 w 219"/>
                  <a:gd name="T59" fmla="*/ 4 h 155"/>
                  <a:gd name="T60" fmla="*/ 38 w 219"/>
                  <a:gd name="T61" fmla="*/ 24 h 155"/>
                  <a:gd name="T62" fmla="*/ 57 w 219"/>
                  <a:gd name="T63" fmla="*/ 34 h 155"/>
                  <a:gd name="T64" fmla="*/ 109 w 219"/>
                  <a:gd name="T65" fmla="*/ 66 h 155"/>
                  <a:gd name="T66" fmla="*/ 124 w 219"/>
                  <a:gd name="T67" fmla="*/ 61 h 155"/>
                  <a:gd name="T68" fmla="*/ 113 w 219"/>
                  <a:gd name="T69" fmla="*/ 59 h 155"/>
                  <a:gd name="T70" fmla="*/ 112 w 219"/>
                  <a:gd name="T71" fmla="*/ 57 h 155"/>
                  <a:gd name="T72" fmla="*/ 142 w 219"/>
                  <a:gd name="T73" fmla="*/ 48 h 155"/>
                  <a:gd name="T74" fmla="*/ 168 w 219"/>
                  <a:gd name="T75" fmla="*/ 51 h 155"/>
                  <a:gd name="T76" fmla="*/ 129 w 219"/>
                  <a:gd name="T77" fmla="*/ 45 h 155"/>
                  <a:gd name="T78" fmla="*/ 111 w 219"/>
                  <a:gd name="T79" fmla="*/ 52 h 155"/>
                  <a:gd name="T80" fmla="*/ 102 w 219"/>
                  <a:gd name="T81" fmla="*/ 53 h 155"/>
                  <a:gd name="T82" fmla="*/ 100 w 219"/>
                  <a:gd name="T83" fmla="*/ 50 h 155"/>
                  <a:gd name="T84" fmla="*/ 113 w 219"/>
                  <a:gd name="T85" fmla="*/ 43 h 155"/>
                  <a:gd name="T86" fmla="*/ 110 w 219"/>
                  <a:gd name="T87" fmla="*/ 40 h 155"/>
                  <a:gd name="T88" fmla="*/ 101 w 219"/>
                  <a:gd name="T89" fmla="*/ 41 h 155"/>
                  <a:gd name="T90" fmla="*/ 91 w 219"/>
                  <a:gd name="T91" fmla="*/ 37 h 155"/>
                  <a:gd name="T92" fmla="*/ 97 w 219"/>
                  <a:gd name="T93" fmla="*/ 24 h 155"/>
                  <a:gd name="T94" fmla="*/ 119 w 219"/>
                  <a:gd name="T95" fmla="*/ 19 h 155"/>
                  <a:gd name="T96" fmla="*/ 115 w 219"/>
                  <a:gd name="T97" fmla="*/ 29 h 155"/>
                  <a:gd name="T98" fmla="*/ 136 w 219"/>
                  <a:gd name="T99" fmla="*/ 28 h 155"/>
                  <a:gd name="T100" fmla="*/ 156 w 219"/>
                  <a:gd name="T101" fmla="*/ 13 h 155"/>
                  <a:gd name="T102" fmla="*/ 168 w 219"/>
                  <a:gd name="T103" fmla="*/ 13 h 155"/>
                  <a:gd name="T104" fmla="*/ 164 w 219"/>
                  <a:gd name="T105" fmla="*/ 27 h 155"/>
                  <a:gd name="T106" fmla="*/ 152 w 219"/>
                  <a:gd name="T107" fmla="*/ 33 h 155"/>
                  <a:gd name="T108" fmla="*/ 151 w 219"/>
                  <a:gd name="T109" fmla="*/ 35 h 155"/>
                  <a:gd name="T110" fmla="*/ 126 w 219"/>
                  <a:gd name="T111" fmla="*/ 76 h 155"/>
                  <a:gd name="T112" fmla="*/ 124 w 219"/>
                  <a:gd name="T113" fmla="*/ 80 h 155"/>
                  <a:gd name="T114" fmla="*/ 137 w 219"/>
                  <a:gd name="T115" fmla="*/ 86 h 155"/>
                  <a:gd name="T116" fmla="*/ 138 w 219"/>
                  <a:gd name="T117" fmla="*/ 79 h 155"/>
                  <a:gd name="T118" fmla="*/ 126 w 219"/>
                  <a:gd name="T119" fmla="*/ 76 h 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9" h="155">
                    <a:moveTo>
                      <a:pt x="151" y="35"/>
                    </a:moveTo>
                    <a:cubicBezTo>
                      <a:pt x="162" y="39"/>
                      <a:pt x="172" y="45"/>
                      <a:pt x="185" y="42"/>
                    </a:cubicBezTo>
                    <a:cubicBezTo>
                      <a:pt x="191" y="41"/>
                      <a:pt x="197" y="41"/>
                      <a:pt x="203" y="42"/>
                    </a:cubicBezTo>
                    <a:cubicBezTo>
                      <a:pt x="205" y="42"/>
                      <a:pt x="207" y="46"/>
                      <a:pt x="209" y="48"/>
                    </a:cubicBezTo>
                    <a:cubicBezTo>
                      <a:pt x="207" y="50"/>
                      <a:pt x="205" y="53"/>
                      <a:pt x="202" y="53"/>
                    </a:cubicBezTo>
                    <a:cubicBezTo>
                      <a:pt x="198" y="54"/>
                      <a:pt x="194" y="54"/>
                      <a:pt x="190" y="54"/>
                    </a:cubicBezTo>
                    <a:cubicBezTo>
                      <a:pt x="181" y="53"/>
                      <a:pt x="175" y="57"/>
                      <a:pt x="169" y="64"/>
                    </a:cubicBezTo>
                    <a:cubicBezTo>
                      <a:pt x="177" y="70"/>
                      <a:pt x="185" y="72"/>
                      <a:pt x="194" y="69"/>
                    </a:cubicBezTo>
                    <a:cubicBezTo>
                      <a:pt x="203" y="66"/>
                      <a:pt x="211" y="64"/>
                      <a:pt x="219" y="70"/>
                    </a:cubicBezTo>
                    <a:cubicBezTo>
                      <a:pt x="213" y="82"/>
                      <a:pt x="204" y="86"/>
                      <a:pt x="193" y="82"/>
                    </a:cubicBezTo>
                    <a:cubicBezTo>
                      <a:pt x="175" y="77"/>
                      <a:pt x="159" y="82"/>
                      <a:pt x="145" y="92"/>
                    </a:cubicBezTo>
                    <a:cubicBezTo>
                      <a:pt x="139" y="96"/>
                      <a:pt x="142" y="100"/>
                      <a:pt x="144" y="104"/>
                    </a:cubicBezTo>
                    <a:cubicBezTo>
                      <a:pt x="153" y="115"/>
                      <a:pt x="157" y="128"/>
                      <a:pt x="157" y="142"/>
                    </a:cubicBezTo>
                    <a:cubicBezTo>
                      <a:pt x="157" y="146"/>
                      <a:pt x="155" y="153"/>
                      <a:pt x="153" y="154"/>
                    </a:cubicBezTo>
                    <a:cubicBezTo>
                      <a:pt x="149" y="155"/>
                      <a:pt x="143" y="153"/>
                      <a:pt x="140" y="151"/>
                    </a:cubicBezTo>
                    <a:cubicBezTo>
                      <a:pt x="134" y="147"/>
                      <a:pt x="129" y="142"/>
                      <a:pt x="126" y="136"/>
                    </a:cubicBezTo>
                    <a:cubicBezTo>
                      <a:pt x="121" y="126"/>
                      <a:pt x="119" y="116"/>
                      <a:pt x="115" y="106"/>
                    </a:cubicBezTo>
                    <a:cubicBezTo>
                      <a:pt x="116" y="106"/>
                      <a:pt x="117" y="105"/>
                      <a:pt x="118" y="105"/>
                    </a:cubicBezTo>
                    <a:cubicBezTo>
                      <a:pt x="122" y="111"/>
                      <a:pt x="126" y="118"/>
                      <a:pt x="131" y="125"/>
                    </a:cubicBezTo>
                    <a:cubicBezTo>
                      <a:pt x="134" y="128"/>
                      <a:pt x="138" y="131"/>
                      <a:pt x="142" y="134"/>
                    </a:cubicBezTo>
                    <a:cubicBezTo>
                      <a:pt x="142" y="129"/>
                      <a:pt x="144" y="124"/>
                      <a:pt x="142" y="119"/>
                    </a:cubicBezTo>
                    <a:cubicBezTo>
                      <a:pt x="138" y="110"/>
                      <a:pt x="135" y="99"/>
                      <a:pt x="123" y="97"/>
                    </a:cubicBezTo>
                    <a:cubicBezTo>
                      <a:pt x="122" y="97"/>
                      <a:pt x="120" y="95"/>
                      <a:pt x="120" y="94"/>
                    </a:cubicBezTo>
                    <a:cubicBezTo>
                      <a:pt x="119" y="80"/>
                      <a:pt x="108" y="73"/>
                      <a:pt x="99" y="66"/>
                    </a:cubicBezTo>
                    <a:cubicBezTo>
                      <a:pt x="87" y="58"/>
                      <a:pt x="74" y="50"/>
                      <a:pt x="61" y="43"/>
                    </a:cubicBezTo>
                    <a:cubicBezTo>
                      <a:pt x="48" y="36"/>
                      <a:pt x="34" y="34"/>
                      <a:pt x="19" y="36"/>
                    </a:cubicBezTo>
                    <a:cubicBezTo>
                      <a:pt x="14" y="37"/>
                      <a:pt x="5" y="37"/>
                      <a:pt x="3" y="33"/>
                    </a:cubicBezTo>
                    <a:cubicBezTo>
                      <a:pt x="0" y="30"/>
                      <a:pt x="2" y="22"/>
                      <a:pt x="4" y="17"/>
                    </a:cubicBezTo>
                    <a:cubicBezTo>
                      <a:pt x="10" y="3"/>
                      <a:pt x="17" y="0"/>
                      <a:pt x="31" y="3"/>
                    </a:cubicBezTo>
                    <a:cubicBezTo>
                      <a:pt x="36" y="3"/>
                      <a:pt x="40" y="4"/>
                      <a:pt x="46" y="4"/>
                    </a:cubicBezTo>
                    <a:cubicBezTo>
                      <a:pt x="43" y="11"/>
                      <a:pt x="41" y="17"/>
                      <a:pt x="38" y="24"/>
                    </a:cubicBezTo>
                    <a:cubicBezTo>
                      <a:pt x="44" y="27"/>
                      <a:pt x="51" y="31"/>
                      <a:pt x="57" y="34"/>
                    </a:cubicBezTo>
                    <a:cubicBezTo>
                      <a:pt x="75" y="45"/>
                      <a:pt x="92" y="55"/>
                      <a:pt x="109" y="66"/>
                    </a:cubicBezTo>
                    <a:cubicBezTo>
                      <a:pt x="117" y="71"/>
                      <a:pt x="120" y="69"/>
                      <a:pt x="124" y="61"/>
                    </a:cubicBezTo>
                    <a:cubicBezTo>
                      <a:pt x="120" y="61"/>
                      <a:pt x="116" y="60"/>
                      <a:pt x="113" y="59"/>
                    </a:cubicBezTo>
                    <a:cubicBezTo>
                      <a:pt x="113" y="58"/>
                      <a:pt x="112" y="58"/>
                      <a:pt x="112" y="57"/>
                    </a:cubicBezTo>
                    <a:cubicBezTo>
                      <a:pt x="122" y="54"/>
                      <a:pt x="132" y="51"/>
                      <a:pt x="142" y="48"/>
                    </a:cubicBezTo>
                    <a:cubicBezTo>
                      <a:pt x="147" y="60"/>
                      <a:pt x="157" y="61"/>
                      <a:pt x="168" y="51"/>
                    </a:cubicBezTo>
                    <a:cubicBezTo>
                      <a:pt x="160" y="42"/>
                      <a:pt x="142" y="39"/>
                      <a:pt x="129" y="45"/>
                    </a:cubicBezTo>
                    <a:cubicBezTo>
                      <a:pt x="123" y="47"/>
                      <a:pt x="117" y="50"/>
                      <a:pt x="111" y="52"/>
                    </a:cubicBezTo>
                    <a:cubicBezTo>
                      <a:pt x="109" y="53"/>
                      <a:pt x="105" y="52"/>
                      <a:pt x="102" y="53"/>
                    </a:cubicBezTo>
                    <a:cubicBezTo>
                      <a:pt x="102" y="52"/>
                      <a:pt x="101" y="51"/>
                      <a:pt x="100" y="50"/>
                    </a:cubicBezTo>
                    <a:cubicBezTo>
                      <a:pt x="104" y="47"/>
                      <a:pt x="109" y="45"/>
                      <a:pt x="113" y="43"/>
                    </a:cubicBezTo>
                    <a:cubicBezTo>
                      <a:pt x="112" y="42"/>
                      <a:pt x="111" y="41"/>
                      <a:pt x="110" y="40"/>
                    </a:cubicBezTo>
                    <a:cubicBezTo>
                      <a:pt x="107" y="40"/>
                      <a:pt x="104" y="41"/>
                      <a:pt x="101" y="41"/>
                    </a:cubicBezTo>
                    <a:cubicBezTo>
                      <a:pt x="98" y="40"/>
                      <a:pt x="92" y="39"/>
                      <a:pt x="91" y="37"/>
                    </a:cubicBezTo>
                    <a:cubicBezTo>
                      <a:pt x="89" y="31"/>
                      <a:pt x="91" y="26"/>
                      <a:pt x="97" y="24"/>
                    </a:cubicBezTo>
                    <a:cubicBezTo>
                      <a:pt x="104" y="22"/>
                      <a:pt x="111" y="21"/>
                      <a:pt x="119" y="19"/>
                    </a:cubicBezTo>
                    <a:cubicBezTo>
                      <a:pt x="117" y="23"/>
                      <a:pt x="116" y="26"/>
                      <a:pt x="115" y="29"/>
                    </a:cubicBezTo>
                    <a:cubicBezTo>
                      <a:pt x="123" y="34"/>
                      <a:pt x="130" y="32"/>
                      <a:pt x="136" y="28"/>
                    </a:cubicBezTo>
                    <a:cubicBezTo>
                      <a:pt x="143" y="23"/>
                      <a:pt x="149" y="17"/>
                      <a:pt x="156" y="13"/>
                    </a:cubicBezTo>
                    <a:cubicBezTo>
                      <a:pt x="159" y="11"/>
                      <a:pt x="165" y="11"/>
                      <a:pt x="168" y="13"/>
                    </a:cubicBezTo>
                    <a:cubicBezTo>
                      <a:pt x="172" y="15"/>
                      <a:pt x="169" y="25"/>
                      <a:pt x="164" y="27"/>
                    </a:cubicBezTo>
                    <a:cubicBezTo>
                      <a:pt x="160" y="29"/>
                      <a:pt x="156" y="31"/>
                      <a:pt x="152" y="33"/>
                    </a:cubicBezTo>
                    <a:cubicBezTo>
                      <a:pt x="151" y="34"/>
                      <a:pt x="151" y="34"/>
                      <a:pt x="151" y="35"/>
                    </a:cubicBezTo>
                    <a:close/>
                    <a:moveTo>
                      <a:pt x="126" y="76"/>
                    </a:moveTo>
                    <a:cubicBezTo>
                      <a:pt x="125" y="77"/>
                      <a:pt x="125" y="78"/>
                      <a:pt x="124" y="80"/>
                    </a:cubicBezTo>
                    <a:cubicBezTo>
                      <a:pt x="128" y="82"/>
                      <a:pt x="132" y="84"/>
                      <a:pt x="137" y="86"/>
                    </a:cubicBezTo>
                    <a:cubicBezTo>
                      <a:pt x="137" y="83"/>
                      <a:pt x="139" y="81"/>
                      <a:pt x="138" y="79"/>
                    </a:cubicBezTo>
                    <a:cubicBezTo>
                      <a:pt x="135" y="72"/>
                      <a:pt x="130" y="74"/>
                      <a:pt x="126"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8" name="Freeform 13">
                <a:extLst>
                  <a:ext uri="{FF2B5EF4-FFF2-40B4-BE49-F238E27FC236}">
                    <a16:creationId xmlns:a16="http://schemas.microsoft.com/office/drawing/2014/main" id="{DBB18FDD-5161-4FAD-BF2B-DC5E8E5B5CEC}"/>
                  </a:ext>
                </a:extLst>
              </p:cNvPr>
              <p:cNvSpPr>
                <a:spLocks/>
              </p:cNvSpPr>
              <p:nvPr/>
            </p:nvSpPr>
            <p:spPr bwMode="auto">
              <a:xfrm>
                <a:off x="4657725" y="4679950"/>
                <a:ext cx="366713" cy="349250"/>
              </a:xfrm>
              <a:custGeom>
                <a:avLst/>
                <a:gdLst>
                  <a:gd name="T0" fmla="*/ 59 w 145"/>
                  <a:gd name="T1" fmla="*/ 69 h 138"/>
                  <a:gd name="T2" fmla="*/ 18 w 145"/>
                  <a:gd name="T3" fmla="*/ 105 h 138"/>
                  <a:gd name="T4" fmla="*/ 0 w 145"/>
                  <a:gd name="T5" fmla="*/ 104 h 138"/>
                  <a:gd name="T6" fmla="*/ 18 w 145"/>
                  <a:gd name="T7" fmla="*/ 38 h 138"/>
                  <a:gd name="T8" fmla="*/ 23 w 145"/>
                  <a:gd name="T9" fmla="*/ 21 h 138"/>
                  <a:gd name="T10" fmla="*/ 21 w 145"/>
                  <a:gd name="T11" fmla="*/ 5 h 138"/>
                  <a:gd name="T12" fmla="*/ 20 w 145"/>
                  <a:gd name="T13" fmla="*/ 1 h 138"/>
                  <a:gd name="T14" fmla="*/ 24 w 145"/>
                  <a:gd name="T15" fmla="*/ 0 h 138"/>
                  <a:gd name="T16" fmla="*/ 62 w 145"/>
                  <a:gd name="T17" fmla="*/ 23 h 138"/>
                  <a:gd name="T18" fmla="*/ 56 w 145"/>
                  <a:gd name="T19" fmla="*/ 25 h 138"/>
                  <a:gd name="T20" fmla="*/ 43 w 145"/>
                  <a:gd name="T21" fmla="*/ 33 h 138"/>
                  <a:gd name="T22" fmla="*/ 31 w 145"/>
                  <a:gd name="T23" fmla="*/ 84 h 138"/>
                  <a:gd name="T24" fmla="*/ 63 w 145"/>
                  <a:gd name="T25" fmla="*/ 56 h 138"/>
                  <a:gd name="T26" fmla="*/ 66 w 145"/>
                  <a:gd name="T27" fmla="*/ 33 h 138"/>
                  <a:gd name="T28" fmla="*/ 64 w 145"/>
                  <a:gd name="T29" fmla="*/ 28 h 138"/>
                  <a:gd name="T30" fmla="*/ 66 w 145"/>
                  <a:gd name="T31" fmla="*/ 26 h 138"/>
                  <a:gd name="T32" fmla="*/ 106 w 145"/>
                  <a:gd name="T33" fmla="*/ 50 h 138"/>
                  <a:gd name="T34" fmla="*/ 106 w 145"/>
                  <a:gd name="T35" fmla="*/ 52 h 138"/>
                  <a:gd name="T36" fmla="*/ 100 w 145"/>
                  <a:gd name="T37" fmla="*/ 52 h 138"/>
                  <a:gd name="T38" fmla="*/ 88 w 145"/>
                  <a:gd name="T39" fmla="*/ 58 h 138"/>
                  <a:gd name="T40" fmla="*/ 76 w 145"/>
                  <a:gd name="T41" fmla="*/ 110 h 138"/>
                  <a:gd name="T42" fmla="*/ 96 w 145"/>
                  <a:gd name="T43" fmla="*/ 93 h 138"/>
                  <a:gd name="T44" fmla="*/ 113 w 145"/>
                  <a:gd name="T45" fmla="*/ 79 h 138"/>
                  <a:gd name="T46" fmla="*/ 113 w 145"/>
                  <a:gd name="T47" fmla="*/ 60 h 138"/>
                  <a:gd name="T48" fmla="*/ 112 w 145"/>
                  <a:gd name="T49" fmla="*/ 56 h 138"/>
                  <a:gd name="T50" fmla="*/ 145 w 145"/>
                  <a:gd name="T51" fmla="*/ 73 h 138"/>
                  <a:gd name="T52" fmla="*/ 139 w 145"/>
                  <a:gd name="T53" fmla="*/ 76 h 138"/>
                  <a:gd name="T54" fmla="*/ 123 w 145"/>
                  <a:gd name="T55" fmla="*/ 80 h 138"/>
                  <a:gd name="T56" fmla="*/ 62 w 145"/>
                  <a:gd name="T57" fmla="*/ 132 h 138"/>
                  <a:gd name="T58" fmla="*/ 44 w 145"/>
                  <a:gd name="T59" fmla="*/ 131 h 138"/>
                  <a:gd name="T60" fmla="*/ 61 w 145"/>
                  <a:gd name="T61" fmla="*/ 70 h 138"/>
                  <a:gd name="T62" fmla="*/ 59 w 145"/>
                  <a:gd name="T63" fmla="*/ 69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45" h="138">
                    <a:moveTo>
                      <a:pt x="59" y="69"/>
                    </a:moveTo>
                    <a:cubicBezTo>
                      <a:pt x="45" y="81"/>
                      <a:pt x="31" y="92"/>
                      <a:pt x="18" y="105"/>
                    </a:cubicBezTo>
                    <a:cubicBezTo>
                      <a:pt x="11" y="110"/>
                      <a:pt x="6" y="112"/>
                      <a:pt x="0" y="104"/>
                    </a:cubicBezTo>
                    <a:cubicBezTo>
                      <a:pt x="6" y="83"/>
                      <a:pt x="12" y="61"/>
                      <a:pt x="18" y="38"/>
                    </a:cubicBezTo>
                    <a:cubicBezTo>
                      <a:pt x="19" y="33"/>
                      <a:pt x="22" y="27"/>
                      <a:pt x="23" y="21"/>
                    </a:cubicBezTo>
                    <a:cubicBezTo>
                      <a:pt x="23" y="16"/>
                      <a:pt x="21" y="10"/>
                      <a:pt x="21" y="5"/>
                    </a:cubicBezTo>
                    <a:cubicBezTo>
                      <a:pt x="21" y="4"/>
                      <a:pt x="20" y="2"/>
                      <a:pt x="20" y="1"/>
                    </a:cubicBezTo>
                    <a:cubicBezTo>
                      <a:pt x="21" y="0"/>
                      <a:pt x="23" y="0"/>
                      <a:pt x="24" y="0"/>
                    </a:cubicBezTo>
                    <a:cubicBezTo>
                      <a:pt x="36" y="8"/>
                      <a:pt x="48" y="15"/>
                      <a:pt x="62" y="23"/>
                    </a:cubicBezTo>
                    <a:cubicBezTo>
                      <a:pt x="59" y="24"/>
                      <a:pt x="57" y="26"/>
                      <a:pt x="56" y="25"/>
                    </a:cubicBezTo>
                    <a:cubicBezTo>
                      <a:pt x="48" y="21"/>
                      <a:pt x="45" y="26"/>
                      <a:pt x="43" y="33"/>
                    </a:cubicBezTo>
                    <a:cubicBezTo>
                      <a:pt x="39" y="50"/>
                      <a:pt x="34" y="66"/>
                      <a:pt x="31" y="84"/>
                    </a:cubicBezTo>
                    <a:cubicBezTo>
                      <a:pt x="42" y="75"/>
                      <a:pt x="53" y="66"/>
                      <a:pt x="63" y="56"/>
                    </a:cubicBezTo>
                    <a:cubicBezTo>
                      <a:pt x="69" y="50"/>
                      <a:pt x="70" y="41"/>
                      <a:pt x="66" y="33"/>
                    </a:cubicBezTo>
                    <a:cubicBezTo>
                      <a:pt x="66" y="31"/>
                      <a:pt x="65" y="29"/>
                      <a:pt x="64" y="28"/>
                    </a:cubicBezTo>
                    <a:cubicBezTo>
                      <a:pt x="65" y="27"/>
                      <a:pt x="65" y="26"/>
                      <a:pt x="66" y="26"/>
                    </a:cubicBezTo>
                    <a:cubicBezTo>
                      <a:pt x="79" y="34"/>
                      <a:pt x="93" y="42"/>
                      <a:pt x="106" y="50"/>
                    </a:cubicBezTo>
                    <a:cubicBezTo>
                      <a:pt x="106" y="50"/>
                      <a:pt x="106" y="51"/>
                      <a:pt x="106" y="52"/>
                    </a:cubicBezTo>
                    <a:cubicBezTo>
                      <a:pt x="104" y="52"/>
                      <a:pt x="102" y="53"/>
                      <a:pt x="100" y="52"/>
                    </a:cubicBezTo>
                    <a:cubicBezTo>
                      <a:pt x="94" y="49"/>
                      <a:pt x="90" y="51"/>
                      <a:pt x="88" y="58"/>
                    </a:cubicBezTo>
                    <a:cubicBezTo>
                      <a:pt x="84" y="75"/>
                      <a:pt x="79" y="92"/>
                      <a:pt x="76" y="110"/>
                    </a:cubicBezTo>
                    <a:cubicBezTo>
                      <a:pt x="83" y="104"/>
                      <a:pt x="89" y="98"/>
                      <a:pt x="96" y="93"/>
                    </a:cubicBezTo>
                    <a:cubicBezTo>
                      <a:pt x="102" y="88"/>
                      <a:pt x="107" y="83"/>
                      <a:pt x="113" y="79"/>
                    </a:cubicBezTo>
                    <a:cubicBezTo>
                      <a:pt x="122" y="71"/>
                      <a:pt x="122" y="68"/>
                      <a:pt x="113" y="60"/>
                    </a:cubicBezTo>
                    <a:cubicBezTo>
                      <a:pt x="113" y="59"/>
                      <a:pt x="112" y="58"/>
                      <a:pt x="112" y="56"/>
                    </a:cubicBezTo>
                    <a:cubicBezTo>
                      <a:pt x="124" y="59"/>
                      <a:pt x="133" y="67"/>
                      <a:pt x="145" y="73"/>
                    </a:cubicBezTo>
                    <a:cubicBezTo>
                      <a:pt x="142" y="74"/>
                      <a:pt x="140" y="76"/>
                      <a:pt x="139" y="76"/>
                    </a:cubicBezTo>
                    <a:cubicBezTo>
                      <a:pt x="132" y="72"/>
                      <a:pt x="127" y="76"/>
                      <a:pt x="123" y="80"/>
                    </a:cubicBezTo>
                    <a:cubicBezTo>
                      <a:pt x="102" y="97"/>
                      <a:pt x="82" y="114"/>
                      <a:pt x="62" y="132"/>
                    </a:cubicBezTo>
                    <a:cubicBezTo>
                      <a:pt x="56" y="137"/>
                      <a:pt x="51" y="138"/>
                      <a:pt x="44" y="131"/>
                    </a:cubicBezTo>
                    <a:cubicBezTo>
                      <a:pt x="50" y="111"/>
                      <a:pt x="55" y="91"/>
                      <a:pt x="61" y="70"/>
                    </a:cubicBezTo>
                    <a:cubicBezTo>
                      <a:pt x="60" y="70"/>
                      <a:pt x="60" y="70"/>
                      <a:pt x="59"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Freeform 14">
                <a:extLst>
                  <a:ext uri="{FF2B5EF4-FFF2-40B4-BE49-F238E27FC236}">
                    <a16:creationId xmlns:a16="http://schemas.microsoft.com/office/drawing/2014/main" id="{9CFD7459-ECE3-4902-953F-C7BB5820D468}"/>
                  </a:ext>
                </a:extLst>
              </p:cNvPr>
              <p:cNvSpPr>
                <a:spLocks/>
              </p:cNvSpPr>
              <p:nvPr/>
            </p:nvSpPr>
            <p:spPr bwMode="auto">
              <a:xfrm>
                <a:off x="6388100" y="1263650"/>
                <a:ext cx="366713" cy="339725"/>
              </a:xfrm>
              <a:custGeom>
                <a:avLst/>
                <a:gdLst>
                  <a:gd name="T0" fmla="*/ 66 w 145"/>
                  <a:gd name="T1" fmla="*/ 79 h 134"/>
                  <a:gd name="T2" fmla="*/ 45 w 145"/>
                  <a:gd name="T3" fmla="*/ 79 h 134"/>
                  <a:gd name="T4" fmla="*/ 23 w 145"/>
                  <a:gd name="T5" fmla="*/ 48 h 134"/>
                  <a:gd name="T6" fmla="*/ 28 w 145"/>
                  <a:gd name="T7" fmla="*/ 42 h 134"/>
                  <a:gd name="T8" fmla="*/ 33 w 145"/>
                  <a:gd name="T9" fmla="*/ 46 h 134"/>
                  <a:gd name="T10" fmla="*/ 77 w 145"/>
                  <a:gd name="T11" fmla="*/ 56 h 134"/>
                  <a:gd name="T12" fmla="*/ 81 w 145"/>
                  <a:gd name="T13" fmla="*/ 53 h 134"/>
                  <a:gd name="T14" fmla="*/ 93 w 145"/>
                  <a:gd name="T15" fmla="*/ 10 h 134"/>
                  <a:gd name="T16" fmla="*/ 96 w 145"/>
                  <a:gd name="T17" fmla="*/ 0 h 134"/>
                  <a:gd name="T18" fmla="*/ 106 w 145"/>
                  <a:gd name="T19" fmla="*/ 4 h 134"/>
                  <a:gd name="T20" fmla="*/ 116 w 145"/>
                  <a:gd name="T21" fmla="*/ 44 h 134"/>
                  <a:gd name="T22" fmla="*/ 124 w 145"/>
                  <a:gd name="T23" fmla="*/ 58 h 134"/>
                  <a:gd name="T24" fmla="*/ 143 w 145"/>
                  <a:gd name="T25" fmla="*/ 69 h 134"/>
                  <a:gd name="T26" fmla="*/ 136 w 145"/>
                  <a:gd name="T27" fmla="*/ 79 h 134"/>
                  <a:gd name="T28" fmla="*/ 124 w 145"/>
                  <a:gd name="T29" fmla="*/ 77 h 134"/>
                  <a:gd name="T30" fmla="*/ 90 w 145"/>
                  <a:gd name="T31" fmla="*/ 86 h 134"/>
                  <a:gd name="T32" fmla="*/ 52 w 145"/>
                  <a:gd name="T33" fmla="*/ 121 h 134"/>
                  <a:gd name="T34" fmla="*/ 10 w 145"/>
                  <a:gd name="T35" fmla="*/ 131 h 134"/>
                  <a:gd name="T36" fmla="*/ 2 w 145"/>
                  <a:gd name="T37" fmla="*/ 117 h 134"/>
                  <a:gd name="T38" fmla="*/ 14 w 145"/>
                  <a:gd name="T39" fmla="*/ 109 h 134"/>
                  <a:gd name="T40" fmla="*/ 33 w 145"/>
                  <a:gd name="T41" fmla="*/ 105 h 134"/>
                  <a:gd name="T42" fmla="*/ 66 w 145"/>
                  <a:gd name="T43" fmla="*/ 79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45" h="134">
                    <a:moveTo>
                      <a:pt x="66" y="79"/>
                    </a:moveTo>
                    <a:cubicBezTo>
                      <a:pt x="58" y="79"/>
                      <a:pt x="51" y="79"/>
                      <a:pt x="45" y="79"/>
                    </a:cubicBezTo>
                    <a:cubicBezTo>
                      <a:pt x="23" y="78"/>
                      <a:pt x="20" y="64"/>
                      <a:pt x="23" y="48"/>
                    </a:cubicBezTo>
                    <a:cubicBezTo>
                      <a:pt x="23" y="45"/>
                      <a:pt x="26" y="43"/>
                      <a:pt x="28" y="42"/>
                    </a:cubicBezTo>
                    <a:cubicBezTo>
                      <a:pt x="29" y="42"/>
                      <a:pt x="32" y="44"/>
                      <a:pt x="33" y="46"/>
                    </a:cubicBezTo>
                    <a:cubicBezTo>
                      <a:pt x="41" y="56"/>
                      <a:pt x="66" y="62"/>
                      <a:pt x="77" y="56"/>
                    </a:cubicBezTo>
                    <a:cubicBezTo>
                      <a:pt x="79" y="55"/>
                      <a:pt x="80" y="54"/>
                      <a:pt x="81" y="53"/>
                    </a:cubicBezTo>
                    <a:cubicBezTo>
                      <a:pt x="88" y="40"/>
                      <a:pt x="94" y="26"/>
                      <a:pt x="93" y="10"/>
                    </a:cubicBezTo>
                    <a:cubicBezTo>
                      <a:pt x="93" y="7"/>
                      <a:pt x="95" y="3"/>
                      <a:pt x="96" y="0"/>
                    </a:cubicBezTo>
                    <a:cubicBezTo>
                      <a:pt x="99" y="1"/>
                      <a:pt x="104" y="1"/>
                      <a:pt x="106" y="4"/>
                    </a:cubicBezTo>
                    <a:cubicBezTo>
                      <a:pt x="119" y="19"/>
                      <a:pt x="124" y="27"/>
                      <a:pt x="116" y="44"/>
                    </a:cubicBezTo>
                    <a:cubicBezTo>
                      <a:pt x="110" y="55"/>
                      <a:pt x="112" y="57"/>
                      <a:pt x="124" y="58"/>
                    </a:cubicBezTo>
                    <a:cubicBezTo>
                      <a:pt x="132" y="59"/>
                      <a:pt x="140" y="61"/>
                      <a:pt x="143" y="69"/>
                    </a:cubicBezTo>
                    <a:cubicBezTo>
                      <a:pt x="145" y="76"/>
                      <a:pt x="142" y="79"/>
                      <a:pt x="136" y="79"/>
                    </a:cubicBezTo>
                    <a:cubicBezTo>
                      <a:pt x="132" y="78"/>
                      <a:pt x="128" y="78"/>
                      <a:pt x="124" y="77"/>
                    </a:cubicBezTo>
                    <a:cubicBezTo>
                      <a:pt x="111" y="72"/>
                      <a:pt x="100" y="75"/>
                      <a:pt x="90" y="86"/>
                    </a:cubicBezTo>
                    <a:cubicBezTo>
                      <a:pt x="78" y="98"/>
                      <a:pt x="65" y="109"/>
                      <a:pt x="52" y="121"/>
                    </a:cubicBezTo>
                    <a:cubicBezTo>
                      <a:pt x="40" y="134"/>
                      <a:pt x="25" y="133"/>
                      <a:pt x="10" y="131"/>
                    </a:cubicBezTo>
                    <a:cubicBezTo>
                      <a:pt x="3" y="130"/>
                      <a:pt x="0" y="124"/>
                      <a:pt x="2" y="117"/>
                    </a:cubicBezTo>
                    <a:cubicBezTo>
                      <a:pt x="3" y="111"/>
                      <a:pt x="7" y="108"/>
                      <a:pt x="14" y="109"/>
                    </a:cubicBezTo>
                    <a:cubicBezTo>
                      <a:pt x="20" y="109"/>
                      <a:pt x="27" y="108"/>
                      <a:pt x="33" y="105"/>
                    </a:cubicBezTo>
                    <a:cubicBezTo>
                      <a:pt x="45" y="99"/>
                      <a:pt x="57" y="92"/>
                      <a:pt x="66" y="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Freeform 15">
                <a:extLst>
                  <a:ext uri="{FF2B5EF4-FFF2-40B4-BE49-F238E27FC236}">
                    <a16:creationId xmlns:a16="http://schemas.microsoft.com/office/drawing/2014/main" id="{7D59C1F8-486A-4841-9EA3-B8D734BE979D}"/>
                  </a:ext>
                </a:extLst>
              </p:cNvPr>
              <p:cNvSpPr>
                <a:spLocks/>
              </p:cNvSpPr>
              <p:nvPr/>
            </p:nvSpPr>
            <p:spPr bwMode="auto">
              <a:xfrm>
                <a:off x="4316413" y="4483100"/>
                <a:ext cx="387350" cy="379413"/>
              </a:xfrm>
              <a:custGeom>
                <a:avLst/>
                <a:gdLst>
                  <a:gd name="T0" fmla="*/ 66 w 153"/>
                  <a:gd name="T1" fmla="*/ 60 h 150"/>
                  <a:gd name="T2" fmla="*/ 92 w 153"/>
                  <a:gd name="T3" fmla="*/ 82 h 150"/>
                  <a:gd name="T4" fmla="*/ 112 w 153"/>
                  <a:gd name="T5" fmla="*/ 58 h 150"/>
                  <a:gd name="T6" fmla="*/ 112 w 153"/>
                  <a:gd name="T7" fmla="*/ 41 h 150"/>
                  <a:gd name="T8" fmla="*/ 153 w 153"/>
                  <a:gd name="T9" fmla="*/ 76 h 150"/>
                  <a:gd name="T10" fmla="*/ 143 w 153"/>
                  <a:gd name="T11" fmla="*/ 73 h 150"/>
                  <a:gd name="T12" fmla="*/ 130 w 153"/>
                  <a:gd name="T13" fmla="*/ 75 h 150"/>
                  <a:gd name="T14" fmla="*/ 84 w 153"/>
                  <a:gd name="T15" fmla="*/ 129 h 150"/>
                  <a:gd name="T16" fmla="*/ 84 w 153"/>
                  <a:gd name="T17" fmla="*/ 143 h 150"/>
                  <a:gd name="T18" fmla="*/ 86 w 153"/>
                  <a:gd name="T19" fmla="*/ 150 h 150"/>
                  <a:gd name="T20" fmla="*/ 47 w 153"/>
                  <a:gd name="T21" fmla="*/ 114 h 150"/>
                  <a:gd name="T22" fmla="*/ 71 w 153"/>
                  <a:gd name="T23" fmla="*/ 108 h 150"/>
                  <a:gd name="T24" fmla="*/ 88 w 153"/>
                  <a:gd name="T25" fmla="*/ 87 h 150"/>
                  <a:gd name="T26" fmla="*/ 62 w 153"/>
                  <a:gd name="T27" fmla="*/ 64 h 150"/>
                  <a:gd name="T28" fmla="*/ 39 w 153"/>
                  <a:gd name="T29" fmla="*/ 93 h 150"/>
                  <a:gd name="T30" fmla="*/ 39 w 153"/>
                  <a:gd name="T31" fmla="*/ 104 h 150"/>
                  <a:gd name="T32" fmla="*/ 41 w 153"/>
                  <a:gd name="T33" fmla="*/ 110 h 150"/>
                  <a:gd name="T34" fmla="*/ 39 w 153"/>
                  <a:gd name="T35" fmla="*/ 112 h 150"/>
                  <a:gd name="T36" fmla="*/ 0 w 153"/>
                  <a:gd name="T37" fmla="*/ 78 h 150"/>
                  <a:gd name="T38" fmla="*/ 1 w 153"/>
                  <a:gd name="T39" fmla="*/ 76 h 150"/>
                  <a:gd name="T40" fmla="*/ 6 w 153"/>
                  <a:gd name="T41" fmla="*/ 77 h 150"/>
                  <a:gd name="T42" fmla="*/ 22 w 153"/>
                  <a:gd name="T43" fmla="*/ 74 h 150"/>
                  <a:gd name="T44" fmla="*/ 65 w 153"/>
                  <a:gd name="T45" fmla="*/ 24 h 150"/>
                  <a:gd name="T46" fmla="*/ 66 w 153"/>
                  <a:gd name="T47" fmla="*/ 6 h 150"/>
                  <a:gd name="T48" fmla="*/ 67 w 153"/>
                  <a:gd name="T49" fmla="*/ 0 h 150"/>
                  <a:gd name="T50" fmla="*/ 107 w 153"/>
                  <a:gd name="T51" fmla="*/ 35 h 150"/>
                  <a:gd name="T52" fmla="*/ 99 w 153"/>
                  <a:gd name="T53" fmla="*/ 35 h 150"/>
                  <a:gd name="T54" fmla="*/ 85 w 153"/>
                  <a:gd name="T55" fmla="*/ 38 h 150"/>
                  <a:gd name="T56" fmla="*/ 66 w 153"/>
                  <a:gd name="T57" fmla="*/ 6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3" h="150">
                    <a:moveTo>
                      <a:pt x="66" y="60"/>
                    </a:moveTo>
                    <a:cubicBezTo>
                      <a:pt x="75" y="68"/>
                      <a:pt x="83" y="75"/>
                      <a:pt x="92" y="82"/>
                    </a:cubicBezTo>
                    <a:cubicBezTo>
                      <a:pt x="99" y="74"/>
                      <a:pt x="107" y="66"/>
                      <a:pt x="112" y="58"/>
                    </a:cubicBezTo>
                    <a:cubicBezTo>
                      <a:pt x="115" y="54"/>
                      <a:pt x="112" y="47"/>
                      <a:pt x="112" y="41"/>
                    </a:cubicBezTo>
                    <a:cubicBezTo>
                      <a:pt x="115" y="41"/>
                      <a:pt x="141" y="61"/>
                      <a:pt x="153" y="76"/>
                    </a:cubicBezTo>
                    <a:cubicBezTo>
                      <a:pt x="148" y="74"/>
                      <a:pt x="146" y="74"/>
                      <a:pt x="143" y="73"/>
                    </a:cubicBezTo>
                    <a:cubicBezTo>
                      <a:pt x="138" y="70"/>
                      <a:pt x="134" y="71"/>
                      <a:pt x="130" y="75"/>
                    </a:cubicBezTo>
                    <a:cubicBezTo>
                      <a:pt x="115" y="93"/>
                      <a:pt x="100" y="111"/>
                      <a:pt x="84" y="129"/>
                    </a:cubicBezTo>
                    <a:cubicBezTo>
                      <a:pt x="80" y="134"/>
                      <a:pt x="80" y="138"/>
                      <a:pt x="84" y="143"/>
                    </a:cubicBezTo>
                    <a:cubicBezTo>
                      <a:pt x="85" y="145"/>
                      <a:pt x="86" y="147"/>
                      <a:pt x="86" y="150"/>
                    </a:cubicBezTo>
                    <a:cubicBezTo>
                      <a:pt x="72" y="139"/>
                      <a:pt x="58" y="129"/>
                      <a:pt x="47" y="114"/>
                    </a:cubicBezTo>
                    <a:cubicBezTo>
                      <a:pt x="59" y="123"/>
                      <a:pt x="65" y="115"/>
                      <a:pt x="71" y="108"/>
                    </a:cubicBezTo>
                    <a:cubicBezTo>
                      <a:pt x="76" y="101"/>
                      <a:pt x="82" y="94"/>
                      <a:pt x="88" y="87"/>
                    </a:cubicBezTo>
                    <a:cubicBezTo>
                      <a:pt x="80" y="79"/>
                      <a:pt x="71" y="72"/>
                      <a:pt x="62" y="64"/>
                    </a:cubicBezTo>
                    <a:cubicBezTo>
                      <a:pt x="54" y="74"/>
                      <a:pt x="46" y="83"/>
                      <a:pt x="39" y="93"/>
                    </a:cubicBezTo>
                    <a:cubicBezTo>
                      <a:pt x="37" y="95"/>
                      <a:pt x="38" y="100"/>
                      <a:pt x="39" y="104"/>
                    </a:cubicBezTo>
                    <a:cubicBezTo>
                      <a:pt x="39" y="106"/>
                      <a:pt x="40" y="108"/>
                      <a:pt x="41" y="110"/>
                    </a:cubicBezTo>
                    <a:cubicBezTo>
                      <a:pt x="41" y="110"/>
                      <a:pt x="40" y="111"/>
                      <a:pt x="39" y="112"/>
                    </a:cubicBezTo>
                    <a:cubicBezTo>
                      <a:pt x="26" y="100"/>
                      <a:pt x="13" y="89"/>
                      <a:pt x="0" y="78"/>
                    </a:cubicBezTo>
                    <a:cubicBezTo>
                      <a:pt x="0" y="78"/>
                      <a:pt x="1" y="77"/>
                      <a:pt x="1" y="76"/>
                    </a:cubicBezTo>
                    <a:cubicBezTo>
                      <a:pt x="3" y="76"/>
                      <a:pt x="5" y="76"/>
                      <a:pt x="6" y="77"/>
                    </a:cubicBezTo>
                    <a:cubicBezTo>
                      <a:pt x="13" y="82"/>
                      <a:pt x="18" y="79"/>
                      <a:pt x="22" y="74"/>
                    </a:cubicBezTo>
                    <a:cubicBezTo>
                      <a:pt x="36" y="57"/>
                      <a:pt x="50" y="40"/>
                      <a:pt x="65" y="24"/>
                    </a:cubicBezTo>
                    <a:cubicBezTo>
                      <a:pt x="70" y="18"/>
                      <a:pt x="72" y="12"/>
                      <a:pt x="66" y="6"/>
                    </a:cubicBezTo>
                    <a:cubicBezTo>
                      <a:pt x="65" y="5"/>
                      <a:pt x="65" y="3"/>
                      <a:pt x="67" y="0"/>
                    </a:cubicBezTo>
                    <a:cubicBezTo>
                      <a:pt x="80" y="11"/>
                      <a:pt x="92" y="22"/>
                      <a:pt x="107" y="35"/>
                    </a:cubicBezTo>
                    <a:cubicBezTo>
                      <a:pt x="103" y="35"/>
                      <a:pt x="101" y="36"/>
                      <a:pt x="99" y="35"/>
                    </a:cubicBezTo>
                    <a:cubicBezTo>
                      <a:pt x="93" y="31"/>
                      <a:pt x="89" y="33"/>
                      <a:pt x="85" y="38"/>
                    </a:cubicBezTo>
                    <a:cubicBezTo>
                      <a:pt x="79" y="45"/>
                      <a:pt x="73" y="52"/>
                      <a:pt x="66"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Freeform 16">
                <a:extLst>
                  <a:ext uri="{FF2B5EF4-FFF2-40B4-BE49-F238E27FC236}">
                    <a16:creationId xmlns:a16="http://schemas.microsoft.com/office/drawing/2014/main" id="{621EB56C-3E49-4D66-A9B7-856962BEF179}"/>
                  </a:ext>
                </a:extLst>
              </p:cNvPr>
              <p:cNvSpPr>
                <a:spLocks noEditPoints="1"/>
              </p:cNvSpPr>
              <p:nvPr/>
            </p:nvSpPr>
            <p:spPr bwMode="auto">
              <a:xfrm>
                <a:off x="7073900" y="4445000"/>
                <a:ext cx="347663" cy="314325"/>
              </a:xfrm>
              <a:custGeom>
                <a:avLst/>
                <a:gdLst>
                  <a:gd name="T0" fmla="*/ 109 w 138"/>
                  <a:gd name="T1" fmla="*/ 88 h 124"/>
                  <a:gd name="T2" fmla="*/ 72 w 138"/>
                  <a:gd name="T3" fmla="*/ 124 h 124"/>
                  <a:gd name="T4" fmla="*/ 70 w 138"/>
                  <a:gd name="T5" fmla="*/ 123 h 124"/>
                  <a:gd name="T6" fmla="*/ 72 w 138"/>
                  <a:gd name="T7" fmla="*/ 117 h 124"/>
                  <a:gd name="T8" fmla="*/ 70 w 138"/>
                  <a:gd name="T9" fmla="*/ 102 h 124"/>
                  <a:gd name="T10" fmla="*/ 25 w 138"/>
                  <a:gd name="T11" fmla="*/ 57 h 124"/>
                  <a:gd name="T12" fmla="*/ 4 w 138"/>
                  <a:gd name="T13" fmla="*/ 54 h 124"/>
                  <a:gd name="T14" fmla="*/ 0 w 138"/>
                  <a:gd name="T15" fmla="*/ 55 h 124"/>
                  <a:gd name="T16" fmla="*/ 1 w 138"/>
                  <a:gd name="T17" fmla="*/ 50 h 124"/>
                  <a:gd name="T18" fmla="*/ 42 w 138"/>
                  <a:gd name="T19" fmla="*/ 10 h 124"/>
                  <a:gd name="T20" fmla="*/ 66 w 138"/>
                  <a:gd name="T21" fmla="*/ 0 h 124"/>
                  <a:gd name="T22" fmla="*/ 86 w 138"/>
                  <a:gd name="T23" fmla="*/ 32 h 124"/>
                  <a:gd name="T24" fmla="*/ 75 w 138"/>
                  <a:gd name="T25" fmla="*/ 51 h 124"/>
                  <a:gd name="T26" fmla="*/ 116 w 138"/>
                  <a:gd name="T27" fmla="*/ 52 h 124"/>
                  <a:gd name="T28" fmla="*/ 127 w 138"/>
                  <a:gd name="T29" fmla="*/ 53 h 124"/>
                  <a:gd name="T30" fmla="*/ 125 w 138"/>
                  <a:gd name="T31" fmla="*/ 44 h 124"/>
                  <a:gd name="T32" fmla="*/ 126 w 138"/>
                  <a:gd name="T33" fmla="*/ 38 h 124"/>
                  <a:gd name="T34" fmla="*/ 130 w 138"/>
                  <a:gd name="T35" fmla="*/ 67 h 124"/>
                  <a:gd name="T36" fmla="*/ 100 w 138"/>
                  <a:gd name="T37" fmla="*/ 72 h 124"/>
                  <a:gd name="T38" fmla="*/ 88 w 138"/>
                  <a:gd name="T39" fmla="*/ 60 h 124"/>
                  <a:gd name="T40" fmla="*/ 64 w 138"/>
                  <a:gd name="T41" fmla="*/ 63 h 124"/>
                  <a:gd name="T42" fmla="*/ 90 w 138"/>
                  <a:gd name="T43" fmla="*/ 88 h 124"/>
                  <a:gd name="T44" fmla="*/ 101 w 138"/>
                  <a:gd name="T45" fmla="*/ 87 h 124"/>
                  <a:gd name="T46" fmla="*/ 108 w 138"/>
                  <a:gd name="T47" fmla="*/ 85 h 124"/>
                  <a:gd name="T48" fmla="*/ 109 w 138"/>
                  <a:gd name="T49" fmla="*/ 88 h 124"/>
                  <a:gd name="T50" fmla="*/ 58 w 138"/>
                  <a:gd name="T51" fmla="*/ 61 h 124"/>
                  <a:gd name="T52" fmla="*/ 71 w 138"/>
                  <a:gd name="T53" fmla="*/ 36 h 124"/>
                  <a:gd name="T54" fmla="*/ 53 w 138"/>
                  <a:gd name="T55" fmla="*/ 19 h 124"/>
                  <a:gd name="T56" fmla="*/ 35 w 138"/>
                  <a:gd name="T57" fmla="*/ 26 h 124"/>
                  <a:gd name="T58" fmla="*/ 40 w 138"/>
                  <a:gd name="T59" fmla="*/ 39 h 124"/>
                  <a:gd name="T60" fmla="*/ 58 w 138"/>
                  <a:gd name="T61" fmla="*/ 61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38" h="124">
                    <a:moveTo>
                      <a:pt x="109" y="88"/>
                    </a:moveTo>
                    <a:cubicBezTo>
                      <a:pt x="97" y="100"/>
                      <a:pt x="85" y="112"/>
                      <a:pt x="72" y="124"/>
                    </a:cubicBezTo>
                    <a:cubicBezTo>
                      <a:pt x="72" y="124"/>
                      <a:pt x="71" y="124"/>
                      <a:pt x="70" y="123"/>
                    </a:cubicBezTo>
                    <a:cubicBezTo>
                      <a:pt x="71" y="121"/>
                      <a:pt x="71" y="119"/>
                      <a:pt x="72" y="117"/>
                    </a:cubicBezTo>
                    <a:cubicBezTo>
                      <a:pt x="76" y="112"/>
                      <a:pt x="75" y="107"/>
                      <a:pt x="70" y="102"/>
                    </a:cubicBezTo>
                    <a:cubicBezTo>
                      <a:pt x="55" y="87"/>
                      <a:pt x="40" y="72"/>
                      <a:pt x="25" y="57"/>
                    </a:cubicBezTo>
                    <a:cubicBezTo>
                      <a:pt x="18" y="50"/>
                      <a:pt x="12" y="46"/>
                      <a:pt x="4" y="54"/>
                    </a:cubicBezTo>
                    <a:cubicBezTo>
                      <a:pt x="4" y="55"/>
                      <a:pt x="2" y="55"/>
                      <a:pt x="0" y="55"/>
                    </a:cubicBezTo>
                    <a:cubicBezTo>
                      <a:pt x="1" y="53"/>
                      <a:pt x="1" y="51"/>
                      <a:pt x="1" y="50"/>
                    </a:cubicBezTo>
                    <a:cubicBezTo>
                      <a:pt x="15" y="37"/>
                      <a:pt x="28" y="23"/>
                      <a:pt x="42" y="10"/>
                    </a:cubicBezTo>
                    <a:cubicBezTo>
                      <a:pt x="49" y="5"/>
                      <a:pt x="58" y="1"/>
                      <a:pt x="66" y="0"/>
                    </a:cubicBezTo>
                    <a:cubicBezTo>
                      <a:pt x="83" y="0"/>
                      <a:pt x="93" y="17"/>
                      <a:pt x="86" y="32"/>
                    </a:cubicBezTo>
                    <a:cubicBezTo>
                      <a:pt x="84" y="38"/>
                      <a:pt x="79" y="43"/>
                      <a:pt x="75" y="51"/>
                    </a:cubicBezTo>
                    <a:cubicBezTo>
                      <a:pt x="90" y="39"/>
                      <a:pt x="103" y="44"/>
                      <a:pt x="116" y="52"/>
                    </a:cubicBezTo>
                    <a:cubicBezTo>
                      <a:pt x="119" y="53"/>
                      <a:pt x="123" y="53"/>
                      <a:pt x="127" y="53"/>
                    </a:cubicBezTo>
                    <a:cubicBezTo>
                      <a:pt x="126" y="50"/>
                      <a:pt x="126" y="47"/>
                      <a:pt x="125" y="44"/>
                    </a:cubicBezTo>
                    <a:cubicBezTo>
                      <a:pt x="125" y="42"/>
                      <a:pt x="125" y="40"/>
                      <a:pt x="126" y="38"/>
                    </a:cubicBezTo>
                    <a:cubicBezTo>
                      <a:pt x="136" y="47"/>
                      <a:pt x="138" y="57"/>
                      <a:pt x="130" y="67"/>
                    </a:cubicBezTo>
                    <a:cubicBezTo>
                      <a:pt x="121" y="78"/>
                      <a:pt x="110" y="79"/>
                      <a:pt x="100" y="72"/>
                    </a:cubicBezTo>
                    <a:cubicBezTo>
                      <a:pt x="96" y="68"/>
                      <a:pt x="92" y="64"/>
                      <a:pt x="88" y="60"/>
                    </a:cubicBezTo>
                    <a:cubicBezTo>
                      <a:pt x="79" y="54"/>
                      <a:pt x="73" y="55"/>
                      <a:pt x="64" y="63"/>
                    </a:cubicBezTo>
                    <a:cubicBezTo>
                      <a:pt x="73" y="71"/>
                      <a:pt x="81" y="80"/>
                      <a:pt x="90" y="88"/>
                    </a:cubicBezTo>
                    <a:cubicBezTo>
                      <a:pt x="92" y="90"/>
                      <a:pt x="97" y="88"/>
                      <a:pt x="101" y="87"/>
                    </a:cubicBezTo>
                    <a:cubicBezTo>
                      <a:pt x="104" y="87"/>
                      <a:pt x="106" y="86"/>
                      <a:pt x="108" y="85"/>
                    </a:cubicBezTo>
                    <a:cubicBezTo>
                      <a:pt x="108" y="86"/>
                      <a:pt x="108" y="87"/>
                      <a:pt x="109" y="88"/>
                    </a:cubicBezTo>
                    <a:close/>
                    <a:moveTo>
                      <a:pt x="58" y="61"/>
                    </a:moveTo>
                    <a:cubicBezTo>
                      <a:pt x="67" y="52"/>
                      <a:pt x="73" y="46"/>
                      <a:pt x="71" y="36"/>
                    </a:cubicBezTo>
                    <a:cubicBezTo>
                      <a:pt x="69" y="27"/>
                      <a:pt x="62" y="21"/>
                      <a:pt x="53" y="19"/>
                    </a:cubicBezTo>
                    <a:cubicBezTo>
                      <a:pt x="46" y="16"/>
                      <a:pt x="39" y="19"/>
                      <a:pt x="35" y="26"/>
                    </a:cubicBezTo>
                    <a:cubicBezTo>
                      <a:pt x="31" y="32"/>
                      <a:pt x="36" y="35"/>
                      <a:pt x="40" y="39"/>
                    </a:cubicBezTo>
                    <a:cubicBezTo>
                      <a:pt x="46" y="46"/>
                      <a:pt x="52" y="53"/>
                      <a:pt x="58"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Freeform 17">
                <a:extLst>
                  <a:ext uri="{FF2B5EF4-FFF2-40B4-BE49-F238E27FC236}">
                    <a16:creationId xmlns:a16="http://schemas.microsoft.com/office/drawing/2014/main" id="{E4087131-3F0F-4514-8B97-70F540586575}"/>
                  </a:ext>
                </a:extLst>
              </p:cNvPr>
              <p:cNvSpPr>
                <a:spLocks/>
              </p:cNvSpPr>
              <p:nvPr/>
            </p:nvSpPr>
            <p:spPr bwMode="auto">
              <a:xfrm>
                <a:off x="6873875" y="4589463"/>
                <a:ext cx="346075" cy="346075"/>
              </a:xfrm>
              <a:custGeom>
                <a:avLst/>
                <a:gdLst>
                  <a:gd name="T0" fmla="*/ 0 w 137"/>
                  <a:gd name="T1" fmla="*/ 55 h 137"/>
                  <a:gd name="T2" fmla="*/ 73 w 137"/>
                  <a:gd name="T3" fmla="*/ 0 h 137"/>
                  <a:gd name="T4" fmla="*/ 95 w 137"/>
                  <a:gd name="T5" fmla="*/ 27 h 137"/>
                  <a:gd name="T6" fmla="*/ 94 w 137"/>
                  <a:gd name="T7" fmla="*/ 30 h 137"/>
                  <a:gd name="T8" fmla="*/ 87 w 137"/>
                  <a:gd name="T9" fmla="*/ 28 h 137"/>
                  <a:gd name="T10" fmla="*/ 43 w 137"/>
                  <a:gd name="T11" fmla="*/ 31 h 137"/>
                  <a:gd name="T12" fmla="*/ 41 w 137"/>
                  <a:gd name="T13" fmla="*/ 45 h 137"/>
                  <a:gd name="T14" fmla="*/ 60 w 137"/>
                  <a:gd name="T15" fmla="*/ 70 h 137"/>
                  <a:gd name="T16" fmla="*/ 69 w 137"/>
                  <a:gd name="T17" fmla="*/ 54 h 137"/>
                  <a:gd name="T18" fmla="*/ 69 w 137"/>
                  <a:gd name="T19" fmla="*/ 38 h 137"/>
                  <a:gd name="T20" fmla="*/ 71 w 137"/>
                  <a:gd name="T21" fmla="*/ 37 h 137"/>
                  <a:gd name="T22" fmla="*/ 96 w 137"/>
                  <a:gd name="T23" fmla="*/ 69 h 137"/>
                  <a:gd name="T24" fmla="*/ 96 w 137"/>
                  <a:gd name="T25" fmla="*/ 72 h 137"/>
                  <a:gd name="T26" fmla="*/ 63 w 137"/>
                  <a:gd name="T27" fmla="*/ 74 h 137"/>
                  <a:gd name="T28" fmla="*/ 84 w 137"/>
                  <a:gd name="T29" fmla="*/ 101 h 137"/>
                  <a:gd name="T30" fmla="*/ 98 w 137"/>
                  <a:gd name="T31" fmla="*/ 102 h 137"/>
                  <a:gd name="T32" fmla="*/ 112 w 137"/>
                  <a:gd name="T33" fmla="*/ 59 h 137"/>
                  <a:gd name="T34" fmla="*/ 112 w 137"/>
                  <a:gd name="T35" fmla="*/ 50 h 137"/>
                  <a:gd name="T36" fmla="*/ 115 w 137"/>
                  <a:gd name="T37" fmla="*/ 50 h 137"/>
                  <a:gd name="T38" fmla="*/ 116 w 137"/>
                  <a:gd name="T39" fmla="*/ 51 h 137"/>
                  <a:gd name="T40" fmla="*/ 137 w 137"/>
                  <a:gd name="T41" fmla="*/ 80 h 137"/>
                  <a:gd name="T42" fmla="*/ 62 w 137"/>
                  <a:gd name="T43" fmla="*/ 137 h 137"/>
                  <a:gd name="T44" fmla="*/ 60 w 137"/>
                  <a:gd name="T45" fmla="*/ 136 h 137"/>
                  <a:gd name="T46" fmla="*/ 62 w 137"/>
                  <a:gd name="T47" fmla="*/ 131 h 137"/>
                  <a:gd name="T48" fmla="*/ 63 w 137"/>
                  <a:gd name="T49" fmla="*/ 114 h 137"/>
                  <a:gd name="T50" fmla="*/ 23 w 137"/>
                  <a:gd name="T51" fmla="*/ 62 h 137"/>
                  <a:gd name="T52" fmla="*/ 6 w 137"/>
                  <a:gd name="T53" fmla="*/ 57 h 137"/>
                  <a:gd name="T54" fmla="*/ 1 w 137"/>
                  <a:gd name="T55" fmla="*/ 58 h 137"/>
                  <a:gd name="T56" fmla="*/ 0 w 137"/>
                  <a:gd name="T57" fmla="*/ 5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37">
                    <a:moveTo>
                      <a:pt x="0" y="55"/>
                    </a:moveTo>
                    <a:cubicBezTo>
                      <a:pt x="24" y="37"/>
                      <a:pt x="48" y="19"/>
                      <a:pt x="73" y="0"/>
                    </a:cubicBezTo>
                    <a:cubicBezTo>
                      <a:pt x="81" y="9"/>
                      <a:pt x="88" y="18"/>
                      <a:pt x="95" y="27"/>
                    </a:cubicBezTo>
                    <a:cubicBezTo>
                      <a:pt x="95" y="28"/>
                      <a:pt x="95" y="29"/>
                      <a:pt x="94" y="30"/>
                    </a:cubicBezTo>
                    <a:cubicBezTo>
                      <a:pt x="92" y="29"/>
                      <a:pt x="89" y="29"/>
                      <a:pt x="87" y="28"/>
                    </a:cubicBezTo>
                    <a:cubicBezTo>
                      <a:pt x="70" y="19"/>
                      <a:pt x="56" y="20"/>
                      <a:pt x="43" y="31"/>
                    </a:cubicBezTo>
                    <a:cubicBezTo>
                      <a:pt x="38" y="35"/>
                      <a:pt x="36" y="39"/>
                      <a:pt x="41" y="45"/>
                    </a:cubicBezTo>
                    <a:cubicBezTo>
                      <a:pt x="47" y="52"/>
                      <a:pt x="52" y="60"/>
                      <a:pt x="60" y="70"/>
                    </a:cubicBezTo>
                    <a:cubicBezTo>
                      <a:pt x="64" y="64"/>
                      <a:pt x="68" y="59"/>
                      <a:pt x="69" y="54"/>
                    </a:cubicBezTo>
                    <a:cubicBezTo>
                      <a:pt x="71" y="49"/>
                      <a:pt x="69" y="43"/>
                      <a:pt x="69" y="38"/>
                    </a:cubicBezTo>
                    <a:cubicBezTo>
                      <a:pt x="70" y="37"/>
                      <a:pt x="71" y="37"/>
                      <a:pt x="71" y="37"/>
                    </a:cubicBezTo>
                    <a:cubicBezTo>
                      <a:pt x="80" y="47"/>
                      <a:pt x="88" y="58"/>
                      <a:pt x="96" y="69"/>
                    </a:cubicBezTo>
                    <a:cubicBezTo>
                      <a:pt x="96" y="70"/>
                      <a:pt x="96" y="71"/>
                      <a:pt x="96" y="72"/>
                    </a:cubicBezTo>
                    <a:cubicBezTo>
                      <a:pt x="84" y="68"/>
                      <a:pt x="72" y="61"/>
                      <a:pt x="63" y="74"/>
                    </a:cubicBezTo>
                    <a:cubicBezTo>
                      <a:pt x="69" y="83"/>
                      <a:pt x="77" y="92"/>
                      <a:pt x="84" y="101"/>
                    </a:cubicBezTo>
                    <a:cubicBezTo>
                      <a:pt x="88" y="107"/>
                      <a:pt x="92" y="106"/>
                      <a:pt x="98" y="102"/>
                    </a:cubicBezTo>
                    <a:cubicBezTo>
                      <a:pt x="112" y="93"/>
                      <a:pt x="117" y="77"/>
                      <a:pt x="112" y="59"/>
                    </a:cubicBezTo>
                    <a:cubicBezTo>
                      <a:pt x="112" y="56"/>
                      <a:pt x="112" y="53"/>
                      <a:pt x="112" y="50"/>
                    </a:cubicBezTo>
                    <a:cubicBezTo>
                      <a:pt x="113" y="50"/>
                      <a:pt x="114" y="50"/>
                      <a:pt x="115" y="50"/>
                    </a:cubicBezTo>
                    <a:cubicBezTo>
                      <a:pt x="115" y="50"/>
                      <a:pt x="116" y="51"/>
                      <a:pt x="116" y="51"/>
                    </a:cubicBezTo>
                    <a:cubicBezTo>
                      <a:pt x="123" y="61"/>
                      <a:pt x="130" y="70"/>
                      <a:pt x="137" y="80"/>
                    </a:cubicBezTo>
                    <a:cubicBezTo>
                      <a:pt x="112" y="99"/>
                      <a:pt x="87" y="118"/>
                      <a:pt x="62" y="137"/>
                    </a:cubicBezTo>
                    <a:cubicBezTo>
                      <a:pt x="62" y="137"/>
                      <a:pt x="61" y="136"/>
                      <a:pt x="60" y="136"/>
                    </a:cubicBezTo>
                    <a:cubicBezTo>
                      <a:pt x="61" y="134"/>
                      <a:pt x="61" y="132"/>
                      <a:pt x="62" y="131"/>
                    </a:cubicBezTo>
                    <a:cubicBezTo>
                      <a:pt x="68" y="125"/>
                      <a:pt x="67" y="120"/>
                      <a:pt x="63" y="114"/>
                    </a:cubicBezTo>
                    <a:cubicBezTo>
                      <a:pt x="49" y="97"/>
                      <a:pt x="36" y="79"/>
                      <a:pt x="23" y="62"/>
                    </a:cubicBezTo>
                    <a:cubicBezTo>
                      <a:pt x="18" y="55"/>
                      <a:pt x="13" y="53"/>
                      <a:pt x="6" y="57"/>
                    </a:cubicBezTo>
                    <a:cubicBezTo>
                      <a:pt x="5" y="58"/>
                      <a:pt x="3" y="58"/>
                      <a:pt x="1" y="58"/>
                    </a:cubicBezTo>
                    <a:cubicBezTo>
                      <a:pt x="1" y="57"/>
                      <a:pt x="0" y="56"/>
                      <a:pt x="0" y="5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Freeform 18">
                <a:extLst>
                  <a:ext uri="{FF2B5EF4-FFF2-40B4-BE49-F238E27FC236}">
                    <a16:creationId xmlns:a16="http://schemas.microsoft.com/office/drawing/2014/main" id="{B6A358AA-E63A-457D-9E28-13DD9E3B687C}"/>
                  </a:ext>
                </a:extLst>
              </p:cNvPr>
              <p:cNvSpPr>
                <a:spLocks/>
              </p:cNvSpPr>
              <p:nvPr/>
            </p:nvSpPr>
            <p:spPr bwMode="auto">
              <a:xfrm>
                <a:off x="4948238" y="4872038"/>
                <a:ext cx="311150" cy="331788"/>
              </a:xfrm>
              <a:custGeom>
                <a:avLst/>
                <a:gdLst>
                  <a:gd name="T0" fmla="*/ 0 w 123"/>
                  <a:gd name="T1" fmla="*/ 93 h 131"/>
                  <a:gd name="T2" fmla="*/ 4 w 123"/>
                  <a:gd name="T3" fmla="*/ 92 h 131"/>
                  <a:gd name="T4" fmla="*/ 21 w 123"/>
                  <a:gd name="T5" fmla="*/ 82 h 131"/>
                  <a:gd name="T6" fmla="*/ 44 w 123"/>
                  <a:gd name="T7" fmla="*/ 25 h 131"/>
                  <a:gd name="T8" fmla="*/ 39 w 123"/>
                  <a:gd name="T9" fmla="*/ 6 h 131"/>
                  <a:gd name="T10" fmla="*/ 38 w 123"/>
                  <a:gd name="T11" fmla="*/ 0 h 131"/>
                  <a:gd name="T12" fmla="*/ 123 w 123"/>
                  <a:gd name="T13" fmla="*/ 35 h 131"/>
                  <a:gd name="T14" fmla="*/ 111 w 123"/>
                  <a:gd name="T15" fmla="*/ 68 h 131"/>
                  <a:gd name="T16" fmla="*/ 108 w 123"/>
                  <a:gd name="T17" fmla="*/ 69 h 131"/>
                  <a:gd name="T18" fmla="*/ 106 w 123"/>
                  <a:gd name="T19" fmla="*/ 61 h 131"/>
                  <a:gd name="T20" fmla="*/ 82 w 123"/>
                  <a:gd name="T21" fmla="*/ 25 h 131"/>
                  <a:gd name="T22" fmla="*/ 68 w 123"/>
                  <a:gd name="T23" fmla="*/ 31 h 131"/>
                  <a:gd name="T24" fmla="*/ 58 w 123"/>
                  <a:gd name="T25" fmla="*/ 56 h 131"/>
                  <a:gd name="T26" fmla="*/ 89 w 123"/>
                  <a:gd name="T27" fmla="*/ 50 h 131"/>
                  <a:gd name="T28" fmla="*/ 91 w 123"/>
                  <a:gd name="T29" fmla="*/ 52 h 131"/>
                  <a:gd name="T30" fmla="*/ 76 w 123"/>
                  <a:gd name="T31" fmla="*/ 89 h 131"/>
                  <a:gd name="T32" fmla="*/ 73 w 123"/>
                  <a:gd name="T33" fmla="*/ 91 h 131"/>
                  <a:gd name="T34" fmla="*/ 55 w 123"/>
                  <a:gd name="T35" fmla="*/ 64 h 131"/>
                  <a:gd name="T36" fmla="*/ 41 w 123"/>
                  <a:gd name="T37" fmla="*/ 97 h 131"/>
                  <a:gd name="T38" fmla="*/ 49 w 123"/>
                  <a:gd name="T39" fmla="*/ 109 h 131"/>
                  <a:gd name="T40" fmla="*/ 93 w 123"/>
                  <a:gd name="T41" fmla="*/ 99 h 131"/>
                  <a:gd name="T42" fmla="*/ 101 w 123"/>
                  <a:gd name="T43" fmla="*/ 94 h 131"/>
                  <a:gd name="T44" fmla="*/ 102 w 123"/>
                  <a:gd name="T45" fmla="*/ 96 h 131"/>
                  <a:gd name="T46" fmla="*/ 95 w 123"/>
                  <a:gd name="T47" fmla="*/ 113 h 131"/>
                  <a:gd name="T48" fmla="*/ 87 w 123"/>
                  <a:gd name="T49" fmla="*/ 131 h 131"/>
                  <a:gd name="T50" fmla="*/ 0 w 123"/>
                  <a:gd name="T51" fmla="*/ 96 h 131"/>
                  <a:gd name="T52" fmla="*/ 0 w 123"/>
                  <a:gd name="T53" fmla="*/ 93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3" h="131">
                    <a:moveTo>
                      <a:pt x="0" y="93"/>
                    </a:moveTo>
                    <a:cubicBezTo>
                      <a:pt x="2" y="93"/>
                      <a:pt x="3" y="92"/>
                      <a:pt x="4" y="92"/>
                    </a:cubicBezTo>
                    <a:cubicBezTo>
                      <a:pt x="14" y="96"/>
                      <a:pt x="18" y="91"/>
                      <a:pt x="21" y="82"/>
                    </a:cubicBezTo>
                    <a:cubicBezTo>
                      <a:pt x="28" y="63"/>
                      <a:pt x="36" y="44"/>
                      <a:pt x="44" y="25"/>
                    </a:cubicBezTo>
                    <a:cubicBezTo>
                      <a:pt x="47" y="17"/>
                      <a:pt x="48" y="11"/>
                      <a:pt x="39" y="6"/>
                    </a:cubicBezTo>
                    <a:cubicBezTo>
                      <a:pt x="38" y="6"/>
                      <a:pt x="37" y="4"/>
                      <a:pt x="38" y="0"/>
                    </a:cubicBezTo>
                    <a:cubicBezTo>
                      <a:pt x="66" y="12"/>
                      <a:pt x="94" y="23"/>
                      <a:pt x="123" y="35"/>
                    </a:cubicBezTo>
                    <a:cubicBezTo>
                      <a:pt x="119" y="46"/>
                      <a:pt x="115" y="57"/>
                      <a:pt x="111" y="68"/>
                    </a:cubicBezTo>
                    <a:cubicBezTo>
                      <a:pt x="110" y="68"/>
                      <a:pt x="109" y="68"/>
                      <a:pt x="108" y="69"/>
                    </a:cubicBezTo>
                    <a:cubicBezTo>
                      <a:pt x="108" y="66"/>
                      <a:pt x="106" y="63"/>
                      <a:pt x="106" y="61"/>
                    </a:cubicBezTo>
                    <a:cubicBezTo>
                      <a:pt x="106" y="43"/>
                      <a:pt x="98" y="31"/>
                      <a:pt x="82" y="25"/>
                    </a:cubicBezTo>
                    <a:cubicBezTo>
                      <a:pt x="75" y="22"/>
                      <a:pt x="70" y="23"/>
                      <a:pt x="68" y="31"/>
                    </a:cubicBezTo>
                    <a:cubicBezTo>
                      <a:pt x="65" y="39"/>
                      <a:pt x="61" y="48"/>
                      <a:pt x="58" y="56"/>
                    </a:cubicBezTo>
                    <a:cubicBezTo>
                      <a:pt x="70" y="67"/>
                      <a:pt x="79" y="57"/>
                      <a:pt x="89" y="50"/>
                    </a:cubicBezTo>
                    <a:cubicBezTo>
                      <a:pt x="89" y="51"/>
                      <a:pt x="90" y="51"/>
                      <a:pt x="91" y="52"/>
                    </a:cubicBezTo>
                    <a:cubicBezTo>
                      <a:pt x="86" y="64"/>
                      <a:pt x="81" y="77"/>
                      <a:pt x="76" y="89"/>
                    </a:cubicBezTo>
                    <a:cubicBezTo>
                      <a:pt x="75" y="90"/>
                      <a:pt x="74" y="90"/>
                      <a:pt x="73" y="91"/>
                    </a:cubicBezTo>
                    <a:cubicBezTo>
                      <a:pt x="70" y="80"/>
                      <a:pt x="71" y="66"/>
                      <a:pt x="55" y="64"/>
                    </a:cubicBezTo>
                    <a:cubicBezTo>
                      <a:pt x="51" y="74"/>
                      <a:pt x="46" y="86"/>
                      <a:pt x="41" y="97"/>
                    </a:cubicBezTo>
                    <a:cubicBezTo>
                      <a:pt x="39" y="104"/>
                      <a:pt x="44" y="107"/>
                      <a:pt x="49" y="109"/>
                    </a:cubicBezTo>
                    <a:cubicBezTo>
                      <a:pt x="65" y="116"/>
                      <a:pt x="80" y="112"/>
                      <a:pt x="93" y="99"/>
                    </a:cubicBezTo>
                    <a:cubicBezTo>
                      <a:pt x="95" y="97"/>
                      <a:pt x="98" y="95"/>
                      <a:pt x="101" y="94"/>
                    </a:cubicBezTo>
                    <a:cubicBezTo>
                      <a:pt x="101" y="95"/>
                      <a:pt x="102" y="95"/>
                      <a:pt x="102" y="96"/>
                    </a:cubicBezTo>
                    <a:cubicBezTo>
                      <a:pt x="100" y="102"/>
                      <a:pt x="98" y="107"/>
                      <a:pt x="95" y="113"/>
                    </a:cubicBezTo>
                    <a:cubicBezTo>
                      <a:pt x="93" y="119"/>
                      <a:pt x="90" y="124"/>
                      <a:pt x="87" y="131"/>
                    </a:cubicBezTo>
                    <a:cubicBezTo>
                      <a:pt x="58" y="119"/>
                      <a:pt x="29" y="107"/>
                      <a:pt x="0" y="96"/>
                    </a:cubicBezTo>
                    <a:cubicBezTo>
                      <a:pt x="0" y="95"/>
                      <a:pt x="0" y="94"/>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19">
                <a:extLst>
                  <a:ext uri="{FF2B5EF4-FFF2-40B4-BE49-F238E27FC236}">
                    <a16:creationId xmlns:a16="http://schemas.microsoft.com/office/drawing/2014/main" id="{AD68BA2F-1DE1-440D-877B-7BB021FDA24E}"/>
                  </a:ext>
                </a:extLst>
              </p:cNvPr>
              <p:cNvSpPr>
                <a:spLocks noEditPoints="1"/>
              </p:cNvSpPr>
              <p:nvPr/>
            </p:nvSpPr>
            <p:spPr bwMode="auto">
              <a:xfrm>
                <a:off x="3871913" y="3857625"/>
                <a:ext cx="261938" cy="266700"/>
              </a:xfrm>
              <a:custGeom>
                <a:avLst/>
                <a:gdLst>
                  <a:gd name="T0" fmla="*/ 50 w 104"/>
                  <a:gd name="T1" fmla="*/ 104 h 105"/>
                  <a:gd name="T2" fmla="*/ 0 w 104"/>
                  <a:gd name="T3" fmla="*/ 51 h 105"/>
                  <a:gd name="T4" fmla="*/ 53 w 104"/>
                  <a:gd name="T5" fmla="*/ 1 h 105"/>
                  <a:gd name="T6" fmla="*/ 104 w 104"/>
                  <a:gd name="T7" fmla="*/ 52 h 105"/>
                  <a:gd name="T8" fmla="*/ 50 w 104"/>
                  <a:gd name="T9" fmla="*/ 104 h 105"/>
                  <a:gd name="T10" fmla="*/ 69 w 104"/>
                  <a:gd name="T11" fmla="*/ 21 h 105"/>
                  <a:gd name="T12" fmla="*/ 15 w 104"/>
                  <a:gd name="T13" fmla="*/ 47 h 105"/>
                  <a:gd name="T14" fmla="*/ 9 w 104"/>
                  <a:gd name="T15" fmla="*/ 72 h 105"/>
                  <a:gd name="T16" fmla="*/ 32 w 104"/>
                  <a:gd name="T17" fmla="*/ 84 h 105"/>
                  <a:gd name="T18" fmla="*/ 89 w 104"/>
                  <a:gd name="T19" fmla="*/ 57 h 105"/>
                  <a:gd name="T20" fmla="*/ 94 w 104"/>
                  <a:gd name="T21" fmla="*/ 34 h 105"/>
                  <a:gd name="T22" fmla="*/ 69 w 104"/>
                  <a:gd name="T23" fmla="*/ 2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4" h="105">
                    <a:moveTo>
                      <a:pt x="50" y="104"/>
                    </a:moveTo>
                    <a:cubicBezTo>
                      <a:pt x="22" y="104"/>
                      <a:pt x="0" y="81"/>
                      <a:pt x="0" y="51"/>
                    </a:cubicBezTo>
                    <a:cubicBezTo>
                      <a:pt x="0" y="23"/>
                      <a:pt x="23" y="1"/>
                      <a:pt x="53" y="1"/>
                    </a:cubicBezTo>
                    <a:cubicBezTo>
                      <a:pt x="81" y="0"/>
                      <a:pt x="103" y="23"/>
                      <a:pt x="104" y="52"/>
                    </a:cubicBezTo>
                    <a:cubicBezTo>
                      <a:pt x="104" y="76"/>
                      <a:pt x="81" y="105"/>
                      <a:pt x="50" y="104"/>
                    </a:cubicBezTo>
                    <a:close/>
                    <a:moveTo>
                      <a:pt x="69" y="21"/>
                    </a:moveTo>
                    <a:cubicBezTo>
                      <a:pt x="51" y="23"/>
                      <a:pt x="31" y="32"/>
                      <a:pt x="15" y="47"/>
                    </a:cubicBezTo>
                    <a:cubicBezTo>
                      <a:pt x="6" y="55"/>
                      <a:pt x="5" y="64"/>
                      <a:pt x="9" y="72"/>
                    </a:cubicBezTo>
                    <a:cubicBezTo>
                      <a:pt x="13" y="81"/>
                      <a:pt x="21" y="86"/>
                      <a:pt x="32" y="84"/>
                    </a:cubicBezTo>
                    <a:cubicBezTo>
                      <a:pt x="54" y="81"/>
                      <a:pt x="73" y="72"/>
                      <a:pt x="89" y="57"/>
                    </a:cubicBezTo>
                    <a:cubicBezTo>
                      <a:pt x="96" y="51"/>
                      <a:pt x="98" y="43"/>
                      <a:pt x="94" y="34"/>
                    </a:cubicBezTo>
                    <a:cubicBezTo>
                      <a:pt x="90" y="25"/>
                      <a:pt x="84" y="21"/>
                      <a:pt x="69"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20">
                <a:extLst>
                  <a:ext uri="{FF2B5EF4-FFF2-40B4-BE49-F238E27FC236}">
                    <a16:creationId xmlns:a16="http://schemas.microsoft.com/office/drawing/2014/main" id="{BF69C310-5819-44B8-8F04-ECB3D88E2A74}"/>
                  </a:ext>
                </a:extLst>
              </p:cNvPr>
              <p:cNvSpPr>
                <a:spLocks/>
              </p:cNvSpPr>
              <p:nvPr/>
            </p:nvSpPr>
            <p:spPr bwMode="auto">
              <a:xfrm>
                <a:off x="6243638" y="4929188"/>
                <a:ext cx="303213" cy="317500"/>
              </a:xfrm>
              <a:custGeom>
                <a:avLst/>
                <a:gdLst>
                  <a:gd name="T0" fmla="*/ 105 w 120"/>
                  <a:gd name="T1" fmla="*/ 0 h 126"/>
                  <a:gd name="T2" fmla="*/ 105 w 120"/>
                  <a:gd name="T3" fmla="*/ 2 h 126"/>
                  <a:gd name="T4" fmla="*/ 98 w 120"/>
                  <a:gd name="T5" fmla="*/ 27 h 126"/>
                  <a:gd name="T6" fmla="*/ 120 w 120"/>
                  <a:gd name="T7" fmla="*/ 99 h 126"/>
                  <a:gd name="T8" fmla="*/ 100 w 120"/>
                  <a:gd name="T9" fmla="*/ 98 h 126"/>
                  <a:gd name="T10" fmla="*/ 37 w 120"/>
                  <a:gd name="T11" fmla="*/ 49 h 126"/>
                  <a:gd name="T12" fmla="*/ 28 w 120"/>
                  <a:gd name="T13" fmla="*/ 43 h 126"/>
                  <a:gd name="T14" fmla="*/ 47 w 120"/>
                  <a:gd name="T15" fmla="*/ 107 h 126"/>
                  <a:gd name="T16" fmla="*/ 60 w 120"/>
                  <a:gd name="T17" fmla="*/ 113 h 126"/>
                  <a:gd name="T18" fmla="*/ 69 w 120"/>
                  <a:gd name="T19" fmla="*/ 112 h 126"/>
                  <a:gd name="T20" fmla="*/ 28 w 120"/>
                  <a:gd name="T21" fmla="*/ 123 h 126"/>
                  <a:gd name="T22" fmla="*/ 35 w 120"/>
                  <a:gd name="T23" fmla="*/ 119 h 126"/>
                  <a:gd name="T24" fmla="*/ 39 w 120"/>
                  <a:gd name="T25" fmla="*/ 108 h 126"/>
                  <a:gd name="T26" fmla="*/ 19 w 120"/>
                  <a:gd name="T27" fmla="*/ 39 h 126"/>
                  <a:gd name="T28" fmla="*/ 9 w 120"/>
                  <a:gd name="T29" fmla="*/ 32 h 126"/>
                  <a:gd name="T30" fmla="*/ 1 w 120"/>
                  <a:gd name="T31" fmla="*/ 32 h 126"/>
                  <a:gd name="T32" fmla="*/ 0 w 120"/>
                  <a:gd name="T33" fmla="*/ 28 h 126"/>
                  <a:gd name="T34" fmla="*/ 34 w 120"/>
                  <a:gd name="T35" fmla="*/ 19 h 126"/>
                  <a:gd name="T36" fmla="*/ 40 w 120"/>
                  <a:gd name="T37" fmla="*/ 23 h 126"/>
                  <a:gd name="T38" fmla="*/ 96 w 120"/>
                  <a:gd name="T39" fmla="*/ 66 h 126"/>
                  <a:gd name="T40" fmla="*/ 104 w 120"/>
                  <a:gd name="T41" fmla="*/ 72 h 126"/>
                  <a:gd name="T42" fmla="*/ 88 w 120"/>
                  <a:gd name="T43" fmla="*/ 19 h 126"/>
                  <a:gd name="T44" fmla="*/ 78 w 120"/>
                  <a:gd name="T45" fmla="*/ 12 h 126"/>
                  <a:gd name="T46" fmla="*/ 70 w 120"/>
                  <a:gd name="T47" fmla="*/ 12 h 126"/>
                  <a:gd name="T48" fmla="*/ 69 w 120"/>
                  <a:gd name="T49" fmla="*/ 8 h 126"/>
                  <a:gd name="T50" fmla="*/ 87 w 120"/>
                  <a:gd name="T51" fmla="*/ 3 h 126"/>
                  <a:gd name="T52" fmla="*/ 105 w 120"/>
                  <a:gd name="T53"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0" h="126">
                    <a:moveTo>
                      <a:pt x="105" y="0"/>
                    </a:moveTo>
                    <a:cubicBezTo>
                      <a:pt x="105" y="0"/>
                      <a:pt x="105" y="2"/>
                      <a:pt x="105" y="2"/>
                    </a:cubicBezTo>
                    <a:cubicBezTo>
                      <a:pt x="93" y="8"/>
                      <a:pt x="95" y="17"/>
                      <a:pt x="98" y="27"/>
                    </a:cubicBezTo>
                    <a:cubicBezTo>
                      <a:pt x="106" y="51"/>
                      <a:pt x="113" y="75"/>
                      <a:pt x="120" y="99"/>
                    </a:cubicBezTo>
                    <a:cubicBezTo>
                      <a:pt x="113" y="103"/>
                      <a:pt x="107" y="104"/>
                      <a:pt x="100" y="98"/>
                    </a:cubicBezTo>
                    <a:cubicBezTo>
                      <a:pt x="79" y="81"/>
                      <a:pt x="58" y="65"/>
                      <a:pt x="37" y="49"/>
                    </a:cubicBezTo>
                    <a:cubicBezTo>
                      <a:pt x="35" y="47"/>
                      <a:pt x="32" y="46"/>
                      <a:pt x="28" y="43"/>
                    </a:cubicBezTo>
                    <a:cubicBezTo>
                      <a:pt x="35" y="66"/>
                      <a:pt x="41" y="86"/>
                      <a:pt x="47" y="107"/>
                    </a:cubicBezTo>
                    <a:cubicBezTo>
                      <a:pt x="49" y="113"/>
                      <a:pt x="54" y="113"/>
                      <a:pt x="60" y="113"/>
                    </a:cubicBezTo>
                    <a:cubicBezTo>
                      <a:pt x="62" y="112"/>
                      <a:pt x="65" y="112"/>
                      <a:pt x="69" y="112"/>
                    </a:cubicBezTo>
                    <a:cubicBezTo>
                      <a:pt x="61" y="119"/>
                      <a:pt x="34" y="126"/>
                      <a:pt x="28" y="123"/>
                    </a:cubicBezTo>
                    <a:cubicBezTo>
                      <a:pt x="31" y="122"/>
                      <a:pt x="34" y="121"/>
                      <a:pt x="35" y="119"/>
                    </a:cubicBezTo>
                    <a:cubicBezTo>
                      <a:pt x="37" y="116"/>
                      <a:pt x="40" y="111"/>
                      <a:pt x="39" y="108"/>
                    </a:cubicBezTo>
                    <a:cubicBezTo>
                      <a:pt x="33" y="85"/>
                      <a:pt x="26" y="62"/>
                      <a:pt x="19" y="39"/>
                    </a:cubicBezTo>
                    <a:cubicBezTo>
                      <a:pt x="18" y="34"/>
                      <a:pt x="14" y="31"/>
                      <a:pt x="9" y="32"/>
                    </a:cubicBezTo>
                    <a:cubicBezTo>
                      <a:pt x="6" y="32"/>
                      <a:pt x="3" y="32"/>
                      <a:pt x="1" y="32"/>
                    </a:cubicBezTo>
                    <a:cubicBezTo>
                      <a:pt x="0" y="31"/>
                      <a:pt x="0" y="30"/>
                      <a:pt x="0" y="28"/>
                    </a:cubicBezTo>
                    <a:cubicBezTo>
                      <a:pt x="11" y="25"/>
                      <a:pt x="23" y="22"/>
                      <a:pt x="34" y="19"/>
                    </a:cubicBezTo>
                    <a:cubicBezTo>
                      <a:pt x="36" y="19"/>
                      <a:pt x="38" y="21"/>
                      <a:pt x="40" y="23"/>
                    </a:cubicBezTo>
                    <a:cubicBezTo>
                      <a:pt x="59" y="37"/>
                      <a:pt x="77" y="52"/>
                      <a:pt x="96" y="66"/>
                    </a:cubicBezTo>
                    <a:cubicBezTo>
                      <a:pt x="98" y="68"/>
                      <a:pt x="100" y="69"/>
                      <a:pt x="104" y="72"/>
                    </a:cubicBezTo>
                    <a:cubicBezTo>
                      <a:pt x="99" y="53"/>
                      <a:pt x="94" y="36"/>
                      <a:pt x="88" y="19"/>
                    </a:cubicBezTo>
                    <a:cubicBezTo>
                      <a:pt x="87" y="16"/>
                      <a:pt x="81" y="14"/>
                      <a:pt x="78" y="12"/>
                    </a:cubicBezTo>
                    <a:cubicBezTo>
                      <a:pt x="75" y="12"/>
                      <a:pt x="72" y="12"/>
                      <a:pt x="70" y="12"/>
                    </a:cubicBezTo>
                    <a:cubicBezTo>
                      <a:pt x="70" y="11"/>
                      <a:pt x="69" y="10"/>
                      <a:pt x="69" y="8"/>
                    </a:cubicBezTo>
                    <a:cubicBezTo>
                      <a:pt x="75" y="7"/>
                      <a:pt x="81" y="4"/>
                      <a:pt x="87" y="3"/>
                    </a:cubicBezTo>
                    <a:cubicBezTo>
                      <a:pt x="93" y="1"/>
                      <a:pt x="99"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21">
                <a:extLst>
                  <a:ext uri="{FF2B5EF4-FFF2-40B4-BE49-F238E27FC236}">
                    <a16:creationId xmlns:a16="http://schemas.microsoft.com/office/drawing/2014/main" id="{28AE5E55-37FD-44FE-9E7F-FC58BCEF851C}"/>
                  </a:ext>
                </a:extLst>
              </p:cNvPr>
              <p:cNvSpPr>
                <a:spLocks/>
              </p:cNvSpPr>
              <p:nvPr/>
            </p:nvSpPr>
            <p:spPr bwMode="auto">
              <a:xfrm>
                <a:off x="3760788" y="3636963"/>
                <a:ext cx="307975" cy="244475"/>
              </a:xfrm>
              <a:custGeom>
                <a:avLst/>
                <a:gdLst>
                  <a:gd name="T0" fmla="*/ 2 w 122"/>
                  <a:gd name="T1" fmla="*/ 22 h 96"/>
                  <a:gd name="T2" fmla="*/ 33 w 122"/>
                  <a:gd name="T3" fmla="*/ 13 h 96"/>
                  <a:gd name="T4" fmla="*/ 39 w 122"/>
                  <a:gd name="T5" fmla="*/ 14 h 96"/>
                  <a:gd name="T6" fmla="*/ 36 w 122"/>
                  <a:gd name="T7" fmla="*/ 19 h 96"/>
                  <a:gd name="T8" fmla="*/ 17 w 122"/>
                  <a:gd name="T9" fmla="*/ 47 h 96"/>
                  <a:gd name="T10" fmla="*/ 22 w 122"/>
                  <a:gd name="T11" fmla="*/ 67 h 96"/>
                  <a:gd name="T12" fmla="*/ 47 w 122"/>
                  <a:gd name="T13" fmla="*/ 63 h 96"/>
                  <a:gd name="T14" fmla="*/ 51 w 122"/>
                  <a:gd name="T15" fmla="*/ 32 h 96"/>
                  <a:gd name="T16" fmla="*/ 83 w 122"/>
                  <a:gd name="T17" fmla="*/ 1 h 96"/>
                  <a:gd name="T18" fmla="*/ 113 w 122"/>
                  <a:gd name="T19" fmla="*/ 37 h 96"/>
                  <a:gd name="T20" fmla="*/ 122 w 122"/>
                  <a:gd name="T21" fmla="*/ 60 h 96"/>
                  <a:gd name="T22" fmla="*/ 121 w 122"/>
                  <a:gd name="T23" fmla="*/ 62 h 96"/>
                  <a:gd name="T24" fmla="*/ 90 w 122"/>
                  <a:gd name="T25" fmla="*/ 71 h 96"/>
                  <a:gd name="T26" fmla="*/ 87 w 122"/>
                  <a:gd name="T27" fmla="*/ 70 h 96"/>
                  <a:gd name="T28" fmla="*/ 88 w 122"/>
                  <a:gd name="T29" fmla="*/ 66 h 96"/>
                  <a:gd name="T30" fmla="*/ 100 w 122"/>
                  <a:gd name="T31" fmla="*/ 54 h 96"/>
                  <a:gd name="T32" fmla="*/ 103 w 122"/>
                  <a:gd name="T33" fmla="*/ 23 h 96"/>
                  <a:gd name="T34" fmla="*/ 90 w 122"/>
                  <a:gd name="T35" fmla="*/ 17 h 96"/>
                  <a:gd name="T36" fmla="*/ 79 w 122"/>
                  <a:gd name="T37" fmla="*/ 26 h 96"/>
                  <a:gd name="T38" fmla="*/ 76 w 122"/>
                  <a:gd name="T39" fmla="*/ 46 h 96"/>
                  <a:gd name="T40" fmla="*/ 72 w 122"/>
                  <a:gd name="T41" fmla="*/ 70 h 96"/>
                  <a:gd name="T42" fmla="*/ 25 w 122"/>
                  <a:gd name="T43" fmla="*/ 81 h 96"/>
                  <a:gd name="T44" fmla="*/ 10 w 122"/>
                  <a:gd name="T45" fmla="*/ 50 h 96"/>
                  <a:gd name="T46" fmla="*/ 0 w 122"/>
                  <a:gd name="T47" fmla="*/ 24 h 96"/>
                  <a:gd name="T48" fmla="*/ 2 w 122"/>
                  <a:gd name="T49" fmla="*/ 22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2" h="96">
                    <a:moveTo>
                      <a:pt x="2" y="22"/>
                    </a:moveTo>
                    <a:cubicBezTo>
                      <a:pt x="12" y="19"/>
                      <a:pt x="23" y="16"/>
                      <a:pt x="33" y="13"/>
                    </a:cubicBezTo>
                    <a:cubicBezTo>
                      <a:pt x="35" y="12"/>
                      <a:pt x="37" y="13"/>
                      <a:pt x="39" y="14"/>
                    </a:cubicBezTo>
                    <a:cubicBezTo>
                      <a:pt x="38" y="16"/>
                      <a:pt x="38" y="18"/>
                      <a:pt x="36" y="19"/>
                    </a:cubicBezTo>
                    <a:cubicBezTo>
                      <a:pt x="27" y="26"/>
                      <a:pt x="17" y="34"/>
                      <a:pt x="17" y="47"/>
                    </a:cubicBezTo>
                    <a:cubicBezTo>
                      <a:pt x="16" y="53"/>
                      <a:pt x="18" y="62"/>
                      <a:pt x="22" y="67"/>
                    </a:cubicBezTo>
                    <a:cubicBezTo>
                      <a:pt x="29" y="77"/>
                      <a:pt x="44" y="75"/>
                      <a:pt x="47" y="63"/>
                    </a:cubicBezTo>
                    <a:cubicBezTo>
                      <a:pt x="50" y="53"/>
                      <a:pt x="50" y="43"/>
                      <a:pt x="51" y="32"/>
                    </a:cubicBezTo>
                    <a:cubicBezTo>
                      <a:pt x="54" y="9"/>
                      <a:pt x="64" y="0"/>
                      <a:pt x="83" y="1"/>
                    </a:cubicBezTo>
                    <a:cubicBezTo>
                      <a:pt x="100" y="2"/>
                      <a:pt x="113" y="18"/>
                      <a:pt x="113" y="37"/>
                    </a:cubicBezTo>
                    <a:cubicBezTo>
                      <a:pt x="113" y="46"/>
                      <a:pt x="109" y="56"/>
                      <a:pt x="122" y="60"/>
                    </a:cubicBezTo>
                    <a:cubicBezTo>
                      <a:pt x="122" y="61"/>
                      <a:pt x="121" y="61"/>
                      <a:pt x="121" y="62"/>
                    </a:cubicBezTo>
                    <a:cubicBezTo>
                      <a:pt x="111" y="65"/>
                      <a:pt x="101" y="68"/>
                      <a:pt x="90" y="71"/>
                    </a:cubicBezTo>
                    <a:cubicBezTo>
                      <a:pt x="89" y="71"/>
                      <a:pt x="87" y="71"/>
                      <a:pt x="87" y="70"/>
                    </a:cubicBezTo>
                    <a:cubicBezTo>
                      <a:pt x="87" y="69"/>
                      <a:pt x="87" y="67"/>
                      <a:pt x="88" y="66"/>
                    </a:cubicBezTo>
                    <a:cubicBezTo>
                      <a:pt x="92" y="62"/>
                      <a:pt x="97" y="59"/>
                      <a:pt x="100" y="54"/>
                    </a:cubicBezTo>
                    <a:cubicBezTo>
                      <a:pt x="109" y="45"/>
                      <a:pt x="110" y="32"/>
                      <a:pt x="103" y="23"/>
                    </a:cubicBezTo>
                    <a:cubicBezTo>
                      <a:pt x="100" y="20"/>
                      <a:pt x="94" y="17"/>
                      <a:pt x="90" y="17"/>
                    </a:cubicBezTo>
                    <a:cubicBezTo>
                      <a:pt x="86" y="18"/>
                      <a:pt x="81" y="22"/>
                      <a:pt x="79" y="26"/>
                    </a:cubicBezTo>
                    <a:cubicBezTo>
                      <a:pt x="77" y="32"/>
                      <a:pt x="77" y="39"/>
                      <a:pt x="76" y="46"/>
                    </a:cubicBezTo>
                    <a:cubicBezTo>
                      <a:pt x="75" y="54"/>
                      <a:pt x="74" y="62"/>
                      <a:pt x="72" y="70"/>
                    </a:cubicBezTo>
                    <a:cubicBezTo>
                      <a:pt x="66" y="90"/>
                      <a:pt x="40" y="96"/>
                      <a:pt x="25" y="81"/>
                    </a:cubicBezTo>
                    <a:cubicBezTo>
                      <a:pt x="16" y="73"/>
                      <a:pt x="12" y="62"/>
                      <a:pt x="10" y="50"/>
                    </a:cubicBezTo>
                    <a:cubicBezTo>
                      <a:pt x="9" y="41"/>
                      <a:pt x="14" y="29"/>
                      <a:pt x="0" y="24"/>
                    </a:cubicBezTo>
                    <a:cubicBezTo>
                      <a:pt x="0" y="24"/>
                      <a:pt x="1" y="23"/>
                      <a:pt x="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22">
                <a:extLst>
                  <a:ext uri="{FF2B5EF4-FFF2-40B4-BE49-F238E27FC236}">
                    <a16:creationId xmlns:a16="http://schemas.microsoft.com/office/drawing/2014/main" id="{98CE4181-15BD-4BD9-AA24-4BC483F9A347}"/>
                  </a:ext>
                </a:extLst>
              </p:cNvPr>
              <p:cNvSpPr>
                <a:spLocks/>
              </p:cNvSpPr>
              <p:nvPr/>
            </p:nvSpPr>
            <p:spPr bwMode="auto">
              <a:xfrm>
                <a:off x="7272338" y="4254500"/>
                <a:ext cx="279400" cy="293688"/>
              </a:xfrm>
              <a:custGeom>
                <a:avLst/>
                <a:gdLst>
                  <a:gd name="T0" fmla="*/ 30 w 110"/>
                  <a:gd name="T1" fmla="*/ 0 h 116"/>
                  <a:gd name="T2" fmla="*/ 60 w 110"/>
                  <a:gd name="T3" fmla="*/ 19 h 116"/>
                  <a:gd name="T4" fmla="*/ 59 w 110"/>
                  <a:gd name="T5" fmla="*/ 22 h 116"/>
                  <a:gd name="T6" fmla="*/ 49 w 110"/>
                  <a:gd name="T7" fmla="*/ 21 h 116"/>
                  <a:gd name="T8" fmla="*/ 15 w 110"/>
                  <a:gd name="T9" fmla="*/ 33 h 116"/>
                  <a:gd name="T10" fmla="*/ 13 w 110"/>
                  <a:gd name="T11" fmla="*/ 48 h 116"/>
                  <a:gd name="T12" fmla="*/ 30 w 110"/>
                  <a:gd name="T13" fmla="*/ 55 h 116"/>
                  <a:gd name="T14" fmla="*/ 47 w 110"/>
                  <a:gd name="T15" fmla="*/ 45 h 116"/>
                  <a:gd name="T16" fmla="*/ 65 w 110"/>
                  <a:gd name="T17" fmla="*/ 33 h 116"/>
                  <a:gd name="T18" fmla="*/ 96 w 110"/>
                  <a:gd name="T19" fmla="*/ 35 h 116"/>
                  <a:gd name="T20" fmla="*/ 106 w 110"/>
                  <a:gd name="T21" fmla="*/ 69 h 116"/>
                  <a:gd name="T22" fmla="*/ 87 w 110"/>
                  <a:gd name="T23" fmla="*/ 97 h 116"/>
                  <a:gd name="T24" fmla="*/ 80 w 110"/>
                  <a:gd name="T25" fmla="*/ 112 h 116"/>
                  <a:gd name="T26" fmla="*/ 77 w 110"/>
                  <a:gd name="T27" fmla="*/ 116 h 116"/>
                  <a:gd name="T28" fmla="*/ 45 w 110"/>
                  <a:gd name="T29" fmla="*/ 95 h 116"/>
                  <a:gd name="T30" fmla="*/ 45 w 110"/>
                  <a:gd name="T31" fmla="*/ 93 h 116"/>
                  <a:gd name="T32" fmla="*/ 53 w 110"/>
                  <a:gd name="T33" fmla="*/ 92 h 116"/>
                  <a:gd name="T34" fmla="*/ 80 w 110"/>
                  <a:gd name="T35" fmla="*/ 92 h 116"/>
                  <a:gd name="T36" fmla="*/ 99 w 110"/>
                  <a:gd name="T37" fmla="*/ 70 h 116"/>
                  <a:gd name="T38" fmla="*/ 79 w 110"/>
                  <a:gd name="T39" fmla="*/ 55 h 116"/>
                  <a:gd name="T40" fmla="*/ 64 w 110"/>
                  <a:gd name="T41" fmla="*/ 64 h 116"/>
                  <a:gd name="T42" fmla="*/ 46 w 110"/>
                  <a:gd name="T43" fmla="*/ 76 h 116"/>
                  <a:gd name="T44" fmla="*/ 14 w 110"/>
                  <a:gd name="T45" fmla="*/ 74 h 116"/>
                  <a:gd name="T46" fmla="*/ 5 w 110"/>
                  <a:gd name="T47" fmla="*/ 40 h 116"/>
                  <a:gd name="T48" fmla="*/ 16 w 110"/>
                  <a:gd name="T49" fmla="*/ 22 h 116"/>
                  <a:gd name="T50" fmla="*/ 30 w 110"/>
                  <a:gd name="T51"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10" h="116">
                    <a:moveTo>
                      <a:pt x="30" y="0"/>
                    </a:moveTo>
                    <a:cubicBezTo>
                      <a:pt x="41" y="6"/>
                      <a:pt x="50" y="12"/>
                      <a:pt x="60" y="19"/>
                    </a:cubicBezTo>
                    <a:cubicBezTo>
                      <a:pt x="60" y="20"/>
                      <a:pt x="59" y="21"/>
                      <a:pt x="59" y="22"/>
                    </a:cubicBezTo>
                    <a:cubicBezTo>
                      <a:pt x="56" y="21"/>
                      <a:pt x="52" y="21"/>
                      <a:pt x="49" y="21"/>
                    </a:cubicBezTo>
                    <a:cubicBezTo>
                      <a:pt x="33" y="18"/>
                      <a:pt x="21" y="22"/>
                      <a:pt x="15" y="33"/>
                    </a:cubicBezTo>
                    <a:cubicBezTo>
                      <a:pt x="13" y="37"/>
                      <a:pt x="12" y="43"/>
                      <a:pt x="13" y="48"/>
                    </a:cubicBezTo>
                    <a:cubicBezTo>
                      <a:pt x="15" y="55"/>
                      <a:pt x="23" y="58"/>
                      <a:pt x="30" y="55"/>
                    </a:cubicBezTo>
                    <a:cubicBezTo>
                      <a:pt x="36" y="52"/>
                      <a:pt x="41" y="48"/>
                      <a:pt x="47" y="45"/>
                    </a:cubicBezTo>
                    <a:cubicBezTo>
                      <a:pt x="53" y="41"/>
                      <a:pt x="58" y="36"/>
                      <a:pt x="65" y="33"/>
                    </a:cubicBezTo>
                    <a:cubicBezTo>
                      <a:pt x="75" y="28"/>
                      <a:pt x="86" y="27"/>
                      <a:pt x="96" y="35"/>
                    </a:cubicBezTo>
                    <a:cubicBezTo>
                      <a:pt x="107" y="44"/>
                      <a:pt x="110" y="56"/>
                      <a:pt x="106" y="69"/>
                    </a:cubicBezTo>
                    <a:cubicBezTo>
                      <a:pt x="103" y="81"/>
                      <a:pt x="96" y="89"/>
                      <a:pt x="87" y="97"/>
                    </a:cubicBezTo>
                    <a:cubicBezTo>
                      <a:pt x="82" y="101"/>
                      <a:pt x="76" y="104"/>
                      <a:pt x="80" y="112"/>
                    </a:cubicBezTo>
                    <a:cubicBezTo>
                      <a:pt x="80" y="112"/>
                      <a:pt x="79" y="114"/>
                      <a:pt x="77" y="116"/>
                    </a:cubicBezTo>
                    <a:cubicBezTo>
                      <a:pt x="66" y="109"/>
                      <a:pt x="56" y="102"/>
                      <a:pt x="45" y="95"/>
                    </a:cubicBezTo>
                    <a:cubicBezTo>
                      <a:pt x="45" y="94"/>
                      <a:pt x="45" y="93"/>
                      <a:pt x="45" y="93"/>
                    </a:cubicBezTo>
                    <a:cubicBezTo>
                      <a:pt x="48" y="92"/>
                      <a:pt x="50" y="92"/>
                      <a:pt x="53" y="92"/>
                    </a:cubicBezTo>
                    <a:cubicBezTo>
                      <a:pt x="62" y="92"/>
                      <a:pt x="71" y="93"/>
                      <a:pt x="80" y="92"/>
                    </a:cubicBezTo>
                    <a:cubicBezTo>
                      <a:pt x="91" y="90"/>
                      <a:pt x="98" y="80"/>
                      <a:pt x="99" y="70"/>
                    </a:cubicBezTo>
                    <a:cubicBezTo>
                      <a:pt x="100" y="58"/>
                      <a:pt x="90" y="51"/>
                      <a:pt x="79" y="55"/>
                    </a:cubicBezTo>
                    <a:cubicBezTo>
                      <a:pt x="74" y="58"/>
                      <a:pt x="69" y="61"/>
                      <a:pt x="64" y="64"/>
                    </a:cubicBezTo>
                    <a:cubicBezTo>
                      <a:pt x="58" y="68"/>
                      <a:pt x="52" y="73"/>
                      <a:pt x="46" y="76"/>
                    </a:cubicBezTo>
                    <a:cubicBezTo>
                      <a:pt x="32" y="83"/>
                      <a:pt x="23" y="82"/>
                      <a:pt x="14" y="74"/>
                    </a:cubicBezTo>
                    <a:cubicBezTo>
                      <a:pt x="3" y="65"/>
                      <a:pt x="0" y="52"/>
                      <a:pt x="5" y="40"/>
                    </a:cubicBezTo>
                    <a:cubicBezTo>
                      <a:pt x="8" y="33"/>
                      <a:pt x="12" y="27"/>
                      <a:pt x="16" y="22"/>
                    </a:cubicBezTo>
                    <a:cubicBezTo>
                      <a:pt x="21" y="16"/>
                      <a:pt x="29" y="6"/>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8" name="Freeform 23">
                <a:extLst>
                  <a:ext uri="{FF2B5EF4-FFF2-40B4-BE49-F238E27FC236}">
                    <a16:creationId xmlns:a16="http://schemas.microsoft.com/office/drawing/2014/main" id="{05EF2088-CAC8-482C-98D2-64DBF2C56325}"/>
                  </a:ext>
                </a:extLst>
              </p:cNvPr>
              <p:cNvSpPr>
                <a:spLocks/>
              </p:cNvSpPr>
              <p:nvPr/>
            </p:nvSpPr>
            <p:spPr bwMode="auto">
              <a:xfrm>
                <a:off x="5219700" y="4976813"/>
                <a:ext cx="239713" cy="280988"/>
              </a:xfrm>
              <a:custGeom>
                <a:avLst/>
                <a:gdLst>
                  <a:gd name="T0" fmla="*/ 95 w 95"/>
                  <a:gd name="T1" fmla="*/ 13 h 111"/>
                  <a:gd name="T2" fmla="*/ 87 w 95"/>
                  <a:gd name="T3" fmla="*/ 44 h 111"/>
                  <a:gd name="T4" fmla="*/ 84 w 95"/>
                  <a:gd name="T5" fmla="*/ 49 h 111"/>
                  <a:gd name="T6" fmla="*/ 81 w 95"/>
                  <a:gd name="T7" fmla="*/ 43 h 111"/>
                  <a:gd name="T8" fmla="*/ 76 w 95"/>
                  <a:gd name="T9" fmla="*/ 25 h 111"/>
                  <a:gd name="T10" fmla="*/ 56 w 95"/>
                  <a:gd name="T11" fmla="*/ 11 h 111"/>
                  <a:gd name="T12" fmla="*/ 39 w 95"/>
                  <a:gd name="T13" fmla="*/ 19 h 111"/>
                  <a:gd name="T14" fmla="*/ 44 w 95"/>
                  <a:gd name="T15" fmla="*/ 35 h 111"/>
                  <a:gd name="T16" fmla="*/ 58 w 95"/>
                  <a:gd name="T17" fmla="*/ 46 h 111"/>
                  <a:gd name="T18" fmla="*/ 76 w 95"/>
                  <a:gd name="T19" fmla="*/ 62 h 111"/>
                  <a:gd name="T20" fmla="*/ 58 w 95"/>
                  <a:gd name="T21" fmla="*/ 108 h 111"/>
                  <a:gd name="T22" fmla="*/ 19 w 95"/>
                  <a:gd name="T23" fmla="*/ 98 h 111"/>
                  <a:gd name="T24" fmla="*/ 5 w 95"/>
                  <a:gd name="T25" fmla="*/ 97 h 111"/>
                  <a:gd name="T26" fmla="*/ 0 w 95"/>
                  <a:gd name="T27" fmla="*/ 94 h 111"/>
                  <a:gd name="T28" fmla="*/ 7 w 95"/>
                  <a:gd name="T29" fmla="*/ 63 h 111"/>
                  <a:gd name="T30" fmla="*/ 11 w 95"/>
                  <a:gd name="T31" fmla="*/ 60 h 111"/>
                  <a:gd name="T32" fmla="*/ 14 w 95"/>
                  <a:gd name="T33" fmla="*/ 64 h 111"/>
                  <a:gd name="T34" fmla="*/ 18 w 95"/>
                  <a:gd name="T35" fmla="*/ 83 h 111"/>
                  <a:gd name="T36" fmla="*/ 45 w 95"/>
                  <a:gd name="T37" fmla="*/ 103 h 111"/>
                  <a:gd name="T38" fmla="*/ 60 w 95"/>
                  <a:gd name="T39" fmla="*/ 94 h 111"/>
                  <a:gd name="T40" fmla="*/ 56 w 95"/>
                  <a:gd name="T41" fmla="*/ 78 h 111"/>
                  <a:gd name="T42" fmla="*/ 43 w 95"/>
                  <a:gd name="T43" fmla="*/ 67 h 111"/>
                  <a:gd name="T44" fmla="*/ 31 w 95"/>
                  <a:gd name="T45" fmla="*/ 58 h 111"/>
                  <a:gd name="T46" fmla="*/ 21 w 95"/>
                  <a:gd name="T47" fmla="*/ 19 h 111"/>
                  <a:gd name="T48" fmla="*/ 61 w 95"/>
                  <a:gd name="T49" fmla="*/ 5 h 111"/>
                  <a:gd name="T50" fmla="*/ 66 w 95"/>
                  <a:gd name="T51" fmla="*/ 8 h 111"/>
                  <a:gd name="T52" fmla="*/ 95 w 95"/>
                  <a:gd name="T53" fmla="*/ 13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5" h="111">
                    <a:moveTo>
                      <a:pt x="95" y="13"/>
                    </a:moveTo>
                    <a:cubicBezTo>
                      <a:pt x="92" y="26"/>
                      <a:pt x="90" y="35"/>
                      <a:pt x="87" y="44"/>
                    </a:cubicBezTo>
                    <a:cubicBezTo>
                      <a:pt x="87" y="46"/>
                      <a:pt x="85" y="47"/>
                      <a:pt x="84" y="49"/>
                    </a:cubicBezTo>
                    <a:cubicBezTo>
                      <a:pt x="83" y="47"/>
                      <a:pt x="81" y="45"/>
                      <a:pt x="81" y="43"/>
                    </a:cubicBezTo>
                    <a:cubicBezTo>
                      <a:pt x="79" y="37"/>
                      <a:pt x="78" y="31"/>
                      <a:pt x="76" y="25"/>
                    </a:cubicBezTo>
                    <a:cubicBezTo>
                      <a:pt x="72" y="17"/>
                      <a:pt x="65" y="12"/>
                      <a:pt x="56" y="11"/>
                    </a:cubicBezTo>
                    <a:cubicBezTo>
                      <a:pt x="49" y="10"/>
                      <a:pt x="43" y="12"/>
                      <a:pt x="39" y="19"/>
                    </a:cubicBezTo>
                    <a:cubicBezTo>
                      <a:pt x="36" y="25"/>
                      <a:pt x="39" y="30"/>
                      <a:pt x="44" y="35"/>
                    </a:cubicBezTo>
                    <a:cubicBezTo>
                      <a:pt x="48" y="39"/>
                      <a:pt x="53" y="42"/>
                      <a:pt x="58" y="46"/>
                    </a:cubicBezTo>
                    <a:cubicBezTo>
                      <a:pt x="64" y="51"/>
                      <a:pt x="71" y="56"/>
                      <a:pt x="76" y="62"/>
                    </a:cubicBezTo>
                    <a:cubicBezTo>
                      <a:pt x="91" y="79"/>
                      <a:pt x="81" y="104"/>
                      <a:pt x="58" y="108"/>
                    </a:cubicBezTo>
                    <a:cubicBezTo>
                      <a:pt x="44" y="111"/>
                      <a:pt x="31" y="107"/>
                      <a:pt x="19" y="98"/>
                    </a:cubicBezTo>
                    <a:cubicBezTo>
                      <a:pt x="14" y="95"/>
                      <a:pt x="10" y="92"/>
                      <a:pt x="5" y="97"/>
                    </a:cubicBezTo>
                    <a:cubicBezTo>
                      <a:pt x="5" y="97"/>
                      <a:pt x="0" y="94"/>
                      <a:pt x="0" y="94"/>
                    </a:cubicBezTo>
                    <a:cubicBezTo>
                      <a:pt x="2" y="83"/>
                      <a:pt x="5" y="73"/>
                      <a:pt x="7" y="63"/>
                    </a:cubicBezTo>
                    <a:cubicBezTo>
                      <a:pt x="8" y="62"/>
                      <a:pt x="10" y="61"/>
                      <a:pt x="11" y="60"/>
                    </a:cubicBezTo>
                    <a:cubicBezTo>
                      <a:pt x="12" y="61"/>
                      <a:pt x="13" y="63"/>
                      <a:pt x="14" y="64"/>
                    </a:cubicBezTo>
                    <a:cubicBezTo>
                      <a:pt x="15" y="70"/>
                      <a:pt x="16" y="77"/>
                      <a:pt x="18" y="83"/>
                    </a:cubicBezTo>
                    <a:cubicBezTo>
                      <a:pt x="22" y="96"/>
                      <a:pt x="33" y="103"/>
                      <a:pt x="45" y="103"/>
                    </a:cubicBezTo>
                    <a:cubicBezTo>
                      <a:pt x="52" y="103"/>
                      <a:pt x="57" y="100"/>
                      <a:pt x="60" y="94"/>
                    </a:cubicBezTo>
                    <a:cubicBezTo>
                      <a:pt x="63" y="87"/>
                      <a:pt x="61" y="82"/>
                      <a:pt x="56" y="78"/>
                    </a:cubicBezTo>
                    <a:cubicBezTo>
                      <a:pt x="52" y="74"/>
                      <a:pt x="47" y="70"/>
                      <a:pt x="43" y="67"/>
                    </a:cubicBezTo>
                    <a:cubicBezTo>
                      <a:pt x="39" y="64"/>
                      <a:pt x="34" y="61"/>
                      <a:pt x="31" y="58"/>
                    </a:cubicBezTo>
                    <a:cubicBezTo>
                      <a:pt x="15" y="45"/>
                      <a:pt x="13" y="34"/>
                      <a:pt x="21" y="19"/>
                    </a:cubicBezTo>
                    <a:cubicBezTo>
                      <a:pt x="29" y="5"/>
                      <a:pt x="44" y="0"/>
                      <a:pt x="61" y="5"/>
                    </a:cubicBezTo>
                    <a:cubicBezTo>
                      <a:pt x="63" y="6"/>
                      <a:pt x="65" y="7"/>
                      <a:pt x="66" y="8"/>
                    </a:cubicBezTo>
                    <a:cubicBezTo>
                      <a:pt x="75" y="11"/>
                      <a:pt x="81" y="24"/>
                      <a:pt x="95"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9" name="Freeform 24">
                <a:extLst>
                  <a:ext uri="{FF2B5EF4-FFF2-40B4-BE49-F238E27FC236}">
                    <a16:creationId xmlns:a16="http://schemas.microsoft.com/office/drawing/2014/main" id="{2DC10A14-8C3D-423C-9014-A82F8574DCE0}"/>
                  </a:ext>
                </a:extLst>
              </p:cNvPr>
              <p:cNvSpPr>
                <a:spLocks/>
              </p:cNvSpPr>
              <p:nvPr/>
            </p:nvSpPr>
            <p:spPr bwMode="auto">
              <a:xfrm>
                <a:off x="4162425" y="4287838"/>
                <a:ext cx="319088" cy="311150"/>
              </a:xfrm>
              <a:custGeom>
                <a:avLst/>
                <a:gdLst>
                  <a:gd name="T0" fmla="*/ 126 w 126"/>
                  <a:gd name="T1" fmla="*/ 72 h 123"/>
                  <a:gd name="T2" fmla="*/ 100 w 126"/>
                  <a:gd name="T3" fmla="*/ 95 h 123"/>
                  <a:gd name="T4" fmla="*/ 97 w 126"/>
                  <a:gd name="T5" fmla="*/ 94 h 123"/>
                  <a:gd name="T6" fmla="*/ 98 w 126"/>
                  <a:gd name="T7" fmla="*/ 86 h 123"/>
                  <a:gd name="T8" fmla="*/ 97 w 126"/>
                  <a:gd name="T9" fmla="*/ 49 h 123"/>
                  <a:gd name="T10" fmla="*/ 90 w 126"/>
                  <a:gd name="T11" fmla="*/ 55 h 123"/>
                  <a:gd name="T12" fmla="*/ 41 w 126"/>
                  <a:gd name="T13" fmla="*/ 99 h 123"/>
                  <a:gd name="T14" fmla="*/ 38 w 126"/>
                  <a:gd name="T15" fmla="*/ 119 h 123"/>
                  <a:gd name="T16" fmla="*/ 39 w 126"/>
                  <a:gd name="T17" fmla="*/ 123 h 123"/>
                  <a:gd name="T18" fmla="*/ 0 w 126"/>
                  <a:gd name="T19" fmla="*/ 80 h 123"/>
                  <a:gd name="T20" fmla="*/ 5 w 126"/>
                  <a:gd name="T21" fmla="*/ 82 h 123"/>
                  <a:gd name="T22" fmla="*/ 23 w 126"/>
                  <a:gd name="T23" fmla="*/ 82 h 123"/>
                  <a:gd name="T24" fmla="*/ 80 w 126"/>
                  <a:gd name="T25" fmla="*/ 31 h 123"/>
                  <a:gd name="T26" fmla="*/ 45 w 126"/>
                  <a:gd name="T27" fmla="*/ 25 h 123"/>
                  <a:gd name="T28" fmla="*/ 36 w 126"/>
                  <a:gd name="T29" fmla="*/ 25 h 123"/>
                  <a:gd name="T30" fmla="*/ 36 w 126"/>
                  <a:gd name="T31" fmla="*/ 22 h 123"/>
                  <a:gd name="T32" fmla="*/ 62 w 126"/>
                  <a:gd name="T33" fmla="*/ 0 h 123"/>
                  <a:gd name="T34" fmla="*/ 94 w 126"/>
                  <a:gd name="T35" fmla="*/ 35 h 123"/>
                  <a:gd name="T36" fmla="*/ 126 w 126"/>
                  <a:gd name="T37" fmla="*/ 7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6" h="123">
                    <a:moveTo>
                      <a:pt x="126" y="72"/>
                    </a:moveTo>
                    <a:cubicBezTo>
                      <a:pt x="117" y="80"/>
                      <a:pt x="108" y="87"/>
                      <a:pt x="100" y="95"/>
                    </a:cubicBezTo>
                    <a:cubicBezTo>
                      <a:pt x="99" y="95"/>
                      <a:pt x="98" y="95"/>
                      <a:pt x="97" y="94"/>
                    </a:cubicBezTo>
                    <a:cubicBezTo>
                      <a:pt x="98" y="92"/>
                      <a:pt x="97" y="88"/>
                      <a:pt x="98" y="86"/>
                    </a:cubicBezTo>
                    <a:cubicBezTo>
                      <a:pt x="105" y="74"/>
                      <a:pt x="108" y="62"/>
                      <a:pt x="97" y="49"/>
                    </a:cubicBezTo>
                    <a:cubicBezTo>
                      <a:pt x="95" y="51"/>
                      <a:pt x="92" y="53"/>
                      <a:pt x="90" y="55"/>
                    </a:cubicBezTo>
                    <a:cubicBezTo>
                      <a:pt x="74" y="70"/>
                      <a:pt x="57" y="84"/>
                      <a:pt x="41" y="99"/>
                    </a:cubicBezTo>
                    <a:cubicBezTo>
                      <a:pt x="31" y="108"/>
                      <a:pt x="31" y="108"/>
                      <a:pt x="38" y="119"/>
                    </a:cubicBezTo>
                    <a:cubicBezTo>
                      <a:pt x="38" y="120"/>
                      <a:pt x="38" y="121"/>
                      <a:pt x="39" y="123"/>
                    </a:cubicBezTo>
                    <a:cubicBezTo>
                      <a:pt x="33" y="123"/>
                      <a:pt x="8" y="97"/>
                      <a:pt x="0" y="80"/>
                    </a:cubicBezTo>
                    <a:cubicBezTo>
                      <a:pt x="2" y="80"/>
                      <a:pt x="4" y="81"/>
                      <a:pt x="5" y="82"/>
                    </a:cubicBezTo>
                    <a:cubicBezTo>
                      <a:pt x="11" y="88"/>
                      <a:pt x="16" y="88"/>
                      <a:pt x="23" y="82"/>
                    </a:cubicBezTo>
                    <a:cubicBezTo>
                      <a:pt x="42" y="65"/>
                      <a:pt x="61" y="48"/>
                      <a:pt x="80" y="31"/>
                    </a:cubicBezTo>
                    <a:cubicBezTo>
                      <a:pt x="73" y="20"/>
                      <a:pt x="62" y="18"/>
                      <a:pt x="45" y="25"/>
                    </a:cubicBezTo>
                    <a:cubicBezTo>
                      <a:pt x="42" y="26"/>
                      <a:pt x="39" y="25"/>
                      <a:pt x="36" y="25"/>
                    </a:cubicBezTo>
                    <a:cubicBezTo>
                      <a:pt x="36" y="24"/>
                      <a:pt x="36" y="23"/>
                      <a:pt x="36" y="22"/>
                    </a:cubicBezTo>
                    <a:cubicBezTo>
                      <a:pt x="44" y="15"/>
                      <a:pt x="53" y="8"/>
                      <a:pt x="62" y="0"/>
                    </a:cubicBezTo>
                    <a:cubicBezTo>
                      <a:pt x="73" y="12"/>
                      <a:pt x="83" y="23"/>
                      <a:pt x="94" y="35"/>
                    </a:cubicBezTo>
                    <a:cubicBezTo>
                      <a:pt x="104" y="47"/>
                      <a:pt x="115" y="59"/>
                      <a:pt x="126" y="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Freeform 25">
                <a:extLst>
                  <a:ext uri="{FF2B5EF4-FFF2-40B4-BE49-F238E27FC236}">
                    <a16:creationId xmlns:a16="http://schemas.microsoft.com/office/drawing/2014/main" id="{5AF94D15-9D7D-4FCE-B46D-A2379264FCC2}"/>
                  </a:ext>
                </a:extLst>
              </p:cNvPr>
              <p:cNvSpPr>
                <a:spLocks/>
              </p:cNvSpPr>
              <p:nvPr/>
            </p:nvSpPr>
            <p:spPr bwMode="auto">
              <a:xfrm>
                <a:off x="5484813" y="5014913"/>
                <a:ext cx="252413" cy="282575"/>
              </a:xfrm>
              <a:custGeom>
                <a:avLst/>
                <a:gdLst>
                  <a:gd name="T0" fmla="*/ 39 w 100"/>
                  <a:gd name="T1" fmla="*/ 11 h 112"/>
                  <a:gd name="T2" fmla="*/ 16 w 100"/>
                  <a:gd name="T3" fmla="*/ 19 h 112"/>
                  <a:gd name="T4" fmla="*/ 0 w 100"/>
                  <a:gd name="T5" fmla="*/ 36 h 112"/>
                  <a:gd name="T6" fmla="*/ 4 w 100"/>
                  <a:gd name="T7" fmla="*/ 0 h 112"/>
                  <a:gd name="T8" fmla="*/ 100 w 100"/>
                  <a:gd name="T9" fmla="*/ 11 h 112"/>
                  <a:gd name="T10" fmla="*/ 97 w 100"/>
                  <a:gd name="T11" fmla="*/ 42 h 112"/>
                  <a:gd name="T12" fmla="*/ 94 w 100"/>
                  <a:gd name="T13" fmla="*/ 46 h 112"/>
                  <a:gd name="T14" fmla="*/ 90 w 100"/>
                  <a:gd name="T15" fmla="*/ 42 h 112"/>
                  <a:gd name="T16" fmla="*/ 84 w 100"/>
                  <a:gd name="T17" fmla="*/ 26 h 112"/>
                  <a:gd name="T18" fmla="*/ 63 w 100"/>
                  <a:gd name="T19" fmla="*/ 13 h 112"/>
                  <a:gd name="T20" fmla="*/ 56 w 100"/>
                  <a:gd name="T21" fmla="*/ 81 h 112"/>
                  <a:gd name="T22" fmla="*/ 55 w 100"/>
                  <a:gd name="T23" fmla="*/ 86 h 112"/>
                  <a:gd name="T24" fmla="*/ 67 w 100"/>
                  <a:gd name="T25" fmla="*/ 106 h 112"/>
                  <a:gd name="T26" fmla="*/ 69 w 100"/>
                  <a:gd name="T27" fmla="*/ 107 h 112"/>
                  <a:gd name="T28" fmla="*/ 12 w 100"/>
                  <a:gd name="T29" fmla="*/ 101 h 112"/>
                  <a:gd name="T30" fmla="*/ 13 w 100"/>
                  <a:gd name="T31" fmla="*/ 100 h 112"/>
                  <a:gd name="T32" fmla="*/ 31 w 100"/>
                  <a:gd name="T33" fmla="*/ 81 h 112"/>
                  <a:gd name="T34" fmla="*/ 38 w 100"/>
                  <a:gd name="T35" fmla="*/ 22 h 112"/>
                  <a:gd name="T36" fmla="*/ 39 w 100"/>
                  <a:gd name="T37" fmla="*/ 1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0" h="112">
                    <a:moveTo>
                      <a:pt x="39" y="11"/>
                    </a:moveTo>
                    <a:cubicBezTo>
                      <a:pt x="29" y="9"/>
                      <a:pt x="22" y="13"/>
                      <a:pt x="16" y="19"/>
                    </a:cubicBezTo>
                    <a:cubicBezTo>
                      <a:pt x="10" y="23"/>
                      <a:pt x="11" y="34"/>
                      <a:pt x="0" y="36"/>
                    </a:cubicBezTo>
                    <a:cubicBezTo>
                      <a:pt x="1" y="23"/>
                      <a:pt x="3" y="12"/>
                      <a:pt x="4" y="0"/>
                    </a:cubicBezTo>
                    <a:cubicBezTo>
                      <a:pt x="36" y="3"/>
                      <a:pt x="67" y="7"/>
                      <a:pt x="100" y="11"/>
                    </a:cubicBezTo>
                    <a:cubicBezTo>
                      <a:pt x="99" y="22"/>
                      <a:pt x="98" y="32"/>
                      <a:pt x="97" y="42"/>
                    </a:cubicBezTo>
                    <a:cubicBezTo>
                      <a:pt x="97" y="44"/>
                      <a:pt x="95" y="45"/>
                      <a:pt x="94" y="46"/>
                    </a:cubicBezTo>
                    <a:cubicBezTo>
                      <a:pt x="92" y="45"/>
                      <a:pt x="90" y="44"/>
                      <a:pt x="90" y="42"/>
                    </a:cubicBezTo>
                    <a:cubicBezTo>
                      <a:pt x="87" y="37"/>
                      <a:pt x="86" y="31"/>
                      <a:pt x="84" y="26"/>
                    </a:cubicBezTo>
                    <a:cubicBezTo>
                      <a:pt x="80" y="18"/>
                      <a:pt x="73" y="14"/>
                      <a:pt x="63" y="13"/>
                    </a:cubicBezTo>
                    <a:cubicBezTo>
                      <a:pt x="61" y="36"/>
                      <a:pt x="58" y="58"/>
                      <a:pt x="56" y="81"/>
                    </a:cubicBezTo>
                    <a:cubicBezTo>
                      <a:pt x="56" y="82"/>
                      <a:pt x="56" y="84"/>
                      <a:pt x="55" y="86"/>
                    </a:cubicBezTo>
                    <a:cubicBezTo>
                      <a:pt x="53" y="100"/>
                      <a:pt x="53" y="100"/>
                      <a:pt x="67" y="106"/>
                    </a:cubicBezTo>
                    <a:cubicBezTo>
                      <a:pt x="68" y="106"/>
                      <a:pt x="68" y="107"/>
                      <a:pt x="69" y="107"/>
                    </a:cubicBezTo>
                    <a:cubicBezTo>
                      <a:pt x="64" y="112"/>
                      <a:pt x="16" y="106"/>
                      <a:pt x="12" y="101"/>
                    </a:cubicBezTo>
                    <a:cubicBezTo>
                      <a:pt x="12" y="100"/>
                      <a:pt x="12" y="100"/>
                      <a:pt x="13" y="100"/>
                    </a:cubicBezTo>
                    <a:cubicBezTo>
                      <a:pt x="30" y="98"/>
                      <a:pt x="29" y="98"/>
                      <a:pt x="31" y="81"/>
                    </a:cubicBezTo>
                    <a:cubicBezTo>
                      <a:pt x="33" y="61"/>
                      <a:pt x="36" y="42"/>
                      <a:pt x="38" y="22"/>
                    </a:cubicBezTo>
                    <a:cubicBezTo>
                      <a:pt x="38" y="18"/>
                      <a:pt x="38" y="15"/>
                      <a:pt x="3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26">
                <a:extLst>
                  <a:ext uri="{FF2B5EF4-FFF2-40B4-BE49-F238E27FC236}">
                    <a16:creationId xmlns:a16="http://schemas.microsoft.com/office/drawing/2014/main" id="{43DD58D9-E9D0-4E4A-A5A5-97CBABC9ACC2}"/>
                  </a:ext>
                </a:extLst>
              </p:cNvPr>
              <p:cNvSpPr>
                <a:spLocks/>
              </p:cNvSpPr>
              <p:nvPr/>
            </p:nvSpPr>
            <p:spPr bwMode="auto">
              <a:xfrm>
                <a:off x="7454900" y="3878263"/>
                <a:ext cx="315913" cy="282575"/>
              </a:xfrm>
              <a:custGeom>
                <a:avLst/>
                <a:gdLst>
                  <a:gd name="T0" fmla="*/ 20 w 125"/>
                  <a:gd name="T1" fmla="*/ 58 h 112"/>
                  <a:gd name="T2" fmla="*/ 30 w 125"/>
                  <a:gd name="T3" fmla="*/ 93 h 112"/>
                  <a:gd name="T4" fmla="*/ 34 w 125"/>
                  <a:gd name="T5" fmla="*/ 101 h 112"/>
                  <a:gd name="T6" fmla="*/ 31 w 125"/>
                  <a:gd name="T7" fmla="*/ 103 h 112"/>
                  <a:gd name="T8" fmla="*/ 0 w 125"/>
                  <a:gd name="T9" fmla="*/ 88 h 112"/>
                  <a:gd name="T10" fmla="*/ 40 w 125"/>
                  <a:gd name="T11" fmla="*/ 0 h 112"/>
                  <a:gd name="T12" fmla="*/ 72 w 125"/>
                  <a:gd name="T13" fmla="*/ 14 h 112"/>
                  <a:gd name="T14" fmla="*/ 72 w 125"/>
                  <a:gd name="T15" fmla="*/ 17 h 112"/>
                  <a:gd name="T16" fmla="*/ 63 w 125"/>
                  <a:gd name="T17" fmla="*/ 19 h 112"/>
                  <a:gd name="T18" fmla="*/ 31 w 125"/>
                  <a:gd name="T19" fmla="*/ 36 h 112"/>
                  <a:gd name="T20" fmla="*/ 71 w 125"/>
                  <a:gd name="T21" fmla="*/ 54 h 112"/>
                  <a:gd name="T22" fmla="*/ 102 w 125"/>
                  <a:gd name="T23" fmla="*/ 68 h 112"/>
                  <a:gd name="T24" fmla="*/ 118 w 125"/>
                  <a:gd name="T25" fmla="*/ 63 h 112"/>
                  <a:gd name="T26" fmla="*/ 123 w 125"/>
                  <a:gd name="T27" fmla="*/ 59 h 112"/>
                  <a:gd name="T28" fmla="*/ 125 w 125"/>
                  <a:gd name="T29" fmla="*/ 61 h 112"/>
                  <a:gd name="T30" fmla="*/ 101 w 125"/>
                  <a:gd name="T31" fmla="*/ 112 h 112"/>
                  <a:gd name="T32" fmla="*/ 97 w 125"/>
                  <a:gd name="T33" fmla="*/ 111 h 112"/>
                  <a:gd name="T34" fmla="*/ 99 w 125"/>
                  <a:gd name="T35" fmla="*/ 103 h 112"/>
                  <a:gd name="T36" fmla="*/ 94 w 125"/>
                  <a:gd name="T37" fmla="*/ 92 h 112"/>
                  <a:gd name="T38" fmla="*/ 20 w 125"/>
                  <a:gd name="T39" fmla="*/ 5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5" h="112">
                    <a:moveTo>
                      <a:pt x="20" y="58"/>
                    </a:moveTo>
                    <a:cubicBezTo>
                      <a:pt x="14" y="73"/>
                      <a:pt x="20" y="84"/>
                      <a:pt x="30" y="93"/>
                    </a:cubicBezTo>
                    <a:cubicBezTo>
                      <a:pt x="32" y="95"/>
                      <a:pt x="33" y="99"/>
                      <a:pt x="34" y="101"/>
                    </a:cubicBezTo>
                    <a:cubicBezTo>
                      <a:pt x="33" y="102"/>
                      <a:pt x="32" y="102"/>
                      <a:pt x="31" y="103"/>
                    </a:cubicBezTo>
                    <a:cubicBezTo>
                      <a:pt x="21" y="98"/>
                      <a:pt x="11" y="93"/>
                      <a:pt x="0" y="88"/>
                    </a:cubicBezTo>
                    <a:cubicBezTo>
                      <a:pt x="13" y="59"/>
                      <a:pt x="26" y="30"/>
                      <a:pt x="40" y="0"/>
                    </a:cubicBezTo>
                    <a:cubicBezTo>
                      <a:pt x="51" y="5"/>
                      <a:pt x="61" y="10"/>
                      <a:pt x="72" y="14"/>
                    </a:cubicBezTo>
                    <a:cubicBezTo>
                      <a:pt x="72" y="15"/>
                      <a:pt x="72" y="16"/>
                      <a:pt x="72" y="17"/>
                    </a:cubicBezTo>
                    <a:cubicBezTo>
                      <a:pt x="69" y="18"/>
                      <a:pt x="66" y="19"/>
                      <a:pt x="63" y="19"/>
                    </a:cubicBezTo>
                    <a:cubicBezTo>
                      <a:pt x="46" y="18"/>
                      <a:pt x="38" y="22"/>
                      <a:pt x="31" y="36"/>
                    </a:cubicBezTo>
                    <a:cubicBezTo>
                      <a:pt x="44" y="42"/>
                      <a:pt x="58" y="48"/>
                      <a:pt x="71" y="54"/>
                    </a:cubicBezTo>
                    <a:cubicBezTo>
                      <a:pt x="81" y="59"/>
                      <a:pt x="92" y="63"/>
                      <a:pt x="102" y="68"/>
                    </a:cubicBezTo>
                    <a:cubicBezTo>
                      <a:pt x="109" y="72"/>
                      <a:pt x="114" y="70"/>
                      <a:pt x="118" y="63"/>
                    </a:cubicBezTo>
                    <a:cubicBezTo>
                      <a:pt x="119" y="62"/>
                      <a:pt x="121" y="60"/>
                      <a:pt x="123" y="59"/>
                    </a:cubicBezTo>
                    <a:cubicBezTo>
                      <a:pt x="123" y="60"/>
                      <a:pt x="124" y="60"/>
                      <a:pt x="125" y="61"/>
                    </a:cubicBezTo>
                    <a:cubicBezTo>
                      <a:pt x="117" y="78"/>
                      <a:pt x="109" y="95"/>
                      <a:pt x="101" y="112"/>
                    </a:cubicBezTo>
                    <a:cubicBezTo>
                      <a:pt x="101" y="112"/>
                      <a:pt x="98" y="112"/>
                      <a:pt x="97" y="111"/>
                    </a:cubicBezTo>
                    <a:cubicBezTo>
                      <a:pt x="98" y="108"/>
                      <a:pt x="100" y="105"/>
                      <a:pt x="99" y="103"/>
                    </a:cubicBezTo>
                    <a:cubicBezTo>
                      <a:pt x="99" y="99"/>
                      <a:pt x="97" y="93"/>
                      <a:pt x="94" y="92"/>
                    </a:cubicBezTo>
                    <a:cubicBezTo>
                      <a:pt x="70" y="80"/>
                      <a:pt x="46" y="69"/>
                      <a:pt x="20"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27">
                <a:extLst>
                  <a:ext uri="{FF2B5EF4-FFF2-40B4-BE49-F238E27FC236}">
                    <a16:creationId xmlns:a16="http://schemas.microsoft.com/office/drawing/2014/main" id="{5E55492F-165F-4717-8D3A-FF0A662E0439}"/>
                  </a:ext>
                </a:extLst>
              </p:cNvPr>
              <p:cNvSpPr>
                <a:spLocks/>
              </p:cNvSpPr>
              <p:nvPr/>
            </p:nvSpPr>
            <p:spPr bwMode="auto">
              <a:xfrm>
                <a:off x="7308850" y="2306638"/>
                <a:ext cx="269875" cy="209550"/>
              </a:xfrm>
              <a:custGeom>
                <a:avLst/>
                <a:gdLst>
                  <a:gd name="T0" fmla="*/ 91 w 107"/>
                  <a:gd name="T1" fmla="*/ 26 h 83"/>
                  <a:gd name="T2" fmla="*/ 69 w 107"/>
                  <a:gd name="T3" fmla="*/ 11 h 83"/>
                  <a:gd name="T4" fmla="*/ 64 w 107"/>
                  <a:gd name="T5" fmla="*/ 3 h 83"/>
                  <a:gd name="T6" fmla="*/ 73 w 107"/>
                  <a:gd name="T7" fmla="*/ 4 h 83"/>
                  <a:gd name="T8" fmla="*/ 101 w 107"/>
                  <a:gd name="T9" fmla="*/ 24 h 83"/>
                  <a:gd name="T10" fmla="*/ 105 w 107"/>
                  <a:gd name="T11" fmla="*/ 33 h 83"/>
                  <a:gd name="T12" fmla="*/ 97 w 107"/>
                  <a:gd name="T13" fmla="*/ 41 h 83"/>
                  <a:gd name="T14" fmla="*/ 79 w 107"/>
                  <a:gd name="T15" fmla="*/ 34 h 83"/>
                  <a:gd name="T16" fmla="*/ 84 w 107"/>
                  <a:gd name="T17" fmla="*/ 53 h 83"/>
                  <a:gd name="T18" fmla="*/ 94 w 107"/>
                  <a:gd name="T19" fmla="*/ 63 h 83"/>
                  <a:gd name="T20" fmla="*/ 89 w 107"/>
                  <a:gd name="T21" fmla="*/ 79 h 83"/>
                  <a:gd name="T22" fmla="*/ 77 w 107"/>
                  <a:gd name="T23" fmla="*/ 74 h 83"/>
                  <a:gd name="T24" fmla="*/ 72 w 107"/>
                  <a:gd name="T25" fmla="*/ 67 h 83"/>
                  <a:gd name="T26" fmla="*/ 58 w 107"/>
                  <a:gd name="T27" fmla="*/ 62 h 83"/>
                  <a:gd name="T28" fmla="*/ 25 w 107"/>
                  <a:gd name="T29" fmla="*/ 65 h 83"/>
                  <a:gd name="T30" fmla="*/ 12 w 107"/>
                  <a:gd name="T31" fmla="*/ 59 h 83"/>
                  <a:gd name="T32" fmla="*/ 1 w 107"/>
                  <a:gd name="T33" fmla="*/ 22 h 83"/>
                  <a:gd name="T34" fmla="*/ 4 w 107"/>
                  <a:gd name="T35" fmla="*/ 16 h 83"/>
                  <a:gd name="T36" fmla="*/ 11 w 107"/>
                  <a:gd name="T37" fmla="*/ 35 h 83"/>
                  <a:gd name="T38" fmla="*/ 35 w 107"/>
                  <a:gd name="T39" fmla="*/ 50 h 83"/>
                  <a:gd name="T40" fmla="*/ 50 w 107"/>
                  <a:gd name="T41" fmla="*/ 47 h 83"/>
                  <a:gd name="T42" fmla="*/ 51 w 107"/>
                  <a:gd name="T43" fmla="*/ 44 h 83"/>
                  <a:gd name="T44" fmla="*/ 34 w 107"/>
                  <a:gd name="T45" fmla="*/ 30 h 83"/>
                  <a:gd name="T46" fmla="*/ 38 w 107"/>
                  <a:gd name="T47" fmla="*/ 0 h 83"/>
                  <a:gd name="T48" fmla="*/ 64 w 107"/>
                  <a:gd name="T49" fmla="*/ 33 h 83"/>
                  <a:gd name="T50" fmla="*/ 90 w 107"/>
                  <a:gd name="T51" fmla="*/ 28 h 83"/>
                  <a:gd name="T52" fmla="*/ 91 w 107"/>
                  <a:gd name="T53" fmla="*/ 26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07" h="83">
                    <a:moveTo>
                      <a:pt x="91" y="26"/>
                    </a:moveTo>
                    <a:cubicBezTo>
                      <a:pt x="84" y="21"/>
                      <a:pt x="76" y="16"/>
                      <a:pt x="69" y="11"/>
                    </a:cubicBezTo>
                    <a:cubicBezTo>
                      <a:pt x="67" y="9"/>
                      <a:pt x="66" y="6"/>
                      <a:pt x="64" y="3"/>
                    </a:cubicBezTo>
                    <a:cubicBezTo>
                      <a:pt x="67" y="4"/>
                      <a:pt x="71" y="3"/>
                      <a:pt x="73" y="4"/>
                    </a:cubicBezTo>
                    <a:cubicBezTo>
                      <a:pt x="83" y="10"/>
                      <a:pt x="92" y="17"/>
                      <a:pt x="101" y="24"/>
                    </a:cubicBezTo>
                    <a:cubicBezTo>
                      <a:pt x="103" y="26"/>
                      <a:pt x="105" y="30"/>
                      <a:pt x="105" y="33"/>
                    </a:cubicBezTo>
                    <a:cubicBezTo>
                      <a:pt x="107" y="39"/>
                      <a:pt x="103" y="43"/>
                      <a:pt x="97" y="41"/>
                    </a:cubicBezTo>
                    <a:cubicBezTo>
                      <a:pt x="91" y="39"/>
                      <a:pt x="85" y="37"/>
                      <a:pt x="79" y="34"/>
                    </a:cubicBezTo>
                    <a:cubicBezTo>
                      <a:pt x="75" y="43"/>
                      <a:pt x="79" y="48"/>
                      <a:pt x="84" y="53"/>
                    </a:cubicBezTo>
                    <a:cubicBezTo>
                      <a:pt x="88" y="56"/>
                      <a:pt x="92" y="59"/>
                      <a:pt x="94" y="63"/>
                    </a:cubicBezTo>
                    <a:cubicBezTo>
                      <a:pt x="97" y="69"/>
                      <a:pt x="94" y="75"/>
                      <a:pt x="89" y="79"/>
                    </a:cubicBezTo>
                    <a:cubicBezTo>
                      <a:pt x="83" y="83"/>
                      <a:pt x="80" y="77"/>
                      <a:pt x="77" y="74"/>
                    </a:cubicBezTo>
                    <a:cubicBezTo>
                      <a:pt x="76" y="72"/>
                      <a:pt x="74" y="69"/>
                      <a:pt x="72" y="67"/>
                    </a:cubicBezTo>
                    <a:cubicBezTo>
                      <a:pt x="69" y="61"/>
                      <a:pt x="64" y="61"/>
                      <a:pt x="58" y="62"/>
                    </a:cubicBezTo>
                    <a:cubicBezTo>
                      <a:pt x="47" y="64"/>
                      <a:pt x="36" y="65"/>
                      <a:pt x="25" y="65"/>
                    </a:cubicBezTo>
                    <a:cubicBezTo>
                      <a:pt x="21" y="65"/>
                      <a:pt x="15" y="63"/>
                      <a:pt x="12" y="59"/>
                    </a:cubicBezTo>
                    <a:cubicBezTo>
                      <a:pt x="3" y="49"/>
                      <a:pt x="1" y="36"/>
                      <a:pt x="1" y="22"/>
                    </a:cubicBezTo>
                    <a:cubicBezTo>
                      <a:pt x="0" y="21"/>
                      <a:pt x="2" y="20"/>
                      <a:pt x="4" y="16"/>
                    </a:cubicBezTo>
                    <a:cubicBezTo>
                      <a:pt x="7" y="24"/>
                      <a:pt x="9" y="29"/>
                      <a:pt x="11" y="35"/>
                    </a:cubicBezTo>
                    <a:cubicBezTo>
                      <a:pt x="16" y="49"/>
                      <a:pt x="19" y="52"/>
                      <a:pt x="35" y="50"/>
                    </a:cubicBezTo>
                    <a:cubicBezTo>
                      <a:pt x="40" y="50"/>
                      <a:pt x="45" y="48"/>
                      <a:pt x="50" y="47"/>
                    </a:cubicBezTo>
                    <a:cubicBezTo>
                      <a:pt x="50" y="46"/>
                      <a:pt x="50" y="45"/>
                      <a:pt x="51" y="44"/>
                    </a:cubicBezTo>
                    <a:cubicBezTo>
                      <a:pt x="45" y="40"/>
                      <a:pt x="39" y="35"/>
                      <a:pt x="34" y="30"/>
                    </a:cubicBezTo>
                    <a:cubicBezTo>
                      <a:pt x="24" y="20"/>
                      <a:pt x="25" y="8"/>
                      <a:pt x="38" y="0"/>
                    </a:cubicBezTo>
                    <a:cubicBezTo>
                      <a:pt x="44" y="13"/>
                      <a:pt x="50" y="25"/>
                      <a:pt x="64" y="33"/>
                    </a:cubicBezTo>
                    <a:cubicBezTo>
                      <a:pt x="69" y="13"/>
                      <a:pt x="81" y="29"/>
                      <a:pt x="90" y="28"/>
                    </a:cubicBezTo>
                    <a:cubicBezTo>
                      <a:pt x="90" y="27"/>
                      <a:pt x="91" y="27"/>
                      <a:pt x="9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28">
                <a:extLst>
                  <a:ext uri="{FF2B5EF4-FFF2-40B4-BE49-F238E27FC236}">
                    <a16:creationId xmlns:a16="http://schemas.microsoft.com/office/drawing/2014/main" id="{2C89B896-AA33-446B-987C-BA81EE604A60}"/>
                  </a:ext>
                </a:extLst>
              </p:cNvPr>
              <p:cNvSpPr>
                <a:spLocks/>
              </p:cNvSpPr>
              <p:nvPr/>
            </p:nvSpPr>
            <p:spPr bwMode="auto">
              <a:xfrm>
                <a:off x="3978275" y="4043363"/>
                <a:ext cx="325438" cy="315913"/>
              </a:xfrm>
              <a:custGeom>
                <a:avLst/>
                <a:gdLst>
                  <a:gd name="T0" fmla="*/ 111 w 129"/>
                  <a:gd name="T1" fmla="*/ 60 h 125"/>
                  <a:gd name="T2" fmla="*/ 129 w 129"/>
                  <a:gd name="T3" fmla="*/ 92 h 125"/>
                  <a:gd name="T4" fmla="*/ 127 w 129"/>
                  <a:gd name="T5" fmla="*/ 93 h 125"/>
                  <a:gd name="T6" fmla="*/ 122 w 129"/>
                  <a:gd name="T7" fmla="*/ 91 h 125"/>
                  <a:gd name="T8" fmla="*/ 104 w 129"/>
                  <a:gd name="T9" fmla="*/ 90 h 125"/>
                  <a:gd name="T10" fmla="*/ 63 w 129"/>
                  <a:gd name="T11" fmla="*/ 114 h 125"/>
                  <a:gd name="T12" fmla="*/ 17 w 129"/>
                  <a:gd name="T13" fmla="*/ 104 h 125"/>
                  <a:gd name="T14" fmla="*/ 11 w 129"/>
                  <a:gd name="T15" fmla="*/ 92 h 125"/>
                  <a:gd name="T16" fmla="*/ 25 w 129"/>
                  <a:gd name="T17" fmla="*/ 46 h 125"/>
                  <a:gd name="T18" fmla="*/ 68 w 129"/>
                  <a:gd name="T19" fmla="*/ 22 h 125"/>
                  <a:gd name="T20" fmla="*/ 74 w 129"/>
                  <a:gd name="T21" fmla="*/ 6 h 125"/>
                  <a:gd name="T22" fmla="*/ 74 w 129"/>
                  <a:gd name="T23" fmla="*/ 1 h 125"/>
                  <a:gd name="T24" fmla="*/ 77 w 129"/>
                  <a:gd name="T25" fmla="*/ 0 h 125"/>
                  <a:gd name="T26" fmla="*/ 103 w 129"/>
                  <a:gd name="T27" fmla="*/ 47 h 125"/>
                  <a:gd name="T28" fmla="*/ 97 w 129"/>
                  <a:gd name="T29" fmla="*/ 46 h 125"/>
                  <a:gd name="T30" fmla="*/ 76 w 129"/>
                  <a:gd name="T31" fmla="*/ 43 h 125"/>
                  <a:gd name="T32" fmla="*/ 31 w 129"/>
                  <a:gd name="T33" fmla="*/ 69 h 125"/>
                  <a:gd name="T34" fmla="*/ 21 w 129"/>
                  <a:gd name="T35" fmla="*/ 100 h 125"/>
                  <a:gd name="T36" fmla="*/ 53 w 129"/>
                  <a:gd name="T37" fmla="*/ 111 h 125"/>
                  <a:gd name="T38" fmla="*/ 104 w 129"/>
                  <a:gd name="T39" fmla="*/ 82 h 125"/>
                  <a:gd name="T40" fmla="*/ 108 w 129"/>
                  <a:gd name="T41" fmla="*/ 68 h 125"/>
                  <a:gd name="T42" fmla="*/ 108 w 129"/>
                  <a:gd name="T43" fmla="*/ 61 h 125"/>
                  <a:gd name="T44" fmla="*/ 111 w 129"/>
                  <a:gd name="T45" fmla="*/ 60 h 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9" h="125">
                    <a:moveTo>
                      <a:pt x="111" y="60"/>
                    </a:moveTo>
                    <a:cubicBezTo>
                      <a:pt x="117" y="70"/>
                      <a:pt x="123" y="81"/>
                      <a:pt x="129" y="92"/>
                    </a:cubicBezTo>
                    <a:cubicBezTo>
                      <a:pt x="128" y="92"/>
                      <a:pt x="128" y="93"/>
                      <a:pt x="127" y="93"/>
                    </a:cubicBezTo>
                    <a:cubicBezTo>
                      <a:pt x="126" y="93"/>
                      <a:pt x="123" y="93"/>
                      <a:pt x="122" y="91"/>
                    </a:cubicBezTo>
                    <a:cubicBezTo>
                      <a:pt x="116" y="85"/>
                      <a:pt x="111" y="86"/>
                      <a:pt x="104" y="90"/>
                    </a:cubicBezTo>
                    <a:cubicBezTo>
                      <a:pt x="90" y="98"/>
                      <a:pt x="77" y="106"/>
                      <a:pt x="63" y="114"/>
                    </a:cubicBezTo>
                    <a:cubicBezTo>
                      <a:pt x="44" y="125"/>
                      <a:pt x="30" y="122"/>
                      <a:pt x="17" y="104"/>
                    </a:cubicBezTo>
                    <a:cubicBezTo>
                      <a:pt x="15" y="100"/>
                      <a:pt x="12" y="96"/>
                      <a:pt x="11" y="92"/>
                    </a:cubicBezTo>
                    <a:cubicBezTo>
                      <a:pt x="0" y="70"/>
                      <a:pt x="4" y="58"/>
                      <a:pt x="25" y="46"/>
                    </a:cubicBezTo>
                    <a:cubicBezTo>
                      <a:pt x="39" y="38"/>
                      <a:pt x="54" y="30"/>
                      <a:pt x="68" y="22"/>
                    </a:cubicBezTo>
                    <a:cubicBezTo>
                      <a:pt x="75" y="18"/>
                      <a:pt x="78" y="14"/>
                      <a:pt x="74" y="6"/>
                    </a:cubicBezTo>
                    <a:cubicBezTo>
                      <a:pt x="73" y="5"/>
                      <a:pt x="74" y="3"/>
                      <a:pt x="74" y="1"/>
                    </a:cubicBezTo>
                    <a:cubicBezTo>
                      <a:pt x="75" y="1"/>
                      <a:pt x="76" y="1"/>
                      <a:pt x="77" y="0"/>
                    </a:cubicBezTo>
                    <a:cubicBezTo>
                      <a:pt x="85" y="15"/>
                      <a:pt x="94" y="30"/>
                      <a:pt x="103" y="47"/>
                    </a:cubicBezTo>
                    <a:cubicBezTo>
                      <a:pt x="99" y="46"/>
                      <a:pt x="97" y="47"/>
                      <a:pt x="97" y="46"/>
                    </a:cubicBezTo>
                    <a:cubicBezTo>
                      <a:pt x="91" y="36"/>
                      <a:pt x="84" y="38"/>
                      <a:pt x="76" y="43"/>
                    </a:cubicBezTo>
                    <a:cubicBezTo>
                      <a:pt x="61" y="52"/>
                      <a:pt x="46" y="60"/>
                      <a:pt x="31" y="69"/>
                    </a:cubicBezTo>
                    <a:cubicBezTo>
                      <a:pt x="17" y="77"/>
                      <a:pt x="14" y="87"/>
                      <a:pt x="21" y="100"/>
                    </a:cubicBezTo>
                    <a:cubicBezTo>
                      <a:pt x="28" y="114"/>
                      <a:pt x="40" y="118"/>
                      <a:pt x="53" y="111"/>
                    </a:cubicBezTo>
                    <a:cubicBezTo>
                      <a:pt x="71" y="102"/>
                      <a:pt x="87" y="92"/>
                      <a:pt x="104" y="82"/>
                    </a:cubicBezTo>
                    <a:cubicBezTo>
                      <a:pt x="110" y="79"/>
                      <a:pt x="109" y="74"/>
                      <a:pt x="108" y="68"/>
                    </a:cubicBezTo>
                    <a:cubicBezTo>
                      <a:pt x="108" y="66"/>
                      <a:pt x="108" y="63"/>
                      <a:pt x="108" y="61"/>
                    </a:cubicBezTo>
                    <a:cubicBezTo>
                      <a:pt x="109" y="60"/>
                      <a:pt x="110" y="60"/>
                      <a:pt x="111" y="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29">
                <a:extLst>
                  <a:ext uri="{FF2B5EF4-FFF2-40B4-BE49-F238E27FC236}">
                    <a16:creationId xmlns:a16="http://schemas.microsoft.com/office/drawing/2014/main" id="{84E133B0-9220-4519-AA86-ED2146DB1E34}"/>
                  </a:ext>
                </a:extLst>
              </p:cNvPr>
              <p:cNvSpPr>
                <a:spLocks/>
              </p:cNvSpPr>
              <p:nvPr/>
            </p:nvSpPr>
            <p:spPr bwMode="auto">
              <a:xfrm>
                <a:off x="7570788" y="3622675"/>
                <a:ext cx="304800" cy="268288"/>
              </a:xfrm>
              <a:custGeom>
                <a:avLst/>
                <a:gdLst>
                  <a:gd name="T0" fmla="*/ 120 w 120"/>
                  <a:gd name="T1" fmla="*/ 53 h 106"/>
                  <a:gd name="T2" fmla="*/ 104 w 120"/>
                  <a:gd name="T3" fmla="*/ 106 h 106"/>
                  <a:gd name="T4" fmla="*/ 101 w 120"/>
                  <a:gd name="T5" fmla="*/ 106 h 106"/>
                  <a:gd name="T6" fmla="*/ 100 w 120"/>
                  <a:gd name="T7" fmla="*/ 101 h 106"/>
                  <a:gd name="T8" fmla="*/ 90 w 120"/>
                  <a:gd name="T9" fmla="*/ 84 h 106"/>
                  <a:gd name="T10" fmla="*/ 30 w 120"/>
                  <a:gd name="T11" fmla="*/ 85 h 106"/>
                  <a:gd name="T12" fmla="*/ 0 w 120"/>
                  <a:gd name="T13" fmla="*/ 94 h 106"/>
                  <a:gd name="T14" fmla="*/ 14 w 120"/>
                  <a:gd name="T15" fmla="*/ 49 h 106"/>
                  <a:gd name="T16" fmla="*/ 17 w 120"/>
                  <a:gd name="T17" fmla="*/ 49 h 106"/>
                  <a:gd name="T18" fmla="*/ 18 w 120"/>
                  <a:gd name="T19" fmla="*/ 55 h 106"/>
                  <a:gd name="T20" fmla="*/ 25 w 120"/>
                  <a:gd name="T21" fmla="*/ 62 h 106"/>
                  <a:gd name="T22" fmla="*/ 64 w 120"/>
                  <a:gd name="T23" fmla="*/ 56 h 106"/>
                  <a:gd name="T24" fmla="*/ 38 w 120"/>
                  <a:gd name="T25" fmla="*/ 31 h 106"/>
                  <a:gd name="T26" fmla="*/ 24 w 120"/>
                  <a:gd name="T27" fmla="*/ 34 h 106"/>
                  <a:gd name="T28" fmla="*/ 20 w 120"/>
                  <a:gd name="T29" fmla="*/ 38 h 106"/>
                  <a:gd name="T30" fmla="*/ 29 w 120"/>
                  <a:gd name="T31" fmla="*/ 0 h 106"/>
                  <a:gd name="T32" fmla="*/ 33 w 120"/>
                  <a:gd name="T33" fmla="*/ 5 h 106"/>
                  <a:gd name="T34" fmla="*/ 42 w 120"/>
                  <a:gd name="T35" fmla="*/ 25 h 106"/>
                  <a:gd name="T36" fmla="*/ 58 w 120"/>
                  <a:gd name="T37" fmla="*/ 40 h 106"/>
                  <a:gd name="T38" fmla="*/ 98 w 120"/>
                  <a:gd name="T39" fmla="*/ 63 h 106"/>
                  <a:gd name="T40" fmla="*/ 114 w 120"/>
                  <a:gd name="T41" fmla="*/ 56 h 106"/>
                  <a:gd name="T42" fmla="*/ 118 w 120"/>
                  <a:gd name="T43" fmla="*/ 51 h 106"/>
                  <a:gd name="T44" fmla="*/ 120 w 120"/>
                  <a:gd name="T45" fmla="*/ 53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06">
                    <a:moveTo>
                      <a:pt x="120" y="53"/>
                    </a:moveTo>
                    <a:cubicBezTo>
                      <a:pt x="115" y="71"/>
                      <a:pt x="109" y="88"/>
                      <a:pt x="104" y="106"/>
                    </a:cubicBezTo>
                    <a:cubicBezTo>
                      <a:pt x="103" y="106"/>
                      <a:pt x="102" y="106"/>
                      <a:pt x="101" y="106"/>
                    </a:cubicBezTo>
                    <a:cubicBezTo>
                      <a:pt x="101" y="104"/>
                      <a:pt x="100" y="102"/>
                      <a:pt x="100" y="101"/>
                    </a:cubicBezTo>
                    <a:cubicBezTo>
                      <a:pt x="102" y="89"/>
                      <a:pt x="100" y="89"/>
                      <a:pt x="90" y="84"/>
                    </a:cubicBezTo>
                    <a:cubicBezTo>
                      <a:pt x="70" y="75"/>
                      <a:pt x="50" y="81"/>
                      <a:pt x="30" y="85"/>
                    </a:cubicBezTo>
                    <a:cubicBezTo>
                      <a:pt x="20" y="86"/>
                      <a:pt x="11" y="91"/>
                      <a:pt x="0" y="94"/>
                    </a:cubicBezTo>
                    <a:cubicBezTo>
                      <a:pt x="5" y="80"/>
                      <a:pt x="9" y="64"/>
                      <a:pt x="14" y="49"/>
                    </a:cubicBezTo>
                    <a:cubicBezTo>
                      <a:pt x="15" y="49"/>
                      <a:pt x="16" y="49"/>
                      <a:pt x="17" y="49"/>
                    </a:cubicBezTo>
                    <a:cubicBezTo>
                      <a:pt x="17" y="51"/>
                      <a:pt x="18" y="53"/>
                      <a:pt x="18" y="55"/>
                    </a:cubicBezTo>
                    <a:cubicBezTo>
                      <a:pt x="17" y="61"/>
                      <a:pt x="20" y="63"/>
                      <a:pt x="25" y="62"/>
                    </a:cubicBezTo>
                    <a:cubicBezTo>
                      <a:pt x="37" y="60"/>
                      <a:pt x="49" y="58"/>
                      <a:pt x="64" y="56"/>
                    </a:cubicBezTo>
                    <a:cubicBezTo>
                      <a:pt x="54" y="47"/>
                      <a:pt x="46" y="39"/>
                      <a:pt x="38" y="31"/>
                    </a:cubicBezTo>
                    <a:cubicBezTo>
                      <a:pt x="32" y="26"/>
                      <a:pt x="27" y="28"/>
                      <a:pt x="24" y="34"/>
                    </a:cubicBezTo>
                    <a:cubicBezTo>
                      <a:pt x="23" y="36"/>
                      <a:pt x="22" y="37"/>
                      <a:pt x="20" y="38"/>
                    </a:cubicBezTo>
                    <a:cubicBezTo>
                      <a:pt x="20" y="25"/>
                      <a:pt x="25" y="14"/>
                      <a:pt x="29" y="0"/>
                    </a:cubicBezTo>
                    <a:cubicBezTo>
                      <a:pt x="31" y="3"/>
                      <a:pt x="33" y="4"/>
                      <a:pt x="33" y="5"/>
                    </a:cubicBezTo>
                    <a:cubicBezTo>
                      <a:pt x="31" y="14"/>
                      <a:pt x="36" y="20"/>
                      <a:pt x="42" y="25"/>
                    </a:cubicBezTo>
                    <a:cubicBezTo>
                      <a:pt x="47" y="30"/>
                      <a:pt x="53" y="34"/>
                      <a:pt x="58" y="40"/>
                    </a:cubicBezTo>
                    <a:cubicBezTo>
                      <a:pt x="68" y="52"/>
                      <a:pt x="82" y="59"/>
                      <a:pt x="98" y="63"/>
                    </a:cubicBezTo>
                    <a:cubicBezTo>
                      <a:pt x="106" y="65"/>
                      <a:pt x="110" y="63"/>
                      <a:pt x="114" y="56"/>
                    </a:cubicBezTo>
                    <a:cubicBezTo>
                      <a:pt x="114" y="54"/>
                      <a:pt x="116" y="53"/>
                      <a:pt x="118" y="51"/>
                    </a:cubicBezTo>
                    <a:cubicBezTo>
                      <a:pt x="118" y="52"/>
                      <a:pt x="119" y="52"/>
                      <a:pt x="120"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30">
                <a:extLst>
                  <a:ext uri="{FF2B5EF4-FFF2-40B4-BE49-F238E27FC236}">
                    <a16:creationId xmlns:a16="http://schemas.microsoft.com/office/drawing/2014/main" id="{59980636-F1AC-44C6-9C51-8BE9DD43C6C7}"/>
                  </a:ext>
                </a:extLst>
              </p:cNvPr>
              <p:cNvSpPr>
                <a:spLocks/>
              </p:cNvSpPr>
              <p:nvPr/>
            </p:nvSpPr>
            <p:spPr bwMode="auto">
              <a:xfrm>
                <a:off x="5970588" y="5003800"/>
                <a:ext cx="263525" cy="280988"/>
              </a:xfrm>
              <a:custGeom>
                <a:avLst/>
                <a:gdLst>
                  <a:gd name="T0" fmla="*/ 104 w 104"/>
                  <a:gd name="T1" fmla="*/ 0 h 111"/>
                  <a:gd name="T2" fmla="*/ 104 w 104"/>
                  <a:gd name="T3" fmla="*/ 4 h 111"/>
                  <a:gd name="T4" fmla="*/ 94 w 104"/>
                  <a:gd name="T5" fmla="*/ 31 h 111"/>
                  <a:gd name="T6" fmla="*/ 100 w 104"/>
                  <a:gd name="T7" fmla="*/ 70 h 111"/>
                  <a:gd name="T8" fmla="*/ 73 w 104"/>
                  <a:gd name="T9" fmla="*/ 108 h 111"/>
                  <a:gd name="T10" fmla="*/ 57 w 104"/>
                  <a:gd name="T11" fmla="*/ 110 h 111"/>
                  <a:gd name="T12" fmla="*/ 24 w 104"/>
                  <a:gd name="T13" fmla="*/ 81 h 111"/>
                  <a:gd name="T14" fmla="*/ 16 w 104"/>
                  <a:gd name="T15" fmla="*/ 30 h 111"/>
                  <a:gd name="T16" fmla="*/ 6 w 104"/>
                  <a:gd name="T17" fmla="*/ 20 h 111"/>
                  <a:gd name="T18" fmla="*/ 0 w 104"/>
                  <a:gd name="T19" fmla="*/ 17 h 111"/>
                  <a:gd name="T20" fmla="*/ 51 w 104"/>
                  <a:gd name="T21" fmla="*/ 8 h 111"/>
                  <a:gd name="T22" fmla="*/ 52 w 104"/>
                  <a:gd name="T23" fmla="*/ 11 h 111"/>
                  <a:gd name="T24" fmla="*/ 46 w 104"/>
                  <a:gd name="T25" fmla="*/ 14 h 111"/>
                  <a:gd name="T26" fmla="*/ 39 w 104"/>
                  <a:gd name="T27" fmla="*/ 27 h 111"/>
                  <a:gd name="T28" fmla="*/ 47 w 104"/>
                  <a:gd name="T29" fmla="*/ 82 h 111"/>
                  <a:gd name="T30" fmla="*/ 71 w 104"/>
                  <a:gd name="T31" fmla="*/ 104 h 111"/>
                  <a:gd name="T32" fmla="*/ 94 w 104"/>
                  <a:gd name="T33" fmla="*/ 78 h 111"/>
                  <a:gd name="T34" fmla="*/ 86 w 104"/>
                  <a:gd name="T35" fmla="*/ 19 h 111"/>
                  <a:gd name="T36" fmla="*/ 76 w 104"/>
                  <a:gd name="T37" fmla="*/ 11 h 111"/>
                  <a:gd name="T38" fmla="*/ 67 w 104"/>
                  <a:gd name="T39" fmla="*/ 9 h 111"/>
                  <a:gd name="T40" fmla="*/ 67 w 104"/>
                  <a:gd name="T41" fmla="*/ 6 h 111"/>
                  <a:gd name="T42" fmla="*/ 104 w 104"/>
                  <a:gd name="T43"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4" h="111">
                    <a:moveTo>
                      <a:pt x="104" y="0"/>
                    </a:moveTo>
                    <a:cubicBezTo>
                      <a:pt x="104" y="3"/>
                      <a:pt x="104" y="4"/>
                      <a:pt x="104" y="4"/>
                    </a:cubicBezTo>
                    <a:cubicBezTo>
                      <a:pt x="91" y="9"/>
                      <a:pt x="92" y="19"/>
                      <a:pt x="94" y="31"/>
                    </a:cubicBezTo>
                    <a:cubicBezTo>
                      <a:pt x="97" y="43"/>
                      <a:pt x="98" y="57"/>
                      <a:pt x="100" y="70"/>
                    </a:cubicBezTo>
                    <a:cubicBezTo>
                      <a:pt x="103" y="91"/>
                      <a:pt x="95" y="104"/>
                      <a:pt x="73" y="108"/>
                    </a:cubicBezTo>
                    <a:cubicBezTo>
                      <a:pt x="68" y="110"/>
                      <a:pt x="63" y="110"/>
                      <a:pt x="57" y="110"/>
                    </a:cubicBezTo>
                    <a:cubicBezTo>
                      <a:pt x="35" y="111"/>
                      <a:pt x="26" y="103"/>
                      <a:pt x="24" y="81"/>
                    </a:cubicBezTo>
                    <a:cubicBezTo>
                      <a:pt x="21" y="64"/>
                      <a:pt x="19" y="47"/>
                      <a:pt x="16" y="30"/>
                    </a:cubicBezTo>
                    <a:cubicBezTo>
                      <a:pt x="16" y="23"/>
                      <a:pt x="13" y="20"/>
                      <a:pt x="6" y="20"/>
                    </a:cubicBezTo>
                    <a:cubicBezTo>
                      <a:pt x="4" y="20"/>
                      <a:pt x="2" y="19"/>
                      <a:pt x="0" y="17"/>
                    </a:cubicBezTo>
                    <a:cubicBezTo>
                      <a:pt x="17" y="12"/>
                      <a:pt x="34" y="10"/>
                      <a:pt x="51" y="8"/>
                    </a:cubicBezTo>
                    <a:cubicBezTo>
                      <a:pt x="52" y="9"/>
                      <a:pt x="52" y="10"/>
                      <a:pt x="52" y="11"/>
                    </a:cubicBezTo>
                    <a:cubicBezTo>
                      <a:pt x="50" y="12"/>
                      <a:pt x="48" y="13"/>
                      <a:pt x="46" y="14"/>
                    </a:cubicBezTo>
                    <a:cubicBezTo>
                      <a:pt x="40" y="16"/>
                      <a:pt x="37" y="20"/>
                      <a:pt x="39" y="27"/>
                    </a:cubicBezTo>
                    <a:cubicBezTo>
                      <a:pt x="42" y="45"/>
                      <a:pt x="44" y="63"/>
                      <a:pt x="47" y="82"/>
                    </a:cubicBezTo>
                    <a:cubicBezTo>
                      <a:pt x="49" y="97"/>
                      <a:pt x="57" y="105"/>
                      <a:pt x="71" y="104"/>
                    </a:cubicBezTo>
                    <a:cubicBezTo>
                      <a:pt x="87" y="103"/>
                      <a:pt x="95" y="93"/>
                      <a:pt x="94" y="78"/>
                    </a:cubicBezTo>
                    <a:cubicBezTo>
                      <a:pt x="92" y="58"/>
                      <a:pt x="89" y="39"/>
                      <a:pt x="86" y="19"/>
                    </a:cubicBezTo>
                    <a:cubicBezTo>
                      <a:pt x="85" y="16"/>
                      <a:pt x="79" y="13"/>
                      <a:pt x="76" y="11"/>
                    </a:cubicBezTo>
                    <a:cubicBezTo>
                      <a:pt x="73" y="10"/>
                      <a:pt x="70" y="10"/>
                      <a:pt x="67" y="9"/>
                    </a:cubicBezTo>
                    <a:cubicBezTo>
                      <a:pt x="67" y="8"/>
                      <a:pt x="67" y="7"/>
                      <a:pt x="67" y="6"/>
                    </a:cubicBezTo>
                    <a:cubicBezTo>
                      <a:pt x="79" y="4"/>
                      <a:pt x="91" y="2"/>
                      <a:pt x="10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31">
                <a:extLst>
                  <a:ext uri="{FF2B5EF4-FFF2-40B4-BE49-F238E27FC236}">
                    <a16:creationId xmlns:a16="http://schemas.microsoft.com/office/drawing/2014/main" id="{20BFF3BA-50CF-4F6A-806F-2F596DA784D1}"/>
                  </a:ext>
                </a:extLst>
              </p:cNvPr>
              <p:cNvSpPr>
                <a:spLocks/>
              </p:cNvSpPr>
              <p:nvPr/>
            </p:nvSpPr>
            <p:spPr bwMode="auto">
              <a:xfrm>
                <a:off x="6643688" y="4741863"/>
                <a:ext cx="242888" cy="300038"/>
              </a:xfrm>
              <a:custGeom>
                <a:avLst/>
                <a:gdLst>
                  <a:gd name="T0" fmla="*/ 88 w 96"/>
                  <a:gd name="T1" fmla="*/ 119 h 119"/>
                  <a:gd name="T2" fmla="*/ 24 w 96"/>
                  <a:gd name="T3" fmla="*/ 60 h 119"/>
                  <a:gd name="T4" fmla="*/ 3 w 96"/>
                  <a:gd name="T5" fmla="*/ 51 h 119"/>
                  <a:gd name="T6" fmla="*/ 0 w 96"/>
                  <a:gd name="T7" fmla="*/ 48 h 119"/>
                  <a:gd name="T8" fmla="*/ 42 w 96"/>
                  <a:gd name="T9" fmla="*/ 24 h 119"/>
                  <a:gd name="T10" fmla="*/ 44 w 96"/>
                  <a:gd name="T11" fmla="*/ 26 h 119"/>
                  <a:gd name="T12" fmla="*/ 40 w 96"/>
                  <a:gd name="T13" fmla="*/ 32 h 119"/>
                  <a:gd name="T14" fmla="*/ 38 w 96"/>
                  <a:gd name="T15" fmla="*/ 41 h 119"/>
                  <a:gd name="T16" fmla="*/ 85 w 96"/>
                  <a:gd name="T17" fmla="*/ 84 h 119"/>
                  <a:gd name="T18" fmla="*/ 76 w 96"/>
                  <a:gd name="T19" fmla="*/ 27 h 119"/>
                  <a:gd name="T20" fmla="*/ 63 w 96"/>
                  <a:gd name="T21" fmla="*/ 18 h 119"/>
                  <a:gd name="T22" fmla="*/ 57 w 96"/>
                  <a:gd name="T23" fmla="*/ 18 h 119"/>
                  <a:gd name="T24" fmla="*/ 57 w 96"/>
                  <a:gd name="T25" fmla="*/ 16 h 119"/>
                  <a:gd name="T26" fmla="*/ 86 w 96"/>
                  <a:gd name="T27" fmla="*/ 0 h 119"/>
                  <a:gd name="T28" fmla="*/ 87 w 96"/>
                  <a:gd name="T29" fmla="*/ 2 h 119"/>
                  <a:gd name="T30" fmla="*/ 88 w 96"/>
                  <a:gd name="T31" fmla="*/ 59 h 119"/>
                  <a:gd name="T32" fmla="*/ 95 w 96"/>
                  <a:gd name="T33" fmla="*/ 106 h 119"/>
                  <a:gd name="T34" fmla="*/ 88 w 96"/>
                  <a:gd name="T35" fmla="*/ 119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6" h="119">
                    <a:moveTo>
                      <a:pt x="88" y="119"/>
                    </a:moveTo>
                    <a:cubicBezTo>
                      <a:pt x="65" y="98"/>
                      <a:pt x="44" y="79"/>
                      <a:pt x="24" y="60"/>
                    </a:cubicBezTo>
                    <a:cubicBezTo>
                      <a:pt x="18" y="55"/>
                      <a:pt x="13" y="47"/>
                      <a:pt x="3" y="51"/>
                    </a:cubicBezTo>
                    <a:cubicBezTo>
                      <a:pt x="2" y="52"/>
                      <a:pt x="1" y="50"/>
                      <a:pt x="0" y="48"/>
                    </a:cubicBezTo>
                    <a:cubicBezTo>
                      <a:pt x="14" y="40"/>
                      <a:pt x="28" y="32"/>
                      <a:pt x="42" y="24"/>
                    </a:cubicBezTo>
                    <a:cubicBezTo>
                      <a:pt x="43" y="25"/>
                      <a:pt x="44" y="25"/>
                      <a:pt x="44" y="26"/>
                    </a:cubicBezTo>
                    <a:cubicBezTo>
                      <a:pt x="43" y="28"/>
                      <a:pt x="41" y="29"/>
                      <a:pt x="40" y="32"/>
                    </a:cubicBezTo>
                    <a:cubicBezTo>
                      <a:pt x="39" y="35"/>
                      <a:pt x="36" y="40"/>
                      <a:pt x="38" y="41"/>
                    </a:cubicBezTo>
                    <a:cubicBezTo>
                      <a:pt x="53" y="56"/>
                      <a:pt x="68" y="70"/>
                      <a:pt x="85" y="84"/>
                    </a:cubicBezTo>
                    <a:cubicBezTo>
                      <a:pt x="82" y="65"/>
                      <a:pt x="79" y="46"/>
                      <a:pt x="76" y="27"/>
                    </a:cubicBezTo>
                    <a:cubicBezTo>
                      <a:pt x="75" y="19"/>
                      <a:pt x="70" y="17"/>
                      <a:pt x="63" y="18"/>
                    </a:cubicBezTo>
                    <a:cubicBezTo>
                      <a:pt x="61" y="19"/>
                      <a:pt x="59" y="18"/>
                      <a:pt x="57" y="18"/>
                    </a:cubicBezTo>
                    <a:cubicBezTo>
                      <a:pt x="57" y="17"/>
                      <a:pt x="57" y="16"/>
                      <a:pt x="57" y="16"/>
                    </a:cubicBezTo>
                    <a:cubicBezTo>
                      <a:pt x="66" y="10"/>
                      <a:pt x="76" y="5"/>
                      <a:pt x="86" y="0"/>
                    </a:cubicBezTo>
                    <a:cubicBezTo>
                      <a:pt x="86" y="0"/>
                      <a:pt x="87" y="1"/>
                      <a:pt x="87" y="2"/>
                    </a:cubicBezTo>
                    <a:cubicBezTo>
                      <a:pt x="74" y="21"/>
                      <a:pt x="87" y="40"/>
                      <a:pt x="88" y="59"/>
                    </a:cubicBezTo>
                    <a:cubicBezTo>
                      <a:pt x="89" y="75"/>
                      <a:pt x="94" y="90"/>
                      <a:pt x="95" y="106"/>
                    </a:cubicBezTo>
                    <a:cubicBezTo>
                      <a:pt x="96" y="110"/>
                      <a:pt x="91" y="114"/>
                      <a:pt x="88" y="1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32">
                <a:extLst>
                  <a:ext uri="{FF2B5EF4-FFF2-40B4-BE49-F238E27FC236}">
                    <a16:creationId xmlns:a16="http://schemas.microsoft.com/office/drawing/2014/main" id="{EA31E573-8534-41D4-9B59-81ED9538F231}"/>
                  </a:ext>
                </a:extLst>
              </p:cNvPr>
              <p:cNvSpPr>
                <a:spLocks/>
              </p:cNvSpPr>
              <p:nvPr/>
            </p:nvSpPr>
            <p:spPr bwMode="auto">
              <a:xfrm>
                <a:off x="6508750" y="4870450"/>
                <a:ext cx="230188" cy="288925"/>
              </a:xfrm>
              <a:custGeom>
                <a:avLst/>
                <a:gdLst>
                  <a:gd name="T0" fmla="*/ 0 w 91"/>
                  <a:gd name="T1" fmla="*/ 23 h 114"/>
                  <a:gd name="T2" fmla="*/ 5 w 91"/>
                  <a:gd name="T3" fmla="*/ 19 h 114"/>
                  <a:gd name="T4" fmla="*/ 46 w 91"/>
                  <a:gd name="T5" fmla="*/ 1 h 114"/>
                  <a:gd name="T6" fmla="*/ 52 w 91"/>
                  <a:gd name="T7" fmla="*/ 3 h 114"/>
                  <a:gd name="T8" fmla="*/ 46 w 91"/>
                  <a:gd name="T9" fmla="*/ 7 h 114"/>
                  <a:gd name="T10" fmla="*/ 43 w 91"/>
                  <a:gd name="T11" fmla="*/ 18 h 114"/>
                  <a:gd name="T12" fmla="*/ 71 w 91"/>
                  <a:gd name="T13" fmla="*/ 84 h 114"/>
                  <a:gd name="T14" fmla="*/ 83 w 91"/>
                  <a:gd name="T15" fmla="*/ 90 h 114"/>
                  <a:gd name="T16" fmla="*/ 90 w 91"/>
                  <a:gd name="T17" fmla="*/ 90 h 114"/>
                  <a:gd name="T18" fmla="*/ 91 w 91"/>
                  <a:gd name="T19" fmla="*/ 93 h 114"/>
                  <a:gd name="T20" fmla="*/ 42 w 91"/>
                  <a:gd name="T21" fmla="*/ 114 h 114"/>
                  <a:gd name="T22" fmla="*/ 40 w 91"/>
                  <a:gd name="T23" fmla="*/ 112 h 114"/>
                  <a:gd name="T24" fmla="*/ 43 w 91"/>
                  <a:gd name="T25" fmla="*/ 108 h 114"/>
                  <a:gd name="T26" fmla="*/ 48 w 91"/>
                  <a:gd name="T27" fmla="*/ 91 h 114"/>
                  <a:gd name="T28" fmla="*/ 22 w 91"/>
                  <a:gd name="T29" fmla="*/ 32 h 114"/>
                  <a:gd name="T30" fmla="*/ 6 w 91"/>
                  <a:gd name="T31" fmla="*/ 23 h 114"/>
                  <a:gd name="T32" fmla="*/ 0 w 91"/>
                  <a:gd name="T33" fmla="*/ 23 h 114"/>
                  <a:gd name="T34" fmla="*/ 0 w 91"/>
                  <a:gd name="T35" fmla="*/ 2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1" h="114">
                    <a:moveTo>
                      <a:pt x="0" y="23"/>
                    </a:moveTo>
                    <a:cubicBezTo>
                      <a:pt x="2" y="21"/>
                      <a:pt x="3" y="19"/>
                      <a:pt x="5" y="19"/>
                    </a:cubicBezTo>
                    <a:cubicBezTo>
                      <a:pt x="18" y="13"/>
                      <a:pt x="32" y="7"/>
                      <a:pt x="46" y="1"/>
                    </a:cubicBezTo>
                    <a:cubicBezTo>
                      <a:pt x="47" y="0"/>
                      <a:pt x="49" y="1"/>
                      <a:pt x="52" y="3"/>
                    </a:cubicBezTo>
                    <a:cubicBezTo>
                      <a:pt x="50" y="4"/>
                      <a:pt x="47" y="5"/>
                      <a:pt x="46" y="7"/>
                    </a:cubicBezTo>
                    <a:cubicBezTo>
                      <a:pt x="44" y="11"/>
                      <a:pt x="42" y="15"/>
                      <a:pt x="43" y="18"/>
                    </a:cubicBezTo>
                    <a:cubicBezTo>
                      <a:pt x="52" y="40"/>
                      <a:pt x="61" y="62"/>
                      <a:pt x="71" y="84"/>
                    </a:cubicBezTo>
                    <a:cubicBezTo>
                      <a:pt x="73" y="90"/>
                      <a:pt x="77" y="92"/>
                      <a:pt x="83" y="90"/>
                    </a:cubicBezTo>
                    <a:cubicBezTo>
                      <a:pt x="85" y="90"/>
                      <a:pt x="87" y="90"/>
                      <a:pt x="90" y="90"/>
                    </a:cubicBezTo>
                    <a:cubicBezTo>
                      <a:pt x="90" y="91"/>
                      <a:pt x="90" y="92"/>
                      <a:pt x="91" y="93"/>
                    </a:cubicBezTo>
                    <a:cubicBezTo>
                      <a:pt x="74" y="100"/>
                      <a:pt x="58" y="107"/>
                      <a:pt x="42" y="114"/>
                    </a:cubicBezTo>
                    <a:cubicBezTo>
                      <a:pt x="41" y="114"/>
                      <a:pt x="41" y="113"/>
                      <a:pt x="40" y="112"/>
                    </a:cubicBezTo>
                    <a:cubicBezTo>
                      <a:pt x="41" y="111"/>
                      <a:pt x="42" y="109"/>
                      <a:pt x="43" y="108"/>
                    </a:cubicBezTo>
                    <a:cubicBezTo>
                      <a:pt x="51" y="104"/>
                      <a:pt x="51" y="99"/>
                      <a:pt x="48" y="91"/>
                    </a:cubicBezTo>
                    <a:cubicBezTo>
                      <a:pt x="39" y="72"/>
                      <a:pt x="30" y="52"/>
                      <a:pt x="22" y="32"/>
                    </a:cubicBezTo>
                    <a:cubicBezTo>
                      <a:pt x="19" y="24"/>
                      <a:pt x="14" y="20"/>
                      <a:pt x="6" y="23"/>
                    </a:cubicBezTo>
                    <a:cubicBezTo>
                      <a:pt x="4" y="24"/>
                      <a:pt x="2" y="23"/>
                      <a:pt x="0" y="23"/>
                    </a:cubicBezTo>
                    <a:cubicBezTo>
                      <a:pt x="0" y="23"/>
                      <a:pt x="0" y="23"/>
                      <a:pt x="0"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33">
                <a:extLst>
                  <a:ext uri="{FF2B5EF4-FFF2-40B4-BE49-F238E27FC236}">
                    <a16:creationId xmlns:a16="http://schemas.microsoft.com/office/drawing/2014/main" id="{87A5BEF7-581F-447D-A6A6-DB47DAA1A73F}"/>
                  </a:ext>
                </a:extLst>
              </p:cNvPr>
              <p:cNvSpPr>
                <a:spLocks/>
              </p:cNvSpPr>
              <p:nvPr/>
            </p:nvSpPr>
            <p:spPr bwMode="auto">
              <a:xfrm>
                <a:off x="7373938" y="4121150"/>
                <a:ext cx="288925" cy="246063"/>
              </a:xfrm>
              <a:custGeom>
                <a:avLst/>
                <a:gdLst>
                  <a:gd name="T0" fmla="*/ 114 w 114"/>
                  <a:gd name="T1" fmla="*/ 52 h 97"/>
                  <a:gd name="T2" fmla="*/ 86 w 114"/>
                  <a:gd name="T3" fmla="*/ 97 h 97"/>
                  <a:gd name="T4" fmla="*/ 84 w 114"/>
                  <a:gd name="T5" fmla="*/ 97 h 97"/>
                  <a:gd name="T6" fmla="*/ 84 w 114"/>
                  <a:gd name="T7" fmla="*/ 91 h 97"/>
                  <a:gd name="T8" fmla="*/ 79 w 114"/>
                  <a:gd name="T9" fmla="*/ 77 h 97"/>
                  <a:gd name="T10" fmla="*/ 28 w 114"/>
                  <a:gd name="T11" fmla="*/ 46 h 97"/>
                  <a:gd name="T12" fmla="*/ 0 w 114"/>
                  <a:gd name="T13" fmla="*/ 46 h 97"/>
                  <a:gd name="T14" fmla="*/ 26 w 114"/>
                  <a:gd name="T15" fmla="*/ 0 h 97"/>
                  <a:gd name="T16" fmla="*/ 28 w 114"/>
                  <a:gd name="T17" fmla="*/ 0 h 97"/>
                  <a:gd name="T18" fmla="*/ 28 w 114"/>
                  <a:gd name="T19" fmla="*/ 6 h 97"/>
                  <a:gd name="T20" fmla="*/ 33 w 114"/>
                  <a:gd name="T21" fmla="*/ 20 h 97"/>
                  <a:gd name="T22" fmla="*/ 92 w 114"/>
                  <a:gd name="T23" fmla="*/ 56 h 97"/>
                  <a:gd name="T24" fmla="*/ 106 w 114"/>
                  <a:gd name="T25" fmla="*/ 54 h 97"/>
                  <a:gd name="T26" fmla="*/ 112 w 114"/>
                  <a:gd name="T27" fmla="*/ 50 h 97"/>
                  <a:gd name="T28" fmla="*/ 114 w 114"/>
                  <a:gd name="T29" fmla="*/ 52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 h="97">
                    <a:moveTo>
                      <a:pt x="114" y="52"/>
                    </a:moveTo>
                    <a:cubicBezTo>
                      <a:pt x="104" y="67"/>
                      <a:pt x="95" y="82"/>
                      <a:pt x="86" y="97"/>
                    </a:cubicBezTo>
                    <a:cubicBezTo>
                      <a:pt x="86" y="97"/>
                      <a:pt x="85" y="97"/>
                      <a:pt x="84" y="97"/>
                    </a:cubicBezTo>
                    <a:cubicBezTo>
                      <a:pt x="84" y="95"/>
                      <a:pt x="83" y="93"/>
                      <a:pt x="84" y="91"/>
                    </a:cubicBezTo>
                    <a:cubicBezTo>
                      <a:pt x="87" y="85"/>
                      <a:pt x="85" y="80"/>
                      <a:pt x="79" y="77"/>
                    </a:cubicBezTo>
                    <a:cubicBezTo>
                      <a:pt x="62" y="67"/>
                      <a:pt x="45" y="56"/>
                      <a:pt x="28" y="46"/>
                    </a:cubicBezTo>
                    <a:cubicBezTo>
                      <a:pt x="13" y="37"/>
                      <a:pt x="13" y="37"/>
                      <a:pt x="0" y="46"/>
                    </a:cubicBezTo>
                    <a:cubicBezTo>
                      <a:pt x="6" y="29"/>
                      <a:pt x="17" y="15"/>
                      <a:pt x="26" y="0"/>
                    </a:cubicBezTo>
                    <a:cubicBezTo>
                      <a:pt x="26" y="0"/>
                      <a:pt x="27" y="0"/>
                      <a:pt x="28" y="0"/>
                    </a:cubicBezTo>
                    <a:cubicBezTo>
                      <a:pt x="28" y="2"/>
                      <a:pt x="28" y="5"/>
                      <a:pt x="28" y="6"/>
                    </a:cubicBezTo>
                    <a:cubicBezTo>
                      <a:pt x="25" y="13"/>
                      <a:pt x="27" y="17"/>
                      <a:pt x="33" y="20"/>
                    </a:cubicBezTo>
                    <a:cubicBezTo>
                      <a:pt x="52" y="32"/>
                      <a:pt x="72" y="44"/>
                      <a:pt x="92" y="56"/>
                    </a:cubicBezTo>
                    <a:cubicBezTo>
                      <a:pt x="98" y="60"/>
                      <a:pt x="102" y="59"/>
                      <a:pt x="106" y="54"/>
                    </a:cubicBezTo>
                    <a:cubicBezTo>
                      <a:pt x="108" y="52"/>
                      <a:pt x="110" y="51"/>
                      <a:pt x="112" y="50"/>
                    </a:cubicBezTo>
                    <a:cubicBezTo>
                      <a:pt x="112" y="51"/>
                      <a:pt x="113" y="52"/>
                      <a:pt x="11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 name="Freeform 34">
                <a:extLst>
                  <a:ext uri="{FF2B5EF4-FFF2-40B4-BE49-F238E27FC236}">
                    <a16:creationId xmlns:a16="http://schemas.microsoft.com/office/drawing/2014/main" id="{A96D8D9C-3A72-4C79-AC3A-5B1EEC1DFFA8}"/>
                  </a:ext>
                </a:extLst>
              </p:cNvPr>
              <p:cNvSpPr>
                <a:spLocks/>
              </p:cNvSpPr>
              <p:nvPr/>
            </p:nvSpPr>
            <p:spPr bwMode="auto">
              <a:xfrm>
                <a:off x="6597650" y="1562100"/>
                <a:ext cx="76200" cy="93663"/>
              </a:xfrm>
              <a:custGeom>
                <a:avLst/>
                <a:gdLst>
                  <a:gd name="T0" fmla="*/ 30 w 30"/>
                  <a:gd name="T1" fmla="*/ 30 h 37"/>
                  <a:gd name="T2" fmla="*/ 23 w 30"/>
                  <a:gd name="T3" fmla="*/ 36 h 37"/>
                  <a:gd name="T4" fmla="*/ 12 w 30"/>
                  <a:gd name="T5" fmla="*/ 35 h 37"/>
                  <a:gd name="T6" fmla="*/ 2 w 30"/>
                  <a:gd name="T7" fmla="*/ 6 h 37"/>
                  <a:gd name="T8" fmla="*/ 10 w 30"/>
                  <a:gd name="T9" fmla="*/ 1 h 37"/>
                  <a:gd name="T10" fmla="*/ 30 w 30"/>
                  <a:gd name="T11" fmla="*/ 30 h 37"/>
                </a:gdLst>
                <a:ahLst/>
                <a:cxnLst>
                  <a:cxn ang="0">
                    <a:pos x="T0" y="T1"/>
                  </a:cxn>
                  <a:cxn ang="0">
                    <a:pos x="T2" y="T3"/>
                  </a:cxn>
                  <a:cxn ang="0">
                    <a:pos x="T4" y="T5"/>
                  </a:cxn>
                  <a:cxn ang="0">
                    <a:pos x="T6" y="T7"/>
                  </a:cxn>
                  <a:cxn ang="0">
                    <a:pos x="T8" y="T9"/>
                  </a:cxn>
                  <a:cxn ang="0">
                    <a:pos x="T10" y="T11"/>
                  </a:cxn>
                </a:cxnLst>
                <a:rect l="0" t="0" r="r" b="b"/>
                <a:pathLst>
                  <a:path w="30" h="37">
                    <a:moveTo>
                      <a:pt x="30" y="30"/>
                    </a:moveTo>
                    <a:cubicBezTo>
                      <a:pt x="29" y="31"/>
                      <a:pt x="27" y="35"/>
                      <a:pt x="23" y="36"/>
                    </a:cubicBezTo>
                    <a:cubicBezTo>
                      <a:pt x="20" y="37"/>
                      <a:pt x="14" y="37"/>
                      <a:pt x="12" y="35"/>
                    </a:cubicBezTo>
                    <a:cubicBezTo>
                      <a:pt x="4" y="28"/>
                      <a:pt x="0" y="18"/>
                      <a:pt x="2" y="6"/>
                    </a:cubicBezTo>
                    <a:cubicBezTo>
                      <a:pt x="2" y="4"/>
                      <a:pt x="8" y="0"/>
                      <a:pt x="10" y="1"/>
                    </a:cubicBezTo>
                    <a:cubicBezTo>
                      <a:pt x="18" y="2"/>
                      <a:pt x="30" y="19"/>
                      <a:pt x="3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 name="Freeform 46">
                <a:extLst>
                  <a:ext uri="{FF2B5EF4-FFF2-40B4-BE49-F238E27FC236}">
                    <a16:creationId xmlns:a16="http://schemas.microsoft.com/office/drawing/2014/main" id="{EEB391CB-8629-4B8C-B1C0-81B5D1A9B972}"/>
                  </a:ext>
                </a:extLst>
              </p:cNvPr>
              <p:cNvSpPr>
                <a:spLocks/>
              </p:cNvSpPr>
              <p:nvPr/>
            </p:nvSpPr>
            <p:spPr bwMode="auto">
              <a:xfrm>
                <a:off x="4306888" y="1617663"/>
                <a:ext cx="3151188" cy="2741613"/>
              </a:xfrm>
              <a:custGeom>
                <a:avLst/>
                <a:gdLst>
                  <a:gd name="T0" fmla="*/ 976 w 1246"/>
                  <a:gd name="T1" fmla="*/ 1074 h 1083"/>
                  <a:gd name="T2" fmla="*/ 937 w 1246"/>
                  <a:gd name="T3" fmla="*/ 1004 h 1083"/>
                  <a:gd name="T4" fmla="*/ 913 w 1246"/>
                  <a:gd name="T5" fmla="*/ 849 h 1083"/>
                  <a:gd name="T6" fmla="*/ 908 w 1246"/>
                  <a:gd name="T7" fmla="*/ 676 h 1083"/>
                  <a:gd name="T8" fmla="*/ 900 w 1246"/>
                  <a:gd name="T9" fmla="*/ 490 h 1083"/>
                  <a:gd name="T10" fmla="*/ 790 w 1246"/>
                  <a:gd name="T11" fmla="*/ 320 h 1083"/>
                  <a:gd name="T12" fmla="*/ 782 w 1246"/>
                  <a:gd name="T13" fmla="*/ 310 h 1083"/>
                  <a:gd name="T14" fmla="*/ 779 w 1246"/>
                  <a:gd name="T15" fmla="*/ 288 h 1083"/>
                  <a:gd name="T16" fmla="*/ 758 w 1246"/>
                  <a:gd name="T17" fmla="*/ 243 h 1083"/>
                  <a:gd name="T18" fmla="*/ 691 w 1246"/>
                  <a:gd name="T19" fmla="*/ 196 h 1083"/>
                  <a:gd name="T20" fmla="*/ 641 w 1246"/>
                  <a:gd name="T21" fmla="*/ 171 h 1083"/>
                  <a:gd name="T22" fmla="*/ 681 w 1246"/>
                  <a:gd name="T23" fmla="*/ 166 h 1083"/>
                  <a:gd name="T24" fmla="*/ 706 w 1246"/>
                  <a:gd name="T25" fmla="*/ 157 h 1083"/>
                  <a:gd name="T26" fmla="*/ 766 w 1246"/>
                  <a:gd name="T27" fmla="*/ 95 h 1083"/>
                  <a:gd name="T28" fmla="*/ 767 w 1246"/>
                  <a:gd name="T29" fmla="*/ 78 h 1083"/>
                  <a:gd name="T30" fmla="*/ 746 w 1246"/>
                  <a:gd name="T31" fmla="*/ 64 h 1083"/>
                  <a:gd name="T32" fmla="*/ 740 w 1246"/>
                  <a:gd name="T33" fmla="*/ 68 h 1083"/>
                  <a:gd name="T34" fmla="*/ 708 w 1246"/>
                  <a:gd name="T35" fmla="*/ 106 h 1083"/>
                  <a:gd name="T36" fmla="*/ 633 w 1246"/>
                  <a:gd name="T37" fmla="*/ 145 h 1083"/>
                  <a:gd name="T38" fmla="*/ 631 w 1246"/>
                  <a:gd name="T39" fmla="*/ 54 h 1083"/>
                  <a:gd name="T40" fmla="*/ 615 w 1246"/>
                  <a:gd name="T41" fmla="*/ 32 h 1083"/>
                  <a:gd name="T42" fmla="*/ 603 w 1246"/>
                  <a:gd name="T43" fmla="*/ 31 h 1083"/>
                  <a:gd name="T44" fmla="*/ 586 w 1246"/>
                  <a:gd name="T45" fmla="*/ 46 h 1083"/>
                  <a:gd name="T46" fmla="*/ 583 w 1246"/>
                  <a:gd name="T47" fmla="*/ 133 h 1083"/>
                  <a:gd name="T48" fmla="*/ 575 w 1246"/>
                  <a:gd name="T49" fmla="*/ 143 h 1083"/>
                  <a:gd name="T50" fmla="*/ 541 w 1246"/>
                  <a:gd name="T51" fmla="*/ 138 h 1083"/>
                  <a:gd name="T52" fmla="*/ 486 w 1246"/>
                  <a:gd name="T53" fmla="*/ 86 h 1083"/>
                  <a:gd name="T54" fmla="*/ 473 w 1246"/>
                  <a:gd name="T55" fmla="*/ 69 h 1083"/>
                  <a:gd name="T56" fmla="*/ 449 w 1246"/>
                  <a:gd name="T57" fmla="*/ 68 h 1083"/>
                  <a:gd name="T58" fmla="*/ 446 w 1246"/>
                  <a:gd name="T59" fmla="*/ 80 h 1083"/>
                  <a:gd name="T60" fmla="*/ 462 w 1246"/>
                  <a:gd name="T61" fmla="*/ 113 h 1083"/>
                  <a:gd name="T62" fmla="*/ 572 w 1246"/>
                  <a:gd name="T63" fmla="*/ 179 h 1083"/>
                  <a:gd name="T64" fmla="*/ 582 w 1246"/>
                  <a:gd name="T65" fmla="*/ 181 h 1083"/>
                  <a:gd name="T66" fmla="*/ 577 w 1246"/>
                  <a:gd name="T67" fmla="*/ 182 h 1083"/>
                  <a:gd name="T68" fmla="*/ 475 w 1246"/>
                  <a:gd name="T69" fmla="*/ 226 h 1083"/>
                  <a:gd name="T70" fmla="*/ 430 w 1246"/>
                  <a:gd name="T71" fmla="*/ 305 h 1083"/>
                  <a:gd name="T72" fmla="*/ 415 w 1246"/>
                  <a:gd name="T73" fmla="*/ 334 h 1083"/>
                  <a:gd name="T74" fmla="*/ 366 w 1246"/>
                  <a:gd name="T75" fmla="*/ 379 h 1083"/>
                  <a:gd name="T76" fmla="*/ 319 w 1246"/>
                  <a:gd name="T77" fmla="*/ 472 h 1083"/>
                  <a:gd name="T78" fmla="*/ 309 w 1246"/>
                  <a:gd name="T79" fmla="*/ 560 h 1083"/>
                  <a:gd name="T80" fmla="*/ 306 w 1246"/>
                  <a:gd name="T81" fmla="*/ 781 h 1083"/>
                  <a:gd name="T82" fmla="*/ 304 w 1246"/>
                  <a:gd name="T83" fmla="*/ 857 h 1083"/>
                  <a:gd name="T84" fmla="*/ 272 w 1246"/>
                  <a:gd name="T85" fmla="*/ 993 h 1083"/>
                  <a:gd name="T86" fmla="*/ 240 w 1246"/>
                  <a:gd name="T87" fmla="*/ 1076 h 1083"/>
                  <a:gd name="T88" fmla="*/ 237 w 1246"/>
                  <a:gd name="T89" fmla="*/ 1083 h 1083"/>
                  <a:gd name="T90" fmla="*/ 51 w 1246"/>
                  <a:gd name="T91" fmla="*/ 834 h 1083"/>
                  <a:gd name="T92" fmla="*/ 17 w 1246"/>
                  <a:gd name="T93" fmla="*/ 525 h 1083"/>
                  <a:gd name="T94" fmla="*/ 537 w 1246"/>
                  <a:gd name="T95" fmla="*/ 30 h 1083"/>
                  <a:gd name="T96" fmla="*/ 1158 w 1246"/>
                  <a:gd name="T97" fmla="*/ 420 h 1083"/>
                  <a:gd name="T98" fmla="*/ 976 w 1246"/>
                  <a:gd name="T99" fmla="*/ 1074 h 10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46" h="1083">
                    <a:moveTo>
                      <a:pt x="976" y="1074"/>
                    </a:moveTo>
                    <a:cubicBezTo>
                      <a:pt x="957" y="1053"/>
                      <a:pt x="943" y="1031"/>
                      <a:pt x="937" y="1004"/>
                    </a:cubicBezTo>
                    <a:cubicBezTo>
                      <a:pt x="925" y="953"/>
                      <a:pt x="916" y="901"/>
                      <a:pt x="913" y="849"/>
                    </a:cubicBezTo>
                    <a:cubicBezTo>
                      <a:pt x="910" y="792"/>
                      <a:pt x="910" y="734"/>
                      <a:pt x="908" y="676"/>
                    </a:cubicBezTo>
                    <a:cubicBezTo>
                      <a:pt x="906" y="614"/>
                      <a:pt x="906" y="552"/>
                      <a:pt x="900" y="490"/>
                    </a:cubicBezTo>
                    <a:cubicBezTo>
                      <a:pt x="893" y="415"/>
                      <a:pt x="856" y="358"/>
                      <a:pt x="790" y="320"/>
                    </a:cubicBezTo>
                    <a:cubicBezTo>
                      <a:pt x="787" y="318"/>
                      <a:pt x="784" y="314"/>
                      <a:pt x="782" y="310"/>
                    </a:cubicBezTo>
                    <a:cubicBezTo>
                      <a:pt x="780" y="303"/>
                      <a:pt x="779" y="295"/>
                      <a:pt x="779" y="288"/>
                    </a:cubicBezTo>
                    <a:cubicBezTo>
                      <a:pt x="777" y="270"/>
                      <a:pt x="770" y="255"/>
                      <a:pt x="758" y="243"/>
                    </a:cubicBezTo>
                    <a:cubicBezTo>
                      <a:pt x="739" y="222"/>
                      <a:pt x="716" y="207"/>
                      <a:pt x="691" y="196"/>
                    </a:cubicBezTo>
                    <a:cubicBezTo>
                      <a:pt x="674" y="188"/>
                      <a:pt x="657" y="180"/>
                      <a:pt x="641" y="171"/>
                    </a:cubicBezTo>
                    <a:cubicBezTo>
                      <a:pt x="654" y="170"/>
                      <a:pt x="668" y="169"/>
                      <a:pt x="681" y="166"/>
                    </a:cubicBezTo>
                    <a:cubicBezTo>
                      <a:pt x="690" y="165"/>
                      <a:pt x="699" y="162"/>
                      <a:pt x="706" y="157"/>
                    </a:cubicBezTo>
                    <a:cubicBezTo>
                      <a:pt x="730" y="140"/>
                      <a:pt x="749" y="119"/>
                      <a:pt x="766" y="95"/>
                    </a:cubicBezTo>
                    <a:cubicBezTo>
                      <a:pt x="769" y="89"/>
                      <a:pt x="772" y="83"/>
                      <a:pt x="767" y="78"/>
                    </a:cubicBezTo>
                    <a:cubicBezTo>
                      <a:pt x="761" y="72"/>
                      <a:pt x="753" y="68"/>
                      <a:pt x="746" y="64"/>
                    </a:cubicBezTo>
                    <a:cubicBezTo>
                      <a:pt x="745" y="63"/>
                      <a:pt x="742" y="66"/>
                      <a:pt x="740" y="68"/>
                    </a:cubicBezTo>
                    <a:cubicBezTo>
                      <a:pt x="729" y="81"/>
                      <a:pt x="719" y="93"/>
                      <a:pt x="708" y="106"/>
                    </a:cubicBezTo>
                    <a:cubicBezTo>
                      <a:pt x="688" y="128"/>
                      <a:pt x="663" y="139"/>
                      <a:pt x="633" y="145"/>
                    </a:cubicBezTo>
                    <a:cubicBezTo>
                      <a:pt x="632" y="114"/>
                      <a:pt x="632" y="84"/>
                      <a:pt x="631" y="54"/>
                    </a:cubicBezTo>
                    <a:cubicBezTo>
                      <a:pt x="631" y="40"/>
                      <a:pt x="629" y="35"/>
                      <a:pt x="615" y="32"/>
                    </a:cubicBezTo>
                    <a:cubicBezTo>
                      <a:pt x="611" y="31"/>
                      <a:pt x="607" y="31"/>
                      <a:pt x="603" y="31"/>
                    </a:cubicBezTo>
                    <a:cubicBezTo>
                      <a:pt x="591" y="29"/>
                      <a:pt x="586" y="34"/>
                      <a:pt x="586" y="46"/>
                    </a:cubicBezTo>
                    <a:cubicBezTo>
                      <a:pt x="585" y="75"/>
                      <a:pt x="584" y="104"/>
                      <a:pt x="583" y="133"/>
                    </a:cubicBezTo>
                    <a:cubicBezTo>
                      <a:pt x="583" y="140"/>
                      <a:pt x="581" y="142"/>
                      <a:pt x="575" y="143"/>
                    </a:cubicBezTo>
                    <a:cubicBezTo>
                      <a:pt x="563" y="145"/>
                      <a:pt x="551" y="144"/>
                      <a:pt x="541" y="138"/>
                    </a:cubicBezTo>
                    <a:cubicBezTo>
                      <a:pt x="518" y="126"/>
                      <a:pt x="500" y="108"/>
                      <a:pt x="486" y="86"/>
                    </a:cubicBezTo>
                    <a:cubicBezTo>
                      <a:pt x="483" y="80"/>
                      <a:pt x="478" y="74"/>
                      <a:pt x="473" y="69"/>
                    </a:cubicBezTo>
                    <a:cubicBezTo>
                      <a:pt x="467" y="63"/>
                      <a:pt x="456" y="63"/>
                      <a:pt x="449" y="68"/>
                    </a:cubicBezTo>
                    <a:cubicBezTo>
                      <a:pt x="446" y="71"/>
                      <a:pt x="444" y="77"/>
                      <a:pt x="446" y="80"/>
                    </a:cubicBezTo>
                    <a:cubicBezTo>
                      <a:pt x="450" y="91"/>
                      <a:pt x="455" y="103"/>
                      <a:pt x="462" y="113"/>
                    </a:cubicBezTo>
                    <a:cubicBezTo>
                      <a:pt x="489" y="151"/>
                      <a:pt x="527" y="170"/>
                      <a:pt x="572" y="179"/>
                    </a:cubicBezTo>
                    <a:cubicBezTo>
                      <a:pt x="575" y="179"/>
                      <a:pt x="578" y="180"/>
                      <a:pt x="582" y="181"/>
                    </a:cubicBezTo>
                    <a:cubicBezTo>
                      <a:pt x="580" y="182"/>
                      <a:pt x="578" y="182"/>
                      <a:pt x="577" y="182"/>
                    </a:cubicBezTo>
                    <a:cubicBezTo>
                      <a:pt x="538" y="184"/>
                      <a:pt x="507" y="207"/>
                      <a:pt x="475" y="226"/>
                    </a:cubicBezTo>
                    <a:cubicBezTo>
                      <a:pt x="443" y="244"/>
                      <a:pt x="431" y="271"/>
                      <a:pt x="430" y="305"/>
                    </a:cubicBezTo>
                    <a:cubicBezTo>
                      <a:pt x="430" y="317"/>
                      <a:pt x="426" y="326"/>
                      <a:pt x="415" y="334"/>
                    </a:cubicBezTo>
                    <a:cubicBezTo>
                      <a:pt x="398" y="348"/>
                      <a:pt x="382" y="363"/>
                      <a:pt x="366" y="379"/>
                    </a:cubicBezTo>
                    <a:cubicBezTo>
                      <a:pt x="340" y="404"/>
                      <a:pt x="328" y="437"/>
                      <a:pt x="319" y="472"/>
                    </a:cubicBezTo>
                    <a:cubicBezTo>
                      <a:pt x="312" y="501"/>
                      <a:pt x="310" y="530"/>
                      <a:pt x="309" y="560"/>
                    </a:cubicBezTo>
                    <a:cubicBezTo>
                      <a:pt x="309" y="633"/>
                      <a:pt x="307" y="707"/>
                      <a:pt x="306" y="781"/>
                    </a:cubicBezTo>
                    <a:cubicBezTo>
                      <a:pt x="305" y="806"/>
                      <a:pt x="305" y="832"/>
                      <a:pt x="304" y="857"/>
                    </a:cubicBezTo>
                    <a:cubicBezTo>
                      <a:pt x="300" y="904"/>
                      <a:pt x="287" y="949"/>
                      <a:pt x="272" y="993"/>
                    </a:cubicBezTo>
                    <a:cubicBezTo>
                      <a:pt x="262" y="1021"/>
                      <a:pt x="251" y="1048"/>
                      <a:pt x="240" y="1076"/>
                    </a:cubicBezTo>
                    <a:cubicBezTo>
                      <a:pt x="239" y="1078"/>
                      <a:pt x="238" y="1080"/>
                      <a:pt x="237" y="1083"/>
                    </a:cubicBezTo>
                    <a:cubicBezTo>
                      <a:pt x="152" y="1016"/>
                      <a:pt x="90" y="933"/>
                      <a:pt x="51" y="834"/>
                    </a:cubicBezTo>
                    <a:cubicBezTo>
                      <a:pt x="11" y="734"/>
                      <a:pt x="0" y="631"/>
                      <a:pt x="17" y="525"/>
                    </a:cubicBezTo>
                    <a:cubicBezTo>
                      <a:pt x="60" y="257"/>
                      <a:pt x="278" y="57"/>
                      <a:pt x="537" y="30"/>
                    </a:cubicBezTo>
                    <a:cubicBezTo>
                      <a:pt x="825" y="0"/>
                      <a:pt x="1072" y="177"/>
                      <a:pt x="1158" y="420"/>
                    </a:cubicBezTo>
                    <a:cubicBezTo>
                      <a:pt x="1246" y="668"/>
                      <a:pt x="1158" y="927"/>
                      <a:pt x="976" y="10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 name="Freeform 47">
                <a:extLst>
                  <a:ext uri="{FF2B5EF4-FFF2-40B4-BE49-F238E27FC236}">
                    <a16:creationId xmlns:a16="http://schemas.microsoft.com/office/drawing/2014/main" id="{3BC27A46-D97C-486B-A9E8-D226CD85F23D}"/>
                  </a:ext>
                </a:extLst>
              </p:cNvPr>
              <p:cNvSpPr>
                <a:spLocks/>
              </p:cNvSpPr>
              <p:nvPr/>
            </p:nvSpPr>
            <p:spPr bwMode="auto">
              <a:xfrm>
                <a:off x="5500688" y="2435225"/>
                <a:ext cx="674688" cy="428625"/>
              </a:xfrm>
              <a:custGeom>
                <a:avLst/>
                <a:gdLst>
                  <a:gd name="T0" fmla="*/ 263 w 267"/>
                  <a:gd name="T1" fmla="*/ 164 h 169"/>
                  <a:gd name="T2" fmla="*/ 0 w 267"/>
                  <a:gd name="T3" fmla="*/ 169 h 169"/>
                  <a:gd name="T4" fmla="*/ 0 w 267"/>
                  <a:gd name="T5" fmla="*/ 134 h 169"/>
                  <a:gd name="T6" fmla="*/ 1 w 267"/>
                  <a:gd name="T7" fmla="*/ 41 h 169"/>
                  <a:gd name="T8" fmla="*/ 8 w 267"/>
                  <a:gd name="T9" fmla="*/ 31 h 169"/>
                  <a:gd name="T10" fmla="*/ 184 w 267"/>
                  <a:gd name="T11" fmla="*/ 11 h 169"/>
                  <a:gd name="T12" fmla="*/ 267 w 267"/>
                  <a:gd name="T13" fmla="*/ 28 h 169"/>
                  <a:gd name="T14" fmla="*/ 263 w 267"/>
                  <a:gd name="T15" fmla="*/ 16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7" h="169">
                    <a:moveTo>
                      <a:pt x="263" y="164"/>
                    </a:moveTo>
                    <a:cubicBezTo>
                      <a:pt x="175" y="144"/>
                      <a:pt x="88" y="136"/>
                      <a:pt x="0" y="169"/>
                    </a:cubicBezTo>
                    <a:cubicBezTo>
                      <a:pt x="0" y="156"/>
                      <a:pt x="0" y="145"/>
                      <a:pt x="0" y="134"/>
                    </a:cubicBezTo>
                    <a:cubicBezTo>
                      <a:pt x="1" y="103"/>
                      <a:pt x="1" y="72"/>
                      <a:pt x="1" y="41"/>
                    </a:cubicBezTo>
                    <a:cubicBezTo>
                      <a:pt x="1" y="35"/>
                      <a:pt x="3" y="33"/>
                      <a:pt x="8" y="31"/>
                    </a:cubicBezTo>
                    <a:cubicBezTo>
                      <a:pt x="65" y="8"/>
                      <a:pt x="124" y="0"/>
                      <a:pt x="184" y="11"/>
                    </a:cubicBezTo>
                    <a:cubicBezTo>
                      <a:pt x="212" y="16"/>
                      <a:pt x="239" y="22"/>
                      <a:pt x="267" y="28"/>
                    </a:cubicBezTo>
                    <a:cubicBezTo>
                      <a:pt x="265" y="74"/>
                      <a:pt x="264" y="119"/>
                      <a:pt x="263"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 name="Freeform 48">
                <a:extLst>
                  <a:ext uri="{FF2B5EF4-FFF2-40B4-BE49-F238E27FC236}">
                    <a16:creationId xmlns:a16="http://schemas.microsoft.com/office/drawing/2014/main" id="{ABF9415B-8439-4757-A3E6-B26C7F65F40E}"/>
                  </a:ext>
                </a:extLst>
              </p:cNvPr>
              <p:cNvSpPr>
                <a:spLocks/>
              </p:cNvSpPr>
              <p:nvPr/>
            </p:nvSpPr>
            <p:spPr bwMode="auto">
              <a:xfrm>
                <a:off x="5540375" y="2898775"/>
                <a:ext cx="604838" cy="293688"/>
              </a:xfrm>
              <a:custGeom>
                <a:avLst/>
                <a:gdLst>
                  <a:gd name="T0" fmla="*/ 0 w 239"/>
                  <a:gd name="T1" fmla="*/ 35 h 116"/>
                  <a:gd name="T2" fmla="*/ 129 w 239"/>
                  <a:gd name="T3" fmla="*/ 5 h 116"/>
                  <a:gd name="T4" fmla="*/ 221 w 239"/>
                  <a:gd name="T5" fmla="*/ 17 h 116"/>
                  <a:gd name="T6" fmla="*/ 239 w 239"/>
                  <a:gd name="T7" fmla="*/ 22 h 116"/>
                  <a:gd name="T8" fmla="*/ 232 w 239"/>
                  <a:gd name="T9" fmla="*/ 35 h 116"/>
                  <a:gd name="T10" fmla="*/ 144 w 239"/>
                  <a:gd name="T11" fmla="*/ 107 h 116"/>
                  <a:gd name="T12" fmla="*/ 93 w 239"/>
                  <a:gd name="T13" fmla="*/ 107 h 116"/>
                  <a:gd name="T14" fmla="*/ 60 w 239"/>
                  <a:gd name="T15" fmla="*/ 87 h 116"/>
                  <a:gd name="T16" fmla="*/ 0 w 239"/>
                  <a:gd name="T17" fmla="*/ 3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9" h="116">
                    <a:moveTo>
                      <a:pt x="0" y="35"/>
                    </a:moveTo>
                    <a:cubicBezTo>
                      <a:pt x="42" y="11"/>
                      <a:pt x="83" y="0"/>
                      <a:pt x="129" y="5"/>
                    </a:cubicBezTo>
                    <a:cubicBezTo>
                      <a:pt x="159" y="9"/>
                      <a:pt x="190" y="13"/>
                      <a:pt x="221" y="17"/>
                    </a:cubicBezTo>
                    <a:cubicBezTo>
                      <a:pt x="227" y="18"/>
                      <a:pt x="232" y="20"/>
                      <a:pt x="239" y="22"/>
                    </a:cubicBezTo>
                    <a:cubicBezTo>
                      <a:pt x="236" y="27"/>
                      <a:pt x="234" y="32"/>
                      <a:pt x="232" y="35"/>
                    </a:cubicBezTo>
                    <a:cubicBezTo>
                      <a:pt x="207" y="65"/>
                      <a:pt x="178" y="89"/>
                      <a:pt x="144" y="107"/>
                    </a:cubicBezTo>
                    <a:cubicBezTo>
                      <a:pt x="127" y="116"/>
                      <a:pt x="109" y="115"/>
                      <a:pt x="93" y="107"/>
                    </a:cubicBezTo>
                    <a:cubicBezTo>
                      <a:pt x="81" y="101"/>
                      <a:pt x="70" y="95"/>
                      <a:pt x="60" y="87"/>
                    </a:cubicBezTo>
                    <a:cubicBezTo>
                      <a:pt x="40" y="71"/>
                      <a:pt x="21" y="53"/>
                      <a:pt x="0"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49">
                <a:extLst>
                  <a:ext uri="{FF2B5EF4-FFF2-40B4-BE49-F238E27FC236}">
                    <a16:creationId xmlns:a16="http://schemas.microsoft.com/office/drawing/2014/main" id="{08DD2BB5-BC61-4489-B781-CDDE4E32FC16}"/>
                  </a:ext>
                </a:extLst>
              </p:cNvPr>
              <p:cNvSpPr>
                <a:spLocks/>
              </p:cNvSpPr>
              <p:nvPr/>
            </p:nvSpPr>
            <p:spPr bwMode="auto">
              <a:xfrm>
                <a:off x="5513388" y="2133600"/>
                <a:ext cx="661988" cy="263525"/>
              </a:xfrm>
              <a:custGeom>
                <a:avLst/>
                <a:gdLst>
                  <a:gd name="T0" fmla="*/ 0 w 262"/>
                  <a:gd name="T1" fmla="*/ 103 h 104"/>
                  <a:gd name="T2" fmla="*/ 24 w 262"/>
                  <a:gd name="T3" fmla="*/ 55 h 104"/>
                  <a:gd name="T4" fmla="*/ 31 w 262"/>
                  <a:gd name="T5" fmla="*/ 50 h 104"/>
                  <a:gd name="T6" fmla="*/ 118 w 262"/>
                  <a:gd name="T7" fmla="*/ 3 h 104"/>
                  <a:gd name="T8" fmla="*/ 131 w 262"/>
                  <a:gd name="T9" fmla="*/ 3 h 104"/>
                  <a:gd name="T10" fmla="*/ 213 w 262"/>
                  <a:gd name="T11" fmla="*/ 39 h 104"/>
                  <a:gd name="T12" fmla="*/ 242 w 262"/>
                  <a:gd name="T13" fmla="*/ 56 h 104"/>
                  <a:gd name="T14" fmla="*/ 260 w 262"/>
                  <a:gd name="T15" fmla="*/ 96 h 104"/>
                  <a:gd name="T16" fmla="*/ 251 w 262"/>
                  <a:gd name="T17" fmla="*/ 102 h 104"/>
                  <a:gd name="T18" fmla="*/ 151 w 262"/>
                  <a:gd name="T19" fmla="*/ 76 h 104"/>
                  <a:gd name="T20" fmla="*/ 40 w 262"/>
                  <a:gd name="T21" fmla="*/ 88 h 104"/>
                  <a:gd name="T22" fmla="*/ 0 w 262"/>
                  <a:gd name="T23" fmla="*/ 103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2" h="104">
                    <a:moveTo>
                      <a:pt x="0" y="103"/>
                    </a:moveTo>
                    <a:cubicBezTo>
                      <a:pt x="3" y="84"/>
                      <a:pt x="11" y="68"/>
                      <a:pt x="24" y="55"/>
                    </a:cubicBezTo>
                    <a:cubicBezTo>
                      <a:pt x="26" y="53"/>
                      <a:pt x="29" y="51"/>
                      <a:pt x="31" y="50"/>
                    </a:cubicBezTo>
                    <a:cubicBezTo>
                      <a:pt x="63" y="40"/>
                      <a:pt x="90" y="21"/>
                      <a:pt x="118" y="3"/>
                    </a:cubicBezTo>
                    <a:cubicBezTo>
                      <a:pt x="122" y="1"/>
                      <a:pt x="126" y="0"/>
                      <a:pt x="131" y="3"/>
                    </a:cubicBezTo>
                    <a:cubicBezTo>
                      <a:pt x="158" y="15"/>
                      <a:pt x="186" y="27"/>
                      <a:pt x="213" y="39"/>
                    </a:cubicBezTo>
                    <a:cubicBezTo>
                      <a:pt x="223" y="44"/>
                      <a:pt x="233" y="50"/>
                      <a:pt x="242" y="56"/>
                    </a:cubicBezTo>
                    <a:cubicBezTo>
                      <a:pt x="255" y="66"/>
                      <a:pt x="262" y="79"/>
                      <a:pt x="260" y="96"/>
                    </a:cubicBezTo>
                    <a:cubicBezTo>
                      <a:pt x="260" y="102"/>
                      <a:pt x="258" y="104"/>
                      <a:pt x="251" y="102"/>
                    </a:cubicBezTo>
                    <a:cubicBezTo>
                      <a:pt x="218" y="93"/>
                      <a:pt x="185" y="84"/>
                      <a:pt x="151" y="76"/>
                    </a:cubicBezTo>
                    <a:cubicBezTo>
                      <a:pt x="113" y="68"/>
                      <a:pt x="76" y="74"/>
                      <a:pt x="40" y="88"/>
                    </a:cubicBezTo>
                    <a:cubicBezTo>
                      <a:pt x="27" y="93"/>
                      <a:pt x="14" y="98"/>
                      <a:pt x="0" y="10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50">
                <a:extLst>
                  <a:ext uri="{FF2B5EF4-FFF2-40B4-BE49-F238E27FC236}">
                    <a16:creationId xmlns:a16="http://schemas.microsoft.com/office/drawing/2014/main" id="{0B8C7C3E-990C-4145-82BC-D34893430CA3}"/>
                  </a:ext>
                </a:extLst>
              </p:cNvPr>
              <p:cNvSpPr>
                <a:spLocks/>
              </p:cNvSpPr>
              <p:nvPr/>
            </p:nvSpPr>
            <p:spPr bwMode="auto">
              <a:xfrm>
                <a:off x="5165725" y="2574925"/>
                <a:ext cx="223838" cy="455613"/>
              </a:xfrm>
              <a:custGeom>
                <a:avLst/>
                <a:gdLst>
                  <a:gd name="T0" fmla="*/ 15 w 88"/>
                  <a:gd name="T1" fmla="*/ 180 h 180"/>
                  <a:gd name="T2" fmla="*/ 83 w 88"/>
                  <a:gd name="T3" fmla="*/ 0 h 180"/>
                  <a:gd name="T4" fmla="*/ 84 w 88"/>
                  <a:gd name="T5" fmla="*/ 7 h 180"/>
                  <a:gd name="T6" fmla="*/ 87 w 88"/>
                  <a:gd name="T7" fmla="*/ 120 h 180"/>
                  <a:gd name="T8" fmla="*/ 80 w 88"/>
                  <a:gd name="T9" fmla="*/ 131 h 180"/>
                  <a:gd name="T10" fmla="*/ 63 w 88"/>
                  <a:gd name="T11" fmla="*/ 139 h 180"/>
                  <a:gd name="T12" fmla="*/ 15 w 88"/>
                  <a:gd name="T13" fmla="*/ 180 h 180"/>
                </a:gdLst>
                <a:ahLst/>
                <a:cxnLst>
                  <a:cxn ang="0">
                    <a:pos x="T0" y="T1"/>
                  </a:cxn>
                  <a:cxn ang="0">
                    <a:pos x="T2" y="T3"/>
                  </a:cxn>
                  <a:cxn ang="0">
                    <a:pos x="T4" y="T5"/>
                  </a:cxn>
                  <a:cxn ang="0">
                    <a:pos x="T6" y="T7"/>
                  </a:cxn>
                  <a:cxn ang="0">
                    <a:pos x="T8" y="T9"/>
                  </a:cxn>
                  <a:cxn ang="0">
                    <a:pos x="T10" y="T11"/>
                  </a:cxn>
                  <a:cxn ang="0">
                    <a:pos x="T12" y="T13"/>
                  </a:cxn>
                </a:cxnLst>
                <a:rect l="0" t="0" r="r" b="b"/>
                <a:pathLst>
                  <a:path w="88" h="180">
                    <a:moveTo>
                      <a:pt x="15" y="180"/>
                    </a:moveTo>
                    <a:cubicBezTo>
                      <a:pt x="0" y="106"/>
                      <a:pt x="31" y="34"/>
                      <a:pt x="83" y="0"/>
                    </a:cubicBezTo>
                    <a:cubicBezTo>
                      <a:pt x="84" y="2"/>
                      <a:pt x="84" y="4"/>
                      <a:pt x="84" y="7"/>
                    </a:cubicBezTo>
                    <a:cubicBezTo>
                      <a:pt x="85" y="44"/>
                      <a:pt x="86" y="82"/>
                      <a:pt x="87" y="120"/>
                    </a:cubicBezTo>
                    <a:cubicBezTo>
                      <a:pt x="88" y="126"/>
                      <a:pt x="85" y="129"/>
                      <a:pt x="80" y="131"/>
                    </a:cubicBezTo>
                    <a:cubicBezTo>
                      <a:pt x="74" y="133"/>
                      <a:pt x="68" y="136"/>
                      <a:pt x="63" y="139"/>
                    </a:cubicBezTo>
                    <a:cubicBezTo>
                      <a:pt x="43" y="148"/>
                      <a:pt x="26" y="160"/>
                      <a:pt x="15"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 name="Freeform 51">
                <a:extLst>
                  <a:ext uri="{FF2B5EF4-FFF2-40B4-BE49-F238E27FC236}">
                    <a16:creationId xmlns:a16="http://schemas.microsoft.com/office/drawing/2014/main" id="{9C13ECA3-1723-4BD8-9B46-22A58C0D17D5}"/>
                  </a:ext>
                </a:extLst>
              </p:cNvPr>
              <p:cNvSpPr>
                <a:spLocks/>
              </p:cNvSpPr>
              <p:nvPr/>
            </p:nvSpPr>
            <p:spPr bwMode="auto">
              <a:xfrm>
                <a:off x="6294438" y="2574925"/>
                <a:ext cx="209550" cy="439738"/>
              </a:xfrm>
              <a:custGeom>
                <a:avLst/>
                <a:gdLst>
                  <a:gd name="T0" fmla="*/ 76 w 83"/>
                  <a:gd name="T1" fmla="*/ 174 h 174"/>
                  <a:gd name="T2" fmla="*/ 4 w 83"/>
                  <a:gd name="T3" fmla="*/ 131 h 174"/>
                  <a:gd name="T4" fmla="*/ 0 w 83"/>
                  <a:gd name="T5" fmla="*/ 123 h 174"/>
                  <a:gd name="T6" fmla="*/ 4 w 83"/>
                  <a:gd name="T7" fmla="*/ 27 h 174"/>
                  <a:gd name="T8" fmla="*/ 6 w 83"/>
                  <a:gd name="T9" fmla="*/ 0 h 174"/>
                  <a:gd name="T10" fmla="*/ 76 w 83"/>
                  <a:gd name="T11" fmla="*/ 174 h 174"/>
                </a:gdLst>
                <a:ahLst/>
                <a:cxnLst>
                  <a:cxn ang="0">
                    <a:pos x="T0" y="T1"/>
                  </a:cxn>
                  <a:cxn ang="0">
                    <a:pos x="T2" y="T3"/>
                  </a:cxn>
                  <a:cxn ang="0">
                    <a:pos x="T4" y="T5"/>
                  </a:cxn>
                  <a:cxn ang="0">
                    <a:pos x="T6" y="T7"/>
                  </a:cxn>
                  <a:cxn ang="0">
                    <a:pos x="T8" y="T9"/>
                  </a:cxn>
                  <a:cxn ang="0">
                    <a:pos x="T10" y="T11"/>
                  </a:cxn>
                </a:cxnLst>
                <a:rect l="0" t="0" r="r" b="b"/>
                <a:pathLst>
                  <a:path w="83" h="174">
                    <a:moveTo>
                      <a:pt x="76" y="174"/>
                    </a:moveTo>
                    <a:cubicBezTo>
                      <a:pt x="52" y="159"/>
                      <a:pt x="28" y="146"/>
                      <a:pt x="4" y="131"/>
                    </a:cubicBezTo>
                    <a:cubicBezTo>
                      <a:pt x="2" y="130"/>
                      <a:pt x="0" y="126"/>
                      <a:pt x="0" y="123"/>
                    </a:cubicBezTo>
                    <a:cubicBezTo>
                      <a:pt x="1" y="91"/>
                      <a:pt x="3" y="59"/>
                      <a:pt x="4" y="27"/>
                    </a:cubicBezTo>
                    <a:cubicBezTo>
                      <a:pt x="5" y="18"/>
                      <a:pt x="5" y="9"/>
                      <a:pt x="6" y="0"/>
                    </a:cubicBezTo>
                    <a:cubicBezTo>
                      <a:pt x="45" y="13"/>
                      <a:pt x="83" y="109"/>
                      <a:pt x="76" y="1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52">
                <a:extLst>
                  <a:ext uri="{FF2B5EF4-FFF2-40B4-BE49-F238E27FC236}">
                    <a16:creationId xmlns:a16="http://schemas.microsoft.com/office/drawing/2014/main" id="{DF887B1A-5588-43F1-8360-42F89DD72A65}"/>
                  </a:ext>
                </a:extLst>
              </p:cNvPr>
              <p:cNvSpPr>
                <a:spLocks/>
              </p:cNvSpPr>
              <p:nvPr/>
            </p:nvSpPr>
            <p:spPr bwMode="auto">
              <a:xfrm>
                <a:off x="5902325" y="3968750"/>
                <a:ext cx="82550" cy="236538"/>
              </a:xfrm>
              <a:custGeom>
                <a:avLst/>
                <a:gdLst>
                  <a:gd name="T0" fmla="*/ 0 w 33"/>
                  <a:gd name="T1" fmla="*/ 93 h 93"/>
                  <a:gd name="T2" fmla="*/ 0 w 33"/>
                  <a:gd name="T3" fmla="*/ 18 h 93"/>
                  <a:gd name="T4" fmla="*/ 4 w 33"/>
                  <a:gd name="T5" fmla="*/ 11 h 93"/>
                  <a:gd name="T6" fmla="*/ 25 w 33"/>
                  <a:gd name="T7" fmla="*/ 0 h 93"/>
                  <a:gd name="T8" fmla="*/ 0 w 33"/>
                  <a:gd name="T9" fmla="*/ 93 h 93"/>
                </a:gdLst>
                <a:ahLst/>
                <a:cxnLst>
                  <a:cxn ang="0">
                    <a:pos x="T0" y="T1"/>
                  </a:cxn>
                  <a:cxn ang="0">
                    <a:pos x="T2" y="T3"/>
                  </a:cxn>
                  <a:cxn ang="0">
                    <a:pos x="T4" y="T5"/>
                  </a:cxn>
                  <a:cxn ang="0">
                    <a:pos x="T6" y="T7"/>
                  </a:cxn>
                  <a:cxn ang="0">
                    <a:pos x="T8" y="T9"/>
                  </a:cxn>
                </a:cxnLst>
                <a:rect l="0" t="0" r="r" b="b"/>
                <a:pathLst>
                  <a:path w="33" h="93">
                    <a:moveTo>
                      <a:pt x="0" y="93"/>
                    </a:moveTo>
                    <a:cubicBezTo>
                      <a:pt x="0" y="67"/>
                      <a:pt x="0" y="42"/>
                      <a:pt x="0" y="18"/>
                    </a:cubicBezTo>
                    <a:cubicBezTo>
                      <a:pt x="0" y="16"/>
                      <a:pt x="2" y="13"/>
                      <a:pt x="4" y="11"/>
                    </a:cubicBezTo>
                    <a:cubicBezTo>
                      <a:pt x="11" y="8"/>
                      <a:pt x="17" y="4"/>
                      <a:pt x="25" y="0"/>
                    </a:cubicBezTo>
                    <a:cubicBezTo>
                      <a:pt x="23" y="33"/>
                      <a:pt x="33" y="67"/>
                      <a:pt x="0"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 name="Freeform 53">
                <a:extLst>
                  <a:ext uri="{FF2B5EF4-FFF2-40B4-BE49-F238E27FC236}">
                    <a16:creationId xmlns:a16="http://schemas.microsoft.com/office/drawing/2014/main" id="{6F31F799-404F-4F80-A0BA-A8DCBD584FEF}"/>
                  </a:ext>
                </a:extLst>
              </p:cNvPr>
              <p:cNvSpPr>
                <a:spLocks/>
              </p:cNvSpPr>
              <p:nvPr/>
            </p:nvSpPr>
            <p:spPr bwMode="auto">
              <a:xfrm>
                <a:off x="5765800" y="3756025"/>
                <a:ext cx="58738" cy="157163"/>
              </a:xfrm>
              <a:custGeom>
                <a:avLst/>
                <a:gdLst>
                  <a:gd name="T0" fmla="*/ 23 w 23"/>
                  <a:gd name="T1" fmla="*/ 62 h 62"/>
                  <a:gd name="T2" fmla="*/ 3 w 23"/>
                  <a:gd name="T3" fmla="*/ 41 h 62"/>
                  <a:gd name="T4" fmla="*/ 0 w 23"/>
                  <a:gd name="T5" fmla="*/ 14 h 62"/>
                  <a:gd name="T6" fmla="*/ 13 w 23"/>
                  <a:gd name="T7" fmla="*/ 0 h 62"/>
                  <a:gd name="T8" fmla="*/ 23 w 23"/>
                  <a:gd name="T9" fmla="*/ 1 h 62"/>
                  <a:gd name="T10" fmla="*/ 23 w 23"/>
                  <a:gd name="T11" fmla="*/ 62 h 62"/>
                </a:gdLst>
                <a:ahLst/>
                <a:cxnLst>
                  <a:cxn ang="0">
                    <a:pos x="T0" y="T1"/>
                  </a:cxn>
                  <a:cxn ang="0">
                    <a:pos x="T2" y="T3"/>
                  </a:cxn>
                  <a:cxn ang="0">
                    <a:pos x="T4" y="T5"/>
                  </a:cxn>
                  <a:cxn ang="0">
                    <a:pos x="T6" y="T7"/>
                  </a:cxn>
                  <a:cxn ang="0">
                    <a:pos x="T8" y="T9"/>
                  </a:cxn>
                  <a:cxn ang="0">
                    <a:pos x="T10" y="T11"/>
                  </a:cxn>
                </a:cxnLst>
                <a:rect l="0" t="0" r="r" b="b"/>
                <a:pathLst>
                  <a:path w="23" h="62">
                    <a:moveTo>
                      <a:pt x="23" y="62"/>
                    </a:moveTo>
                    <a:cubicBezTo>
                      <a:pt x="12" y="61"/>
                      <a:pt x="4" y="53"/>
                      <a:pt x="3" y="41"/>
                    </a:cubicBezTo>
                    <a:cubicBezTo>
                      <a:pt x="1" y="32"/>
                      <a:pt x="1" y="23"/>
                      <a:pt x="0" y="14"/>
                    </a:cubicBezTo>
                    <a:cubicBezTo>
                      <a:pt x="0" y="3"/>
                      <a:pt x="2" y="1"/>
                      <a:pt x="13" y="0"/>
                    </a:cubicBezTo>
                    <a:cubicBezTo>
                      <a:pt x="16" y="0"/>
                      <a:pt x="19" y="1"/>
                      <a:pt x="23" y="1"/>
                    </a:cubicBezTo>
                    <a:cubicBezTo>
                      <a:pt x="23" y="22"/>
                      <a:pt x="23" y="42"/>
                      <a:pt x="23"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54">
                <a:extLst>
                  <a:ext uri="{FF2B5EF4-FFF2-40B4-BE49-F238E27FC236}">
                    <a16:creationId xmlns:a16="http://schemas.microsoft.com/office/drawing/2014/main" id="{0E351B5A-1C5C-4CA1-8499-BCF7D536A3B3}"/>
                  </a:ext>
                </a:extLst>
              </p:cNvPr>
              <p:cNvSpPr>
                <a:spLocks/>
              </p:cNvSpPr>
              <p:nvPr/>
            </p:nvSpPr>
            <p:spPr bwMode="auto">
              <a:xfrm>
                <a:off x="5867400" y="3529013"/>
                <a:ext cx="107950" cy="68263"/>
              </a:xfrm>
              <a:custGeom>
                <a:avLst/>
                <a:gdLst>
                  <a:gd name="T0" fmla="*/ 19 w 43"/>
                  <a:gd name="T1" fmla="*/ 26 h 27"/>
                  <a:gd name="T2" fmla="*/ 16 w 43"/>
                  <a:gd name="T3" fmla="*/ 26 h 27"/>
                  <a:gd name="T4" fmla="*/ 0 w 43"/>
                  <a:gd name="T5" fmla="*/ 22 h 27"/>
                  <a:gd name="T6" fmla="*/ 7 w 43"/>
                  <a:gd name="T7" fmla="*/ 4 h 27"/>
                  <a:gd name="T8" fmla="*/ 9 w 43"/>
                  <a:gd name="T9" fmla="*/ 2 h 27"/>
                  <a:gd name="T10" fmla="*/ 39 w 43"/>
                  <a:gd name="T11" fmla="*/ 14 h 27"/>
                  <a:gd name="T12" fmla="*/ 33 w 43"/>
                  <a:gd name="T13" fmla="*/ 26 h 27"/>
                  <a:gd name="T14" fmla="*/ 19 w 43"/>
                  <a:gd name="T15" fmla="*/ 27 h 27"/>
                  <a:gd name="T16" fmla="*/ 19 w 43"/>
                  <a:gd name="T17" fmla="*/ 26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3" h="27">
                    <a:moveTo>
                      <a:pt x="19" y="26"/>
                    </a:moveTo>
                    <a:cubicBezTo>
                      <a:pt x="18" y="26"/>
                      <a:pt x="17" y="27"/>
                      <a:pt x="16" y="26"/>
                    </a:cubicBezTo>
                    <a:cubicBezTo>
                      <a:pt x="10" y="25"/>
                      <a:pt x="5" y="23"/>
                      <a:pt x="0" y="22"/>
                    </a:cubicBezTo>
                    <a:cubicBezTo>
                      <a:pt x="3" y="16"/>
                      <a:pt x="5" y="10"/>
                      <a:pt x="7" y="4"/>
                    </a:cubicBezTo>
                    <a:cubicBezTo>
                      <a:pt x="8" y="3"/>
                      <a:pt x="9" y="2"/>
                      <a:pt x="9" y="2"/>
                    </a:cubicBezTo>
                    <a:cubicBezTo>
                      <a:pt x="15" y="0"/>
                      <a:pt x="37" y="8"/>
                      <a:pt x="39" y="14"/>
                    </a:cubicBezTo>
                    <a:cubicBezTo>
                      <a:pt x="43" y="21"/>
                      <a:pt x="41" y="24"/>
                      <a:pt x="33" y="26"/>
                    </a:cubicBezTo>
                    <a:cubicBezTo>
                      <a:pt x="29" y="26"/>
                      <a:pt x="24" y="26"/>
                      <a:pt x="19" y="27"/>
                    </a:cubicBezTo>
                    <a:cubicBezTo>
                      <a:pt x="19" y="27"/>
                      <a:pt x="19" y="26"/>
                      <a:pt x="19"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55">
                <a:extLst>
                  <a:ext uri="{FF2B5EF4-FFF2-40B4-BE49-F238E27FC236}">
                    <a16:creationId xmlns:a16="http://schemas.microsoft.com/office/drawing/2014/main" id="{D97D3AE0-FE61-4365-9484-60E31FA64A48}"/>
                  </a:ext>
                </a:extLst>
              </p:cNvPr>
              <p:cNvSpPr>
                <a:spLocks noEditPoints="1"/>
              </p:cNvSpPr>
              <p:nvPr/>
            </p:nvSpPr>
            <p:spPr bwMode="auto">
              <a:xfrm>
                <a:off x="5922963" y="4691063"/>
                <a:ext cx="87313" cy="150813"/>
              </a:xfrm>
              <a:custGeom>
                <a:avLst/>
                <a:gdLst>
                  <a:gd name="T0" fmla="*/ 35 w 35"/>
                  <a:gd name="T1" fmla="*/ 32 h 60"/>
                  <a:gd name="T2" fmla="*/ 32 w 35"/>
                  <a:gd name="T3" fmla="*/ 48 h 60"/>
                  <a:gd name="T4" fmla="*/ 18 w 35"/>
                  <a:gd name="T5" fmla="*/ 58 h 60"/>
                  <a:gd name="T6" fmla="*/ 4 w 35"/>
                  <a:gd name="T7" fmla="*/ 49 h 60"/>
                  <a:gd name="T8" fmla="*/ 1 w 35"/>
                  <a:gd name="T9" fmla="*/ 12 h 60"/>
                  <a:gd name="T10" fmla="*/ 16 w 35"/>
                  <a:gd name="T11" fmla="*/ 1 h 60"/>
                  <a:gd name="T12" fmla="*/ 31 w 35"/>
                  <a:gd name="T13" fmla="*/ 11 h 60"/>
                  <a:gd name="T14" fmla="*/ 35 w 35"/>
                  <a:gd name="T15" fmla="*/ 32 h 60"/>
                  <a:gd name="T16" fmla="*/ 29 w 35"/>
                  <a:gd name="T17" fmla="*/ 34 h 60"/>
                  <a:gd name="T18" fmla="*/ 24 w 35"/>
                  <a:gd name="T19" fmla="*/ 11 h 60"/>
                  <a:gd name="T20" fmla="*/ 14 w 35"/>
                  <a:gd name="T21" fmla="*/ 3 h 60"/>
                  <a:gd name="T22" fmla="*/ 5 w 35"/>
                  <a:gd name="T23" fmla="*/ 14 h 60"/>
                  <a:gd name="T24" fmla="*/ 7 w 35"/>
                  <a:gd name="T25" fmla="*/ 39 h 60"/>
                  <a:gd name="T26" fmla="*/ 19 w 35"/>
                  <a:gd name="T27" fmla="*/ 56 h 60"/>
                  <a:gd name="T28" fmla="*/ 29 w 35"/>
                  <a:gd name="T29"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60">
                    <a:moveTo>
                      <a:pt x="35" y="32"/>
                    </a:moveTo>
                    <a:cubicBezTo>
                      <a:pt x="34" y="38"/>
                      <a:pt x="34" y="44"/>
                      <a:pt x="32" y="48"/>
                    </a:cubicBezTo>
                    <a:cubicBezTo>
                      <a:pt x="29" y="52"/>
                      <a:pt x="23" y="56"/>
                      <a:pt x="18" y="58"/>
                    </a:cubicBezTo>
                    <a:cubicBezTo>
                      <a:pt x="12" y="60"/>
                      <a:pt x="5" y="56"/>
                      <a:pt x="4" y="49"/>
                    </a:cubicBezTo>
                    <a:cubicBezTo>
                      <a:pt x="1" y="37"/>
                      <a:pt x="0" y="24"/>
                      <a:pt x="1" y="12"/>
                    </a:cubicBezTo>
                    <a:cubicBezTo>
                      <a:pt x="2" y="5"/>
                      <a:pt x="8" y="1"/>
                      <a:pt x="16" y="1"/>
                    </a:cubicBezTo>
                    <a:cubicBezTo>
                      <a:pt x="24" y="0"/>
                      <a:pt x="29" y="4"/>
                      <a:pt x="31" y="11"/>
                    </a:cubicBezTo>
                    <a:cubicBezTo>
                      <a:pt x="33" y="18"/>
                      <a:pt x="34" y="25"/>
                      <a:pt x="35" y="32"/>
                    </a:cubicBezTo>
                    <a:close/>
                    <a:moveTo>
                      <a:pt x="29" y="34"/>
                    </a:moveTo>
                    <a:cubicBezTo>
                      <a:pt x="28" y="28"/>
                      <a:pt x="27" y="19"/>
                      <a:pt x="24" y="11"/>
                    </a:cubicBezTo>
                    <a:cubicBezTo>
                      <a:pt x="23" y="7"/>
                      <a:pt x="17" y="3"/>
                      <a:pt x="14" y="3"/>
                    </a:cubicBezTo>
                    <a:cubicBezTo>
                      <a:pt x="10" y="4"/>
                      <a:pt x="6" y="10"/>
                      <a:pt x="5" y="14"/>
                    </a:cubicBezTo>
                    <a:cubicBezTo>
                      <a:pt x="4" y="22"/>
                      <a:pt x="5" y="31"/>
                      <a:pt x="7" y="39"/>
                    </a:cubicBezTo>
                    <a:cubicBezTo>
                      <a:pt x="8" y="51"/>
                      <a:pt x="13" y="57"/>
                      <a:pt x="19" y="56"/>
                    </a:cubicBezTo>
                    <a:cubicBezTo>
                      <a:pt x="30" y="54"/>
                      <a:pt x="28" y="45"/>
                      <a:pt x="29"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56">
                <a:extLst>
                  <a:ext uri="{FF2B5EF4-FFF2-40B4-BE49-F238E27FC236}">
                    <a16:creationId xmlns:a16="http://schemas.microsoft.com/office/drawing/2014/main" id="{FEC6A65D-8BC7-4F69-A1A9-EFE5506CFEA5}"/>
                  </a:ext>
                </a:extLst>
              </p:cNvPr>
              <p:cNvSpPr>
                <a:spLocks noEditPoints="1"/>
              </p:cNvSpPr>
              <p:nvPr/>
            </p:nvSpPr>
            <p:spPr bwMode="auto">
              <a:xfrm>
                <a:off x="5659438" y="4687888"/>
                <a:ext cx="107950" cy="144463"/>
              </a:xfrm>
              <a:custGeom>
                <a:avLst/>
                <a:gdLst>
                  <a:gd name="T0" fmla="*/ 6 w 43"/>
                  <a:gd name="T1" fmla="*/ 57 h 57"/>
                  <a:gd name="T2" fmla="*/ 28 w 43"/>
                  <a:gd name="T3" fmla="*/ 32 h 57"/>
                  <a:gd name="T4" fmla="*/ 10 w 43"/>
                  <a:gd name="T5" fmla="*/ 34 h 57"/>
                  <a:gd name="T6" fmla="*/ 1 w 43"/>
                  <a:gd name="T7" fmla="*/ 15 h 57"/>
                  <a:gd name="T8" fmla="*/ 17 w 43"/>
                  <a:gd name="T9" fmla="*/ 0 h 57"/>
                  <a:gd name="T10" fmla="*/ 35 w 43"/>
                  <a:gd name="T11" fmla="*/ 11 h 57"/>
                  <a:gd name="T12" fmla="*/ 6 w 43"/>
                  <a:gd name="T13" fmla="*/ 57 h 57"/>
                  <a:gd name="T14" fmla="*/ 30 w 43"/>
                  <a:gd name="T15" fmla="*/ 18 h 57"/>
                  <a:gd name="T16" fmla="*/ 18 w 43"/>
                  <a:gd name="T17" fmla="*/ 3 h 57"/>
                  <a:gd name="T18" fmla="*/ 7 w 43"/>
                  <a:gd name="T19" fmla="*/ 17 h 57"/>
                  <a:gd name="T20" fmla="*/ 19 w 43"/>
                  <a:gd name="T21" fmla="*/ 32 h 57"/>
                  <a:gd name="T22" fmla="*/ 30 w 43"/>
                  <a:gd name="T23" fmla="*/ 18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3" h="57">
                    <a:moveTo>
                      <a:pt x="6" y="57"/>
                    </a:moveTo>
                    <a:cubicBezTo>
                      <a:pt x="18" y="52"/>
                      <a:pt x="27" y="45"/>
                      <a:pt x="28" y="32"/>
                    </a:cubicBezTo>
                    <a:cubicBezTo>
                      <a:pt x="22" y="33"/>
                      <a:pt x="15" y="35"/>
                      <a:pt x="10" y="34"/>
                    </a:cubicBezTo>
                    <a:cubicBezTo>
                      <a:pt x="0" y="31"/>
                      <a:pt x="0" y="23"/>
                      <a:pt x="1" y="15"/>
                    </a:cubicBezTo>
                    <a:cubicBezTo>
                      <a:pt x="2" y="7"/>
                      <a:pt x="9" y="1"/>
                      <a:pt x="17" y="0"/>
                    </a:cubicBezTo>
                    <a:cubicBezTo>
                      <a:pt x="26" y="0"/>
                      <a:pt x="32" y="3"/>
                      <a:pt x="35" y="11"/>
                    </a:cubicBezTo>
                    <a:cubicBezTo>
                      <a:pt x="43" y="31"/>
                      <a:pt x="28" y="55"/>
                      <a:pt x="6" y="57"/>
                    </a:cubicBezTo>
                    <a:close/>
                    <a:moveTo>
                      <a:pt x="30" y="18"/>
                    </a:moveTo>
                    <a:cubicBezTo>
                      <a:pt x="30" y="9"/>
                      <a:pt x="25" y="3"/>
                      <a:pt x="18" y="3"/>
                    </a:cubicBezTo>
                    <a:cubicBezTo>
                      <a:pt x="12" y="2"/>
                      <a:pt x="7" y="8"/>
                      <a:pt x="7" y="17"/>
                    </a:cubicBezTo>
                    <a:cubicBezTo>
                      <a:pt x="7" y="25"/>
                      <a:pt x="12" y="32"/>
                      <a:pt x="19" y="32"/>
                    </a:cubicBezTo>
                    <a:cubicBezTo>
                      <a:pt x="25" y="32"/>
                      <a:pt x="30" y="26"/>
                      <a:pt x="3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57">
                <a:extLst>
                  <a:ext uri="{FF2B5EF4-FFF2-40B4-BE49-F238E27FC236}">
                    <a16:creationId xmlns:a16="http://schemas.microsoft.com/office/drawing/2014/main" id="{B91208B4-4D5F-4AA3-8695-9AB5108234BC}"/>
                  </a:ext>
                </a:extLst>
              </p:cNvPr>
              <p:cNvSpPr>
                <a:spLocks/>
              </p:cNvSpPr>
              <p:nvPr/>
            </p:nvSpPr>
            <p:spPr bwMode="auto">
              <a:xfrm>
                <a:off x="6127750" y="4652963"/>
                <a:ext cx="107950" cy="150813"/>
              </a:xfrm>
              <a:custGeom>
                <a:avLst/>
                <a:gdLst>
                  <a:gd name="T0" fmla="*/ 31 w 43"/>
                  <a:gd name="T1" fmla="*/ 57 h 60"/>
                  <a:gd name="T2" fmla="*/ 13 w 43"/>
                  <a:gd name="T3" fmla="*/ 53 h 60"/>
                  <a:gd name="T4" fmla="*/ 26 w 43"/>
                  <a:gd name="T5" fmla="*/ 0 h 60"/>
                  <a:gd name="T6" fmla="*/ 14 w 43"/>
                  <a:gd name="T7" fmla="*/ 32 h 60"/>
                  <a:gd name="T8" fmla="*/ 35 w 43"/>
                  <a:gd name="T9" fmla="*/ 26 h 60"/>
                  <a:gd name="T10" fmla="*/ 42 w 43"/>
                  <a:gd name="T11" fmla="*/ 42 h 60"/>
                  <a:gd name="T12" fmla="*/ 31 w 43"/>
                  <a:gd name="T13" fmla="*/ 58 h 60"/>
                  <a:gd name="T14" fmla="*/ 33 w 43"/>
                  <a:gd name="T15" fmla="*/ 33 h 60"/>
                  <a:gd name="T16" fmla="*/ 22 w 43"/>
                  <a:gd name="T17" fmla="*/ 30 h 60"/>
                  <a:gd name="T18" fmla="*/ 15 w 43"/>
                  <a:gd name="T19" fmla="*/ 41 h 60"/>
                  <a:gd name="T20" fmla="*/ 31 w 43"/>
                  <a:gd name="T21" fmla="*/ 57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60">
                    <a:moveTo>
                      <a:pt x="31" y="57"/>
                    </a:moveTo>
                    <a:cubicBezTo>
                      <a:pt x="24" y="60"/>
                      <a:pt x="18" y="59"/>
                      <a:pt x="13" y="53"/>
                    </a:cubicBezTo>
                    <a:cubicBezTo>
                      <a:pt x="0" y="37"/>
                      <a:pt x="6" y="8"/>
                      <a:pt x="26" y="0"/>
                    </a:cubicBezTo>
                    <a:cubicBezTo>
                      <a:pt x="13" y="14"/>
                      <a:pt x="11" y="20"/>
                      <a:pt x="14" y="32"/>
                    </a:cubicBezTo>
                    <a:cubicBezTo>
                      <a:pt x="20" y="26"/>
                      <a:pt x="27" y="19"/>
                      <a:pt x="35" y="26"/>
                    </a:cubicBezTo>
                    <a:cubicBezTo>
                      <a:pt x="39" y="29"/>
                      <a:pt x="42" y="36"/>
                      <a:pt x="42" y="42"/>
                    </a:cubicBezTo>
                    <a:cubicBezTo>
                      <a:pt x="43" y="49"/>
                      <a:pt x="39" y="55"/>
                      <a:pt x="31" y="58"/>
                    </a:cubicBezTo>
                    <a:cubicBezTo>
                      <a:pt x="39" y="49"/>
                      <a:pt x="40" y="39"/>
                      <a:pt x="33" y="33"/>
                    </a:cubicBezTo>
                    <a:cubicBezTo>
                      <a:pt x="30" y="30"/>
                      <a:pt x="24" y="29"/>
                      <a:pt x="22" y="30"/>
                    </a:cubicBezTo>
                    <a:cubicBezTo>
                      <a:pt x="18" y="32"/>
                      <a:pt x="15" y="37"/>
                      <a:pt x="15" y="41"/>
                    </a:cubicBezTo>
                    <a:cubicBezTo>
                      <a:pt x="15" y="50"/>
                      <a:pt x="21" y="55"/>
                      <a:pt x="31"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58">
                <a:extLst>
                  <a:ext uri="{FF2B5EF4-FFF2-40B4-BE49-F238E27FC236}">
                    <a16:creationId xmlns:a16="http://schemas.microsoft.com/office/drawing/2014/main" id="{FEDC90AA-B488-4290-B3EC-C41FC304E845}"/>
                  </a:ext>
                </a:extLst>
              </p:cNvPr>
              <p:cNvSpPr>
                <a:spLocks/>
              </p:cNvSpPr>
              <p:nvPr/>
            </p:nvSpPr>
            <p:spPr bwMode="auto">
              <a:xfrm>
                <a:off x="5429250" y="4665663"/>
                <a:ext cx="76200" cy="141288"/>
              </a:xfrm>
              <a:custGeom>
                <a:avLst/>
                <a:gdLst>
                  <a:gd name="T0" fmla="*/ 25 w 30"/>
                  <a:gd name="T1" fmla="*/ 56 h 56"/>
                  <a:gd name="T2" fmla="*/ 0 w 30"/>
                  <a:gd name="T3" fmla="*/ 50 h 56"/>
                  <a:gd name="T4" fmla="*/ 13 w 30"/>
                  <a:gd name="T5" fmla="*/ 40 h 56"/>
                  <a:gd name="T6" fmla="*/ 22 w 30"/>
                  <a:gd name="T7" fmla="*/ 4 h 56"/>
                  <a:gd name="T8" fmla="*/ 7 w 30"/>
                  <a:gd name="T9" fmla="*/ 5 h 56"/>
                  <a:gd name="T10" fmla="*/ 7 w 30"/>
                  <a:gd name="T11" fmla="*/ 3 h 56"/>
                  <a:gd name="T12" fmla="*/ 30 w 30"/>
                  <a:gd name="T13" fmla="*/ 0 h 56"/>
                  <a:gd name="T14" fmla="*/ 19 w 30"/>
                  <a:gd name="T15" fmla="*/ 40 h 56"/>
                  <a:gd name="T16" fmla="*/ 25 w 30"/>
                  <a:gd name="T17" fmla="*/ 5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 h="56">
                    <a:moveTo>
                      <a:pt x="25" y="56"/>
                    </a:moveTo>
                    <a:cubicBezTo>
                      <a:pt x="17" y="54"/>
                      <a:pt x="8" y="52"/>
                      <a:pt x="0" y="50"/>
                    </a:cubicBezTo>
                    <a:cubicBezTo>
                      <a:pt x="10" y="50"/>
                      <a:pt x="10" y="50"/>
                      <a:pt x="13" y="40"/>
                    </a:cubicBezTo>
                    <a:cubicBezTo>
                      <a:pt x="16" y="28"/>
                      <a:pt x="19" y="17"/>
                      <a:pt x="22" y="4"/>
                    </a:cubicBezTo>
                    <a:cubicBezTo>
                      <a:pt x="16" y="4"/>
                      <a:pt x="11" y="5"/>
                      <a:pt x="7" y="5"/>
                    </a:cubicBezTo>
                    <a:cubicBezTo>
                      <a:pt x="7" y="5"/>
                      <a:pt x="7" y="4"/>
                      <a:pt x="7" y="3"/>
                    </a:cubicBezTo>
                    <a:cubicBezTo>
                      <a:pt x="14" y="2"/>
                      <a:pt x="21" y="1"/>
                      <a:pt x="30" y="0"/>
                    </a:cubicBezTo>
                    <a:cubicBezTo>
                      <a:pt x="26" y="14"/>
                      <a:pt x="23" y="27"/>
                      <a:pt x="19" y="40"/>
                    </a:cubicBezTo>
                    <a:cubicBezTo>
                      <a:pt x="17" y="46"/>
                      <a:pt x="15" y="53"/>
                      <a:pt x="25"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53" name="文本占位符 65">
            <a:extLst>
              <a:ext uri="{FF2B5EF4-FFF2-40B4-BE49-F238E27FC236}">
                <a16:creationId xmlns:a16="http://schemas.microsoft.com/office/drawing/2014/main" id="{0F572104-DCE9-40DA-8528-67A75B94F784}"/>
              </a:ext>
            </a:extLst>
          </p:cNvPr>
          <p:cNvSpPr>
            <a:spLocks noGrp="1"/>
          </p:cNvSpPr>
          <p:nvPr>
            <p:ph type="body" idx="14" hasCustomPrompt="1"/>
          </p:nvPr>
        </p:nvSpPr>
        <p:spPr>
          <a:xfrm>
            <a:off x="1097899" y="253874"/>
            <a:ext cx="2649600" cy="605909"/>
          </a:xfrm>
          <a:prstGeom prst="roundRect">
            <a:avLst>
              <a:gd name="adj" fmla="val 50000"/>
            </a:avLst>
          </a:prstGeom>
          <a:solidFill>
            <a:schemeClr val="accent1"/>
          </a:solidFill>
        </p:spPr>
        <p:txBody>
          <a:bodyPr vert="horz" wrap="none" lIns="72000" tIns="0" rIns="252000" bIns="0" anchor="ctr" anchorCtr="0">
            <a:spAutoFit/>
          </a:bodyPr>
          <a:lstStyle>
            <a:lvl1pPr marL="0" indent="0" algn="l" defTabSz="914400" rtl="0" eaLnBrk="1" fontAlgn="auto" latinLnBrk="0" hangingPunct="1">
              <a:lnSpc>
                <a:spcPct val="100000"/>
              </a:lnSpc>
              <a:spcBef>
                <a:spcPts val="0"/>
              </a:spcBef>
              <a:spcAft>
                <a:spcPts val="0"/>
              </a:spcAft>
              <a:buFont typeface="Arial" panose="020B0604020202020204" pitchFamily="34" charset="0"/>
              <a:buNone/>
              <a:defRPr sz="2800" spc="0">
                <a:solidFill>
                  <a:srgbClr val="FFFFFF"/>
                </a:solidFill>
                <a:latin typeface="+mj-ea"/>
                <a:ea typeface="+mj-ea"/>
                <a:sym typeface="思源宋体 CN Heavy" panose="02020900000000000000" pitchFamily="18" charset="-122"/>
              </a:defRPr>
            </a:lvl1pPr>
            <a:lvl2pPr marL="457200" indent="-228600" algn="l" defTabSz="914400" rtl="0" eaLnBrk="1" latinLnBrk="0" hangingPunct="1">
              <a:lnSpc>
                <a:spcPct val="90000"/>
              </a:lnSpc>
              <a:buFont typeface="Arial" panose="020B0604020202020204" pitchFamily="34" charset="0"/>
              <a:buNone/>
              <a:defRPr/>
            </a:lvl2pPr>
            <a:lvl3pPr marL="914400" indent="-228600" algn="l" defTabSz="914400" rtl="0" eaLnBrk="1" latinLnBrk="0" hangingPunct="1">
              <a:lnSpc>
                <a:spcPct val="90000"/>
              </a:lnSpc>
              <a:buFont typeface="Arial" panose="020B0604020202020204" pitchFamily="34" charset="0"/>
              <a:buNone/>
              <a:defRPr/>
            </a:lvl3pPr>
            <a:lvl4pPr marL="1371600" indent="-228600" algn="l" defTabSz="914400" rtl="0" eaLnBrk="1" latinLnBrk="0" hangingPunct="1">
              <a:lnSpc>
                <a:spcPct val="90000"/>
              </a:lnSpc>
              <a:buFont typeface="Arial" panose="020B0604020202020204" pitchFamily="34" charset="0"/>
              <a:buNone/>
              <a:defRPr/>
            </a:lvl4pPr>
            <a:lvl5pPr marL="1828800" indent="-228600" algn="l" defTabSz="914400" rtl="0" eaLnBrk="1" latinLnBrk="0" hangingPunct="1">
              <a:lnSpc>
                <a:spcPct val="90000"/>
              </a:lnSpc>
              <a:buFont typeface="Arial" panose="020B0604020202020204" pitchFamily="34" charset="0"/>
              <a:buNone/>
              <a:defRPr/>
            </a:lvl5pPr>
          </a:lstStyle>
          <a:p>
            <a:pPr lvl="0"/>
            <a:r>
              <a:rPr lang="zh-CN" altLang="en-US" dirty="0"/>
              <a:t>标题文字输入</a:t>
            </a:r>
          </a:p>
        </p:txBody>
      </p:sp>
      <p:sp>
        <p:nvSpPr>
          <p:cNvPr id="54" name="文本框 53">
            <a:extLst>
              <a:ext uri="{FF2B5EF4-FFF2-40B4-BE49-F238E27FC236}">
                <a16:creationId xmlns:a16="http://schemas.microsoft.com/office/drawing/2014/main" id="{B66037B8-6142-4544-AA78-C05A2DCD4FBB}"/>
              </a:ext>
            </a:extLst>
          </p:cNvPr>
          <p:cNvSpPr txBox="1"/>
          <p:nvPr userDrawn="1"/>
        </p:nvSpPr>
        <p:spPr>
          <a:xfrm>
            <a:off x="645615" y="6156880"/>
            <a:ext cx="2821002" cy="338554"/>
          </a:xfrm>
          <a:prstGeom prst="rect">
            <a:avLst/>
          </a:prstGeom>
          <a:noFill/>
        </p:spPr>
        <p:txBody>
          <a:bodyPr wrap="square" lIns="0" rtlCol="0">
            <a:spAutoFit/>
          </a:bodyPr>
          <a:lstStyle/>
          <a:p>
            <a:r>
              <a:rPr lang="zh-CN" altLang="en-US" sz="1600" spc="300" dirty="0">
                <a:solidFill>
                  <a:schemeClr val="accent1">
                    <a:alpha val="25000"/>
                  </a:schemeClr>
                </a:solidFill>
                <a:latin typeface="管峻楷书简体" panose="02010600010101010101" pitchFamily="2" charset="-122"/>
                <a:ea typeface="管峻楷书简体" panose="02010600010101010101" pitchFamily="2" charset="-122"/>
              </a:rPr>
              <a:t>含弘光大  继往开来</a:t>
            </a:r>
          </a:p>
        </p:txBody>
      </p:sp>
      <p:grpSp>
        <p:nvGrpSpPr>
          <p:cNvPr id="55" name="组合 54">
            <a:extLst>
              <a:ext uri="{FF2B5EF4-FFF2-40B4-BE49-F238E27FC236}">
                <a16:creationId xmlns:a16="http://schemas.microsoft.com/office/drawing/2014/main" id="{C6EEDD08-6CCF-4F57-98AA-8AA616DE3E5E}"/>
              </a:ext>
            </a:extLst>
          </p:cNvPr>
          <p:cNvGrpSpPr/>
          <p:nvPr userDrawn="1"/>
        </p:nvGrpSpPr>
        <p:grpSpPr>
          <a:xfrm rot="169789">
            <a:off x="7333468" y="1757113"/>
            <a:ext cx="5694860" cy="5835138"/>
            <a:chOff x="377825" y="6983413"/>
            <a:chExt cx="5284788" cy="5414962"/>
          </a:xfrm>
          <a:solidFill>
            <a:schemeClr val="accent1">
              <a:alpha val="4000"/>
            </a:schemeClr>
          </a:solidFill>
        </p:grpSpPr>
        <p:sp>
          <p:nvSpPr>
            <p:cNvPr id="56" name="Freeform 19">
              <a:extLst>
                <a:ext uri="{FF2B5EF4-FFF2-40B4-BE49-F238E27FC236}">
                  <a16:creationId xmlns:a16="http://schemas.microsoft.com/office/drawing/2014/main" id="{E464A1A6-5055-4F49-964D-DDB44352C125}"/>
                </a:ext>
              </a:extLst>
            </p:cNvPr>
            <p:cNvSpPr>
              <a:spLocks noEditPoints="1"/>
            </p:cNvSpPr>
            <p:nvPr/>
          </p:nvSpPr>
          <p:spPr bwMode="auto">
            <a:xfrm>
              <a:off x="2787650" y="9477375"/>
              <a:ext cx="2874963" cy="1692275"/>
            </a:xfrm>
            <a:custGeom>
              <a:avLst/>
              <a:gdLst>
                <a:gd name="T0" fmla="*/ 209 w 888"/>
                <a:gd name="T1" fmla="*/ 128 h 522"/>
                <a:gd name="T2" fmla="*/ 324 w 888"/>
                <a:gd name="T3" fmla="*/ 64 h 522"/>
                <a:gd name="T4" fmla="*/ 539 w 888"/>
                <a:gd name="T5" fmla="*/ 2 h 522"/>
                <a:gd name="T6" fmla="*/ 641 w 888"/>
                <a:gd name="T7" fmla="*/ 7 h 522"/>
                <a:gd name="T8" fmla="*/ 760 w 888"/>
                <a:gd name="T9" fmla="*/ 108 h 522"/>
                <a:gd name="T10" fmla="*/ 786 w 888"/>
                <a:gd name="T11" fmla="*/ 130 h 522"/>
                <a:gd name="T12" fmla="*/ 852 w 888"/>
                <a:gd name="T13" fmla="*/ 159 h 522"/>
                <a:gd name="T14" fmla="*/ 854 w 888"/>
                <a:gd name="T15" fmla="*/ 230 h 522"/>
                <a:gd name="T16" fmla="*/ 745 w 888"/>
                <a:gd name="T17" fmla="*/ 274 h 522"/>
                <a:gd name="T18" fmla="*/ 513 w 888"/>
                <a:gd name="T19" fmla="*/ 252 h 522"/>
                <a:gd name="T20" fmla="*/ 439 w 888"/>
                <a:gd name="T21" fmla="*/ 217 h 522"/>
                <a:gd name="T22" fmla="*/ 398 w 888"/>
                <a:gd name="T23" fmla="*/ 208 h 522"/>
                <a:gd name="T24" fmla="*/ 358 w 888"/>
                <a:gd name="T25" fmla="*/ 230 h 522"/>
                <a:gd name="T26" fmla="*/ 331 w 888"/>
                <a:gd name="T27" fmla="*/ 305 h 522"/>
                <a:gd name="T28" fmla="*/ 304 w 888"/>
                <a:gd name="T29" fmla="*/ 395 h 522"/>
                <a:gd name="T30" fmla="*/ 171 w 888"/>
                <a:gd name="T31" fmla="*/ 512 h 522"/>
                <a:gd name="T32" fmla="*/ 85 w 888"/>
                <a:gd name="T33" fmla="*/ 521 h 522"/>
                <a:gd name="T34" fmla="*/ 5 w 888"/>
                <a:gd name="T35" fmla="*/ 426 h 522"/>
                <a:gd name="T36" fmla="*/ 234 w 888"/>
                <a:gd name="T37" fmla="*/ 161 h 522"/>
                <a:gd name="T38" fmla="*/ 427 w 888"/>
                <a:gd name="T39" fmla="*/ 187 h 522"/>
                <a:gd name="T40" fmla="*/ 531 w 888"/>
                <a:gd name="T41" fmla="*/ 233 h 522"/>
                <a:gd name="T42" fmla="*/ 720 w 888"/>
                <a:gd name="T43" fmla="*/ 247 h 522"/>
                <a:gd name="T44" fmla="*/ 809 w 888"/>
                <a:gd name="T45" fmla="*/ 222 h 522"/>
                <a:gd name="T46" fmla="*/ 837 w 888"/>
                <a:gd name="T47" fmla="*/ 207 h 522"/>
                <a:gd name="T48" fmla="*/ 838 w 888"/>
                <a:gd name="T49" fmla="*/ 174 h 522"/>
                <a:gd name="T50" fmla="*/ 786 w 888"/>
                <a:gd name="T51" fmla="*/ 142 h 522"/>
                <a:gd name="T52" fmla="*/ 756 w 888"/>
                <a:gd name="T53" fmla="*/ 115 h 522"/>
                <a:gd name="T54" fmla="*/ 631 w 888"/>
                <a:gd name="T55" fmla="*/ 32 h 522"/>
                <a:gd name="T56" fmla="*/ 411 w 888"/>
                <a:gd name="T57" fmla="*/ 46 h 522"/>
                <a:gd name="T58" fmla="*/ 224 w 888"/>
                <a:gd name="T59" fmla="*/ 126 h 522"/>
                <a:gd name="T60" fmla="*/ 211 w 888"/>
                <a:gd name="T61" fmla="*/ 131 h 522"/>
                <a:gd name="T62" fmla="*/ 209 w 888"/>
                <a:gd name="T63" fmla="*/ 128 h 522"/>
                <a:gd name="T64" fmla="*/ 403 w 888"/>
                <a:gd name="T65" fmla="*/ 196 h 522"/>
                <a:gd name="T66" fmla="*/ 395 w 888"/>
                <a:gd name="T67" fmla="*/ 190 h 522"/>
                <a:gd name="T68" fmla="*/ 220 w 888"/>
                <a:gd name="T69" fmla="*/ 178 h 522"/>
                <a:gd name="T70" fmla="*/ 70 w 888"/>
                <a:gd name="T71" fmla="*/ 294 h 522"/>
                <a:gd name="T72" fmla="*/ 17 w 888"/>
                <a:gd name="T73" fmla="*/ 400 h 522"/>
                <a:gd name="T74" fmla="*/ 104 w 888"/>
                <a:gd name="T75" fmla="*/ 503 h 522"/>
                <a:gd name="T76" fmla="*/ 201 w 888"/>
                <a:gd name="T77" fmla="*/ 478 h 522"/>
                <a:gd name="T78" fmla="*/ 292 w 888"/>
                <a:gd name="T79" fmla="*/ 364 h 522"/>
                <a:gd name="T80" fmla="*/ 313 w 888"/>
                <a:gd name="T81" fmla="*/ 279 h 522"/>
                <a:gd name="T82" fmla="*/ 403 w 888"/>
                <a:gd name="T83" fmla="*/ 196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88" h="522">
                  <a:moveTo>
                    <a:pt x="209" y="128"/>
                  </a:moveTo>
                  <a:cubicBezTo>
                    <a:pt x="247" y="107"/>
                    <a:pt x="285" y="84"/>
                    <a:pt x="324" y="64"/>
                  </a:cubicBezTo>
                  <a:cubicBezTo>
                    <a:pt x="392" y="31"/>
                    <a:pt x="463" y="7"/>
                    <a:pt x="539" y="2"/>
                  </a:cubicBezTo>
                  <a:cubicBezTo>
                    <a:pt x="573" y="0"/>
                    <a:pt x="608" y="1"/>
                    <a:pt x="641" y="7"/>
                  </a:cubicBezTo>
                  <a:cubicBezTo>
                    <a:pt x="698" y="19"/>
                    <a:pt x="735" y="58"/>
                    <a:pt x="760" y="108"/>
                  </a:cubicBezTo>
                  <a:cubicBezTo>
                    <a:pt x="766" y="120"/>
                    <a:pt x="774" y="126"/>
                    <a:pt x="786" y="130"/>
                  </a:cubicBezTo>
                  <a:cubicBezTo>
                    <a:pt x="809" y="139"/>
                    <a:pt x="831" y="147"/>
                    <a:pt x="852" y="159"/>
                  </a:cubicBezTo>
                  <a:cubicBezTo>
                    <a:pt x="887" y="180"/>
                    <a:pt x="888" y="206"/>
                    <a:pt x="854" y="230"/>
                  </a:cubicBezTo>
                  <a:cubicBezTo>
                    <a:pt x="821" y="253"/>
                    <a:pt x="784" y="267"/>
                    <a:pt x="745" y="274"/>
                  </a:cubicBezTo>
                  <a:cubicBezTo>
                    <a:pt x="665" y="288"/>
                    <a:pt x="588" y="281"/>
                    <a:pt x="513" y="252"/>
                  </a:cubicBezTo>
                  <a:cubicBezTo>
                    <a:pt x="488" y="242"/>
                    <a:pt x="464" y="227"/>
                    <a:pt x="439" y="217"/>
                  </a:cubicBezTo>
                  <a:cubicBezTo>
                    <a:pt x="426" y="212"/>
                    <a:pt x="412" y="210"/>
                    <a:pt x="398" y="208"/>
                  </a:cubicBezTo>
                  <a:cubicBezTo>
                    <a:pt x="381" y="206"/>
                    <a:pt x="365" y="214"/>
                    <a:pt x="358" y="230"/>
                  </a:cubicBezTo>
                  <a:cubicBezTo>
                    <a:pt x="347" y="254"/>
                    <a:pt x="339" y="280"/>
                    <a:pt x="331" y="305"/>
                  </a:cubicBezTo>
                  <a:cubicBezTo>
                    <a:pt x="321" y="335"/>
                    <a:pt x="313" y="365"/>
                    <a:pt x="304" y="395"/>
                  </a:cubicBezTo>
                  <a:cubicBezTo>
                    <a:pt x="283" y="460"/>
                    <a:pt x="234" y="495"/>
                    <a:pt x="171" y="512"/>
                  </a:cubicBezTo>
                  <a:cubicBezTo>
                    <a:pt x="144" y="519"/>
                    <a:pt x="114" y="522"/>
                    <a:pt x="85" y="521"/>
                  </a:cubicBezTo>
                  <a:cubicBezTo>
                    <a:pt x="33" y="519"/>
                    <a:pt x="0" y="479"/>
                    <a:pt x="5" y="426"/>
                  </a:cubicBezTo>
                  <a:cubicBezTo>
                    <a:pt x="15" y="320"/>
                    <a:pt x="94" y="194"/>
                    <a:pt x="234" y="161"/>
                  </a:cubicBezTo>
                  <a:cubicBezTo>
                    <a:pt x="303" y="145"/>
                    <a:pt x="365" y="161"/>
                    <a:pt x="427" y="187"/>
                  </a:cubicBezTo>
                  <a:cubicBezTo>
                    <a:pt x="462" y="202"/>
                    <a:pt x="496" y="217"/>
                    <a:pt x="531" y="233"/>
                  </a:cubicBezTo>
                  <a:cubicBezTo>
                    <a:pt x="592" y="260"/>
                    <a:pt x="656" y="261"/>
                    <a:pt x="720" y="247"/>
                  </a:cubicBezTo>
                  <a:cubicBezTo>
                    <a:pt x="750" y="241"/>
                    <a:pt x="780" y="231"/>
                    <a:pt x="809" y="222"/>
                  </a:cubicBezTo>
                  <a:cubicBezTo>
                    <a:pt x="819" y="218"/>
                    <a:pt x="829" y="213"/>
                    <a:pt x="837" y="207"/>
                  </a:cubicBezTo>
                  <a:cubicBezTo>
                    <a:pt x="851" y="197"/>
                    <a:pt x="852" y="184"/>
                    <a:pt x="838" y="174"/>
                  </a:cubicBezTo>
                  <a:cubicBezTo>
                    <a:pt x="822" y="161"/>
                    <a:pt x="804" y="151"/>
                    <a:pt x="786" y="142"/>
                  </a:cubicBezTo>
                  <a:cubicBezTo>
                    <a:pt x="774" y="135"/>
                    <a:pt x="763" y="128"/>
                    <a:pt x="756" y="115"/>
                  </a:cubicBezTo>
                  <a:cubicBezTo>
                    <a:pt x="728" y="67"/>
                    <a:pt x="682" y="45"/>
                    <a:pt x="631" y="32"/>
                  </a:cubicBezTo>
                  <a:cubicBezTo>
                    <a:pt x="556" y="13"/>
                    <a:pt x="483" y="25"/>
                    <a:pt x="411" y="46"/>
                  </a:cubicBezTo>
                  <a:cubicBezTo>
                    <a:pt x="345" y="65"/>
                    <a:pt x="285" y="97"/>
                    <a:pt x="224" y="126"/>
                  </a:cubicBezTo>
                  <a:cubicBezTo>
                    <a:pt x="220" y="128"/>
                    <a:pt x="215" y="130"/>
                    <a:pt x="211" y="131"/>
                  </a:cubicBezTo>
                  <a:cubicBezTo>
                    <a:pt x="210" y="130"/>
                    <a:pt x="210" y="129"/>
                    <a:pt x="209" y="128"/>
                  </a:cubicBezTo>
                  <a:close/>
                  <a:moveTo>
                    <a:pt x="403" y="196"/>
                  </a:moveTo>
                  <a:cubicBezTo>
                    <a:pt x="400" y="193"/>
                    <a:pt x="398" y="192"/>
                    <a:pt x="395" y="190"/>
                  </a:cubicBezTo>
                  <a:cubicBezTo>
                    <a:pt x="339" y="160"/>
                    <a:pt x="279" y="157"/>
                    <a:pt x="220" y="178"/>
                  </a:cubicBezTo>
                  <a:cubicBezTo>
                    <a:pt x="158" y="200"/>
                    <a:pt x="111" y="244"/>
                    <a:pt x="70" y="294"/>
                  </a:cubicBezTo>
                  <a:cubicBezTo>
                    <a:pt x="45" y="325"/>
                    <a:pt x="24" y="360"/>
                    <a:pt x="17" y="400"/>
                  </a:cubicBezTo>
                  <a:cubicBezTo>
                    <a:pt x="6" y="460"/>
                    <a:pt x="43" y="504"/>
                    <a:pt x="104" y="503"/>
                  </a:cubicBezTo>
                  <a:cubicBezTo>
                    <a:pt x="138" y="503"/>
                    <a:pt x="170" y="492"/>
                    <a:pt x="201" y="478"/>
                  </a:cubicBezTo>
                  <a:cubicBezTo>
                    <a:pt x="252" y="456"/>
                    <a:pt x="280" y="417"/>
                    <a:pt x="292" y="364"/>
                  </a:cubicBezTo>
                  <a:cubicBezTo>
                    <a:pt x="299" y="336"/>
                    <a:pt x="306" y="308"/>
                    <a:pt x="313" y="279"/>
                  </a:cubicBezTo>
                  <a:cubicBezTo>
                    <a:pt x="327" y="222"/>
                    <a:pt x="347" y="203"/>
                    <a:pt x="403" y="1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57" name="Freeform 20">
              <a:extLst>
                <a:ext uri="{FF2B5EF4-FFF2-40B4-BE49-F238E27FC236}">
                  <a16:creationId xmlns:a16="http://schemas.microsoft.com/office/drawing/2014/main" id="{4DE87081-ECDF-4A42-BF4C-71BB154CB3E8}"/>
                </a:ext>
              </a:extLst>
            </p:cNvPr>
            <p:cNvSpPr>
              <a:spLocks/>
            </p:cNvSpPr>
            <p:nvPr/>
          </p:nvSpPr>
          <p:spPr bwMode="auto">
            <a:xfrm>
              <a:off x="2765425" y="7048500"/>
              <a:ext cx="1139825" cy="3148013"/>
            </a:xfrm>
            <a:custGeom>
              <a:avLst/>
              <a:gdLst>
                <a:gd name="T0" fmla="*/ 167 w 352"/>
                <a:gd name="T1" fmla="*/ 889 h 971"/>
                <a:gd name="T2" fmla="*/ 231 w 352"/>
                <a:gd name="T3" fmla="*/ 720 h 971"/>
                <a:gd name="T4" fmla="*/ 303 w 352"/>
                <a:gd name="T5" fmla="*/ 421 h 971"/>
                <a:gd name="T6" fmla="*/ 298 w 352"/>
                <a:gd name="T7" fmla="*/ 228 h 971"/>
                <a:gd name="T8" fmla="*/ 266 w 352"/>
                <a:gd name="T9" fmla="*/ 165 h 971"/>
                <a:gd name="T10" fmla="*/ 217 w 352"/>
                <a:gd name="T11" fmla="*/ 50 h 971"/>
                <a:gd name="T12" fmla="*/ 197 w 352"/>
                <a:gd name="T13" fmla="*/ 43 h 971"/>
                <a:gd name="T14" fmla="*/ 51 w 352"/>
                <a:gd name="T15" fmla="*/ 264 h 971"/>
                <a:gd name="T16" fmla="*/ 39 w 352"/>
                <a:gd name="T17" fmla="*/ 437 h 971"/>
                <a:gd name="T18" fmla="*/ 59 w 352"/>
                <a:gd name="T19" fmla="*/ 682 h 971"/>
                <a:gd name="T20" fmla="*/ 71 w 352"/>
                <a:gd name="T21" fmla="*/ 905 h 971"/>
                <a:gd name="T22" fmla="*/ 79 w 352"/>
                <a:gd name="T23" fmla="*/ 955 h 971"/>
                <a:gd name="T24" fmla="*/ 79 w 352"/>
                <a:gd name="T25" fmla="*/ 970 h 971"/>
                <a:gd name="T26" fmla="*/ 73 w 352"/>
                <a:gd name="T27" fmla="*/ 971 h 971"/>
                <a:gd name="T28" fmla="*/ 59 w 352"/>
                <a:gd name="T29" fmla="*/ 914 h 971"/>
                <a:gd name="T30" fmla="*/ 41 w 352"/>
                <a:gd name="T31" fmla="*/ 696 h 971"/>
                <a:gd name="T32" fmla="*/ 22 w 352"/>
                <a:gd name="T33" fmla="*/ 461 h 971"/>
                <a:gd name="T34" fmla="*/ 8 w 352"/>
                <a:gd name="T35" fmla="*/ 389 h 971"/>
                <a:gd name="T36" fmla="*/ 39 w 352"/>
                <a:gd name="T37" fmla="*/ 228 h 971"/>
                <a:gd name="T38" fmla="*/ 193 w 352"/>
                <a:gd name="T39" fmla="*/ 14 h 971"/>
                <a:gd name="T40" fmla="*/ 218 w 352"/>
                <a:gd name="T41" fmla="*/ 0 h 971"/>
                <a:gd name="T42" fmla="*/ 224 w 352"/>
                <a:gd name="T43" fmla="*/ 25 h 971"/>
                <a:gd name="T44" fmla="*/ 262 w 352"/>
                <a:gd name="T45" fmla="*/ 110 h 971"/>
                <a:gd name="T46" fmla="*/ 316 w 352"/>
                <a:gd name="T47" fmla="*/ 193 h 971"/>
                <a:gd name="T48" fmla="*/ 333 w 352"/>
                <a:gd name="T49" fmla="*/ 406 h 971"/>
                <a:gd name="T50" fmla="*/ 287 w 352"/>
                <a:gd name="T51" fmla="*/ 567 h 971"/>
                <a:gd name="T52" fmla="*/ 237 w 352"/>
                <a:gd name="T53" fmla="*/ 757 h 971"/>
                <a:gd name="T54" fmla="*/ 187 w 352"/>
                <a:gd name="T55" fmla="*/ 873 h 971"/>
                <a:gd name="T56" fmla="*/ 170 w 352"/>
                <a:gd name="T57" fmla="*/ 892 h 971"/>
                <a:gd name="T58" fmla="*/ 167 w 352"/>
                <a:gd name="T59" fmla="*/ 889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2" h="971">
                  <a:moveTo>
                    <a:pt x="167" y="889"/>
                  </a:moveTo>
                  <a:cubicBezTo>
                    <a:pt x="203" y="838"/>
                    <a:pt x="218" y="779"/>
                    <a:pt x="231" y="720"/>
                  </a:cubicBezTo>
                  <a:cubicBezTo>
                    <a:pt x="254" y="620"/>
                    <a:pt x="280" y="521"/>
                    <a:pt x="303" y="421"/>
                  </a:cubicBezTo>
                  <a:cubicBezTo>
                    <a:pt x="318" y="357"/>
                    <a:pt x="322" y="291"/>
                    <a:pt x="298" y="228"/>
                  </a:cubicBezTo>
                  <a:cubicBezTo>
                    <a:pt x="290" y="206"/>
                    <a:pt x="279" y="185"/>
                    <a:pt x="266" y="165"/>
                  </a:cubicBezTo>
                  <a:cubicBezTo>
                    <a:pt x="244" y="129"/>
                    <a:pt x="226" y="92"/>
                    <a:pt x="217" y="50"/>
                  </a:cubicBezTo>
                  <a:cubicBezTo>
                    <a:pt x="214" y="34"/>
                    <a:pt x="208" y="32"/>
                    <a:pt x="197" y="43"/>
                  </a:cubicBezTo>
                  <a:cubicBezTo>
                    <a:pt x="135" y="108"/>
                    <a:pt x="79" y="176"/>
                    <a:pt x="51" y="264"/>
                  </a:cubicBezTo>
                  <a:cubicBezTo>
                    <a:pt x="33" y="321"/>
                    <a:pt x="30" y="379"/>
                    <a:pt x="39" y="437"/>
                  </a:cubicBezTo>
                  <a:cubicBezTo>
                    <a:pt x="52" y="518"/>
                    <a:pt x="56" y="600"/>
                    <a:pt x="59" y="682"/>
                  </a:cubicBezTo>
                  <a:cubicBezTo>
                    <a:pt x="62" y="756"/>
                    <a:pt x="66" y="831"/>
                    <a:pt x="71" y="905"/>
                  </a:cubicBezTo>
                  <a:cubicBezTo>
                    <a:pt x="72" y="922"/>
                    <a:pt x="76" y="939"/>
                    <a:pt x="79" y="955"/>
                  </a:cubicBezTo>
                  <a:cubicBezTo>
                    <a:pt x="79" y="960"/>
                    <a:pt x="79" y="965"/>
                    <a:pt x="79" y="970"/>
                  </a:cubicBezTo>
                  <a:cubicBezTo>
                    <a:pt x="77" y="970"/>
                    <a:pt x="75" y="971"/>
                    <a:pt x="73" y="971"/>
                  </a:cubicBezTo>
                  <a:cubicBezTo>
                    <a:pt x="68" y="952"/>
                    <a:pt x="61" y="934"/>
                    <a:pt x="59" y="914"/>
                  </a:cubicBezTo>
                  <a:cubicBezTo>
                    <a:pt x="52" y="842"/>
                    <a:pt x="46" y="769"/>
                    <a:pt x="41" y="696"/>
                  </a:cubicBezTo>
                  <a:cubicBezTo>
                    <a:pt x="35" y="618"/>
                    <a:pt x="29" y="539"/>
                    <a:pt x="22" y="461"/>
                  </a:cubicBezTo>
                  <a:cubicBezTo>
                    <a:pt x="20" y="436"/>
                    <a:pt x="12" y="413"/>
                    <a:pt x="8" y="389"/>
                  </a:cubicBezTo>
                  <a:cubicBezTo>
                    <a:pt x="0" y="332"/>
                    <a:pt x="16" y="279"/>
                    <a:pt x="39" y="228"/>
                  </a:cubicBezTo>
                  <a:cubicBezTo>
                    <a:pt x="75" y="145"/>
                    <a:pt x="126" y="74"/>
                    <a:pt x="193" y="14"/>
                  </a:cubicBezTo>
                  <a:cubicBezTo>
                    <a:pt x="200" y="8"/>
                    <a:pt x="210" y="5"/>
                    <a:pt x="218" y="0"/>
                  </a:cubicBezTo>
                  <a:cubicBezTo>
                    <a:pt x="220" y="8"/>
                    <a:pt x="224" y="17"/>
                    <a:pt x="224" y="25"/>
                  </a:cubicBezTo>
                  <a:cubicBezTo>
                    <a:pt x="227" y="58"/>
                    <a:pt x="244" y="84"/>
                    <a:pt x="262" y="110"/>
                  </a:cubicBezTo>
                  <a:cubicBezTo>
                    <a:pt x="280" y="138"/>
                    <a:pt x="300" y="164"/>
                    <a:pt x="316" y="193"/>
                  </a:cubicBezTo>
                  <a:cubicBezTo>
                    <a:pt x="352" y="261"/>
                    <a:pt x="351" y="334"/>
                    <a:pt x="333" y="406"/>
                  </a:cubicBezTo>
                  <a:cubicBezTo>
                    <a:pt x="319" y="460"/>
                    <a:pt x="301" y="513"/>
                    <a:pt x="287" y="567"/>
                  </a:cubicBezTo>
                  <a:cubicBezTo>
                    <a:pt x="269" y="630"/>
                    <a:pt x="255" y="694"/>
                    <a:pt x="237" y="757"/>
                  </a:cubicBezTo>
                  <a:cubicBezTo>
                    <a:pt x="226" y="798"/>
                    <a:pt x="212" y="838"/>
                    <a:pt x="187" y="873"/>
                  </a:cubicBezTo>
                  <a:cubicBezTo>
                    <a:pt x="182" y="880"/>
                    <a:pt x="176" y="886"/>
                    <a:pt x="170" y="892"/>
                  </a:cubicBezTo>
                  <a:cubicBezTo>
                    <a:pt x="169" y="891"/>
                    <a:pt x="168" y="890"/>
                    <a:pt x="167" y="88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58" name="Freeform 22">
              <a:extLst>
                <a:ext uri="{FF2B5EF4-FFF2-40B4-BE49-F238E27FC236}">
                  <a16:creationId xmlns:a16="http://schemas.microsoft.com/office/drawing/2014/main" id="{E86B8BE2-2031-4112-AF56-762A39B41D9F}"/>
                </a:ext>
              </a:extLst>
            </p:cNvPr>
            <p:cNvSpPr>
              <a:spLocks/>
            </p:cNvSpPr>
            <p:nvPr/>
          </p:nvSpPr>
          <p:spPr bwMode="auto">
            <a:xfrm>
              <a:off x="968375" y="7385050"/>
              <a:ext cx="1520825" cy="3641725"/>
            </a:xfrm>
            <a:custGeom>
              <a:avLst/>
              <a:gdLst>
                <a:gd name="T0" fmla="*/ 141 w 470"/>
                <a:gd name="T1" fmla="*/ 62 h 1123"/>
                <a:gd name="T2" fmla="*/ 39 w 470"/>
                <a:gd name="T3" fmla="*/ 15 h 1123"/>
                <a:gd name="T4" fmla="*/ 42 w 470"/>
                <a:gd name="T5" fmla="*/ 29 h 1123"/>
                <a:gd name="T6" fmla="*/ 54 w 470"/>
                <a:gd name="T7" fmla="*/ 209 h 1123"/>
                <a:gd name="T8" fmla="*/ 31 w 470"/>
                <a:gd name="T9" fmla="*/ 372 h 1123"/>
                <a:gd name="T10" fmla="*/ 132 w 470"/>
                <a:gd name="T11" fmla="*/ 675 h 1123"/>
                <a:gd name="T12" fmla="*/ 243 w 470"/>
                <a:gd name="T13" fmla="*/ 786 h 1123"/>
                <a:gd name="T14" fmla="*/ 331 w 470"/>
                <a:gd name="T15" fmla="*/ 928 h 1123"/>
                <a:gd name="T16" fmla="*/ 470 w 470"/>
                <a:gd name="T17" fmla="*/ 1119 h 1123"/>
                <a:gd name="T18" fmla="*/ 466 w 470"/>
                <a:gd name="T19" fmla="*/ 1123 h 1123"/>
                <a:gd name="T20" fmla="*/ 420 w 470"/>
                <a:gd name="T21" fmla="*/ 1090 h 1123"/>
                <a:gd name="T22" fmla="*/ 333 w 470"/>
                <a:gd name="T23" fmla="*/ 970 h 1123"/>
                <a:gd name="T24" fmla="*/ 187 w 470"/>
                <a:gd name="T25" fmla="*/ 767 h 1123"/>
                <a:gd name="T26" fmla="*/ 86 w 470"/>
                <a:gd name="T27" fmla="*/ 662 h 1123"/>
                <a:gd name="T28" fmla="*/ 1 w 470"/>
                <a:gd name="T29" fmla="*/ 410 h 1123"/>
                <a:gd name="T30" fmla="*/ 27 w 470"/>
                <a:gd name="T31" fmla="*/ 204 h 1123"/>
                <a:gd name="T32" fmla="*/ 41 w 470"/>
                <a:gd name="T33" fmla="*/ 126 h 1123"/>
                <a:gd name="T34" fmla="*/ 25 w 470"/>
                <a:gd name="T35" fmla="*/ 26 h 1123"/>
                <a:gd name="T36" fmla="*/ 36 w 470"/>
                <a:gd name="T37" fmla="*/ 1 h 1123"/>
                <a:gd name="T38" fmla="*/ 46 w 470"/>
                <a:gd name="T39" fmla="*/ 1 h 1123"/>
                <a:gd name="T40" fmla="*/ 141 w 470"/>
                <a:gd name="T41" fmla="*/ 62 h 1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0" h="1123">
                  <a:moveTo>
                    <a:pt x="141" y="62"/>
                  </a:moveTo>
                  <a:cubicBezTo>
                    <a:pt x="111" y="39"/>
                    <a:pt x="79" y="22"/>
                    <a:pt x="39" y="15"/>
                  </a:cubicBezTo>
                  <a:cubicBezTo>
                    <a:pt x="40" y="21"/>
                    <a:pt x="40" y="25"/>
                    <a:pt x="42" y="29"/>
                  </a:cubicBezTo>
                  <a:cubicBezTo>
                    <a:pt x="66" y="88"/>
                    <a:pt x="63" y="148"/>
                    <a:pt x="54" y="209"/>
                  </a:cubicBezTo>
                  <a:cubicBezTo>
                    <a:pt x="47" y="264"/>
                    <a:pt x="38" y="318"/>
                    <a:pt x="31" y="372"/>
                  </a:cubicBezTo>
                  <a:cubicBezTo>
                    <a:pt x="18" y="489"/>
                    <a:pt x="53" y="590"/>
                    <a:pt x="132" y="675"/>
                  </a:cubicBezTo>
                  <a:cubicBezTo>
                    <a:pt x="168" y="713"/>
                    <a:pt x="206" y="749"/>
                    <a:pt x="243" y="786"/>
                  </a:cubicBezTo>
                  <a:cubicBezTo>
                    <a:pt x="283" y="827"/>
                    <a:pt x="314" y="873"/>
                    <a:pt x="331" y="928"/>
                  </a:cubicBezTo>
                  <a:cubicBezTo>
                    <a:pt x="356" y="1006"/>
                    <a:pt x="396" y="1075"/>
                    <a:pt x="470" y="1119"/>
                  </a:cubicBezTo>
                  <a:cubicBezTo>
                    <a:pt x="468" y="1120"/>
                    <a:pt x="467" y="1121"/>
                    <a:pt x="466" y="1123"/>
                  </a:cubicBezTo>
                  <a:cubicBezTo>
                    <a:pt x="451" y="1112"/>
                    <a:pt x="435" y="1101"/>
                    <a:pt x="420" y="1090"/>
                  </a:cubicBezTo>
                  <a:cubicBezTo>
                    <a:pt x="380" y="1057"/>
                    <a:pt x="351" y="1016"/>
                    <a:pt x="333" y="970"/>
                  </a:cubicBezTo>
                  <a:cubicBezTo>
                    <a:pt x="301" y="889"/>
                    <a:pt x="246" y="827"/>
                    <a:pt x="187" y="767"/>
                  </a:cubicBezTo>
                  <a:cubicBezTo>
                    <a:pt x="153" y="733"/>
                    <a:pt x="118" y="699"/>
                    <a:pt x="86" y="662"/>
                  </a:cubicBezTo>
                  <a:cubicBezTo>
                    <a:pt x="22" y="591"/>
                    <a:pt x="0" y="505"/>
                    <a:pt x="1" y="410"/>
                  </a:cubicBezTo>
                  <a:cubicBezTo>
                    <a:pt x="2" y="340"/>
                    <a:pt x="16" y="272"/>
                    <a:pt x="27" y="204"/>
                  </a:cubicBezTo>
                  <a:cubicBezTo>
                    <a:pt x="31" y="178"/>
                    <a:pt x="36" y="152"/>
                    <a:pt x="41" y="126"/>
                  </a:cubicBezTo>
                  <a:cubicBezTo>
                    <a:pt x="48" y="90"/>
                    <a:pt x="43" y="57"/>
                    <a:pt x="25" y="26"/>
                  </a:cubicBezTo>
                  <a:cubicBezTo>
                    <a:pt x="17" y="13"/>
                    <a:pt x="21" y="5"/>
                    <a:pt x="36" y="1"/>
                  </a:cubicBezTo>
                  <a:cubicBezTo>
                    <a:pt x="39" y="1"/>
                    <a:pt x="43" y="0"/>
                    <a:pt x="46" y="1"/>
                  </a:cubicBezTo>
                  <a:cubicBezTo>
                    <a:pt x="87" y="6"/>
                    <a:pt x="118" y="28"/>
                    <a:pt x="141"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59" name="Freeform 23">
              <a:extLst>
                <a:ext uri="{FF2B5EF4-FFF2-40B4-BE49-F238E27FC236}">
                  <a16:creationId xmlns:a16="http://schemas.microsoft.com/office/drawing/2014/main" id="{172A4CBF-A2D5-4FEB-BE1A-0EDF5A4321FE}"/>
                </a:ext>
              </a:extLst>
            </p:cNvPr>
            <p:cNvSpPr>
              <a:spLocks/>
            </p:cNvSpPr>
            <p:nvPr/>
          </p:nvSpPr>
          <p:spPr bwMode="auto">
            <a:xfrm>
              <a:off x="377825" y="9642475"/>
              <a:ext cx="2266950" cy="1509713"/>
            </a:xfrm>
            <a:custGeom>
              <a:avLst/>
              <a:gdLst>
                <a:gd name="T0" fmla="*/ 700 w 700"/>
                <a:gd name="T1" fmla="*/ 457 h 466"/>
                <a:gd name="T2" fmla="*/ 570 w 700"/>
                <a:gd name="T3" fmla="*/ 449 h 466"/>
                <a:gd name="T4" fmla="*/ 367 w 700"/>
                <a:gd name="T5" fmla="*/ 408 h 466"/>
                <a:gd name="T6" fmla="*/ 251 w 700"/>
                <a:gd name="T7" fmla="*/ 363 h 466"/>
                <a:gd name="T8" fmla="*/ 194 w 700"/>
                <a:gd name="T9" fmla="*/ 291 h 466"/>
                <a:gd name="T10" fmla="*/ 104 w 700"/>
                <a:gd name="T11" fmla="*/ 167 h 466"/>
                <a:gd name="T12" fmla="*/ 19 w 700"/>
                <a:gd name="T13" fmla="*/ 79 h 466"/>
                <a:gd name="T14" fmla="*/ 27 w 700"/>
                <a:gd name="T15" fmla="*/ 33 h 466"/>
                <a:gd name="T16" fmla="*/ 196 w 700"/>
                <a:gd name="T17" fmla="*/ 16 h 466"/>
                <a:gd name="T18" fmla="*/ 402 w 700"/>
                <a:gd name="T19" fmla="*/ 189 h 466"/>
                <a:gd name="T20" fmla="*/ 494 w 700"/>
                <a:gd name="T21" fmla="*/ 306 h 466"/>
                <a:gd name="T22" fmla="*/ 527 w 700"/>
                <a:gd name="T23" fmla="*/ 332 h 466"/>
                <a:gd name="T24" fmla="*/ 476 w 700"/>
                <a:gd name="T25" fmla="*/ 306 h 466"/>
                <a:gd name="T26" fmla="*/ 373 w 700"/>
                <a:gd name="T27" fmla="*/ 184 h 466"/>
                <a:gd name="T28" fmla="*/ 288 w 700"/>
                <a:gd name="T29" fmla="*/ 79 h 466"/>
                <a:gd name="T30" fmla="*/ 171 w 700"/>
                <a:gd name="T31" fmla="*/ 27 h 466"/>
                <a:gd name="T32" fmla="*/ 30 w 700"/>
                <a:gd name="T33" fmla="*/ 44 h 466"/>
                <a:gd name="T34" fmla="*/ 12 w 700"/>
                <a:gd name="T35" fmla="*/ 55 h 466"/>
                <a:gd name="T36" fmla="*/ 23 w 700"/>
                <a:gd name="T37" fmla="*/ 72 h 466"/>
                <a:gd name="T38" fmla="*/ 211 w 700"/>
                <a:gd name="T39" fmla="*/ 273 h 466"/>
                <a:gd name="T40" fmla="*/ 383 w 700"/>
                <a:gd name="T41" fmla="*/ 389 h 466"/>
                <a:gd name="T42" fmla="*/ 651 w 700"/>
                <a:gd name="T43" fmla="*/ 448 h 466"/>
                <a:gd name="T44" fmla="*/ 685 w 700"/>
                <a:gd name="T45" fmla="*/ 452 h 466"/>
                <a:gd name="T46" fmla="*/ 700 w 700"/>
                <a:gd name="T47" fmla="*/ 457 h 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00" h="466">
                  <a:moveTo>
                    <a:pt x="700" y="457"/>
                  </a:moveTo>
                  <a:cubicBezTo>
                    <a:pt x="655" y="466"/>
                    <a:pt x="612" y="458"/>
                    <a:pt x="570" y="449"/>
                  </a:cubicBezTo>
                  <a:cubicBezTo>
                    <a:pt x="502" y="435"/>
                    <a:pt x="435" y="422"/>
                    <a:pt x="367" y="408"/>
                  </a:cubicBezTo>
                  <a:cubicBezTo>
                    <a:pt x="326" y="399"/>
                    <a:pt x="286" y="388"/>
                    <a:pt x="251" y="363"/>
                  </a:cubicBezTo>
                  <a:cubicBezTo>
                    <a:pt x="225" y="344"/>
                    <a:pt x="206" y="320"/>
                    <a:pt x="194" y="291"/>
                  </a:cubicBezTo>
                  <a:cubicBezTo>
                    <a:pt x="174" y="242"/>
                    <a:pt x="144" y="202"/>
                    <a:pt x="104" y="167"/>
                  </a:cubicBezTo>
                  <a:cubicBezTo>
                    <a:pt x="73" y="141"/>
                    <a:pt x="46" y="109"/>
                    <a:pt x="19" y="79"/>
                  </a:cubicBezTo>
                  <a:cubicBezTo>
                    <a:pt x="0" y="59"/>
                    <a:pt x="3" y="47"/>
                    <a:pt x="27" y="33"/>
                  </a:cubicBezTo>
                  <a:cubicBezTo>
                    <a:pt x="80" y="0"/>
                    <a:pt x="138" y="0"/>
                    <a:pt x="196" y="16"/>
                  </a:cubicBezTo>
                  <a:cubicBezTo>
                    <a:pt x="290" y="43"/>
                    <a:pt x="354" y="106"/>
                    <a:pt x="402" y="189"/>
                  </a:cubicBezTo>
                  <a:cubicBezTo>
                    <a:pt x="427" y="232"/>
                    <a:pt x="454" y="274"/>
                    <a:pt x="494" y="306"/>
                  </a:cubicBezTo>
                  <a:cubicBezTo>
                    <a:pt x="504" y="315"/>
                    <a:pt x="516" y="323"/>
                    <a:pt x="527" y="332"/>
                  </a:cubicBezTo>
                  <a:cubicBezTo>
                    <a:pt x="507" y="329"/>
                    <a:pt x="491" y="318"/>
                    <a:pt x="476" y="306"/>
                  </a:cubicBezTo>
                  <a:cubicBezTo>
                    <a:pt x="435" y="271"/>
                    <a:pt x="405" y="226"/>
                    <a:pt x="373" y="184"/>
                  </a:cubicBezTo>
                  <a:cubicBezTo>
                    <a:pt x="345" y="148"/>
                    <a:pt x="317" y="113"/>
                    <a:pt x="288" y="79"/>
                  </a:cubicBezTo>
                  <a:cubicBezTo>
                    <a:pt x="257" y="44"/>
                    <a:pt x="216" y="29"/>
                    <a:pt x="171" y="27"/>
                  </a:cubicBezTo>
                  <a:cubicBezTo>
                    <a:pt x="123" y="25"/>
                    <a:pt x="76" y="30"/>
                    <a:pt x="30" y="44"/>
                  </a:cubicBezTo>
                  <a:cubicBezTo>
                    <a:pt x="23" y="46"/>
                    <a:pt x="18" y="51"/>
                    <a:pt x="12" y="55"/>
                  </a:cubicBezTo>
                  <a:cubicBezTo>
                    <a:pt x="16" y="61"/>
                    <a:pt x="18" y="68"/>
                    <a:pt x="23" y="72"/>
                  </a:cubicBezTo>
                  <a:cubicBezTo>
                    <a:pt x="101" y="125"/>
                    <a:pt x="159" y="196"/>
                    <a:pt x="211" y="273"/>
                  </a:cubicBezTo>
                  <a:cubicBezTo>
                    <a:pt x="253" y="335"/>
                    <a:pt x="310" y="373"/>
                    <a:pt x="383" y="389"/>
                  </a:cubicBezTo>
                  <a:cubicBezTo>
                    <a:pt x="472" y="408"/>
                    <a:pt x="562" y="428"/>
                    <a:pt x="651" y="448"/>
                  </a:cubicBezTo>
                  <a:cubicBezTo>
                    <a:pt x="662" y="450"/>
                    <a:pt x="674" y="450"/>
                    <a:pt x="685" y="452"/>
                  </a:cubicBezTo>
                  <a:cubicBezTo>
                    <a:pt x="690" y="453"/>
                    <a:pt x="695" y="455"/>
                    <a:pt x="700" y="4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0" name="Freeform 24">
              <a:extLst>
                <a:ext uri="{FF2B5EF4-FFF2-40B4-BE49-F238E27FC236}">
                  <a16:creationId xmlns:a16="http://schemas.microsoft.com/office/drawing/2014/main" id="{FB828910-1439-4AF5-ADAA-9393A5B942E3}"/>
                </a:ext>
              </a:extLst>
            </p:cNvPr>
            <p:cNvSpPr>
              <a:spLocks/>
            </p:cNvSpPr>
            <p:nvPr/>
          </p:nvSpPr>
          <p:spPr bwMode="auto">
            <a:xfrm>
              <a:off x="3535363" y="7392988"/>
              <a:ext cx="1385888" cy="2308225"/>
            </a:xfrm>
            <a:custGeom>
              <a:avLst/>
              <a:gdLst>
                <a:gd name="T0" fmla="*/ 0 w 428"/>
                <a:gd name="T1" fmla="*/ 711 h 712"/>
                <a:gd name="T2" fmla="*/ 71 w 428"/>
                <a:gd name="T3" fmla="*/ 457 h 712"/>
                <a:gd name="T4" fmla="*/ 295 w 428"/>
                <a:gd name="T5" fmla="*/ 108 h 712"/>
                <a:gd name="T6" fmla="*/ 345 w 428"/>
                <a:gd name="T7" fmla="*/ 54 h 712"/>
                <a:gd name="T8" fmla="*/ 355 w 428"/>
                <a:gd name="T9" fmla="*/ 9 h 712"/>
                <a:gd name="T10" fmla="*/ 427 w 428"/>
                <a:gd name="T11" fmla="*/ 64 h 712"/>
                <a:gd name="T12" fmla="*/ 404 w 428"/>
                <a:gd name="T13" fmla="*/ 158 h 712"/>
                <a:gd name="T14" fmla="*/ 225 w 428"/>
                <a:gd name="T15" fmla="*/ 465 h 712"/>
                <a:gd name="T16" fmla="*/ 125 w 428"/>
                <a:gd name="T17" fmla="*/ 590 h 712"/>
                <a:gd name="T18" fmla="*/ 122 w 428"/>
                <a:gd name="T19" fmla="*/ 588 h 712"/>
                <a:gd name="T20" fmla="*/ 145 w 428"/>
                <a:gd name="T21" fmla="*/ 554 h 712"/>
                <a:gd name="T22" fmla="*/ 335 w 428"/>
                <a:gd name="T23" fmla="*/ 259 h 712"/>
                <a:gd name="T24" fmla="*/ 395 w 428"/>
                <a:gd name="T25" fmla="*/ 112 h 712"/>
                <a:gd name="T26" fmla="*/ 400 w 428"/>
                <a:gd name="T27" fmla="*/ 54 h 712"/>
                <a:gd name="T28" fmla="*/ 371 w 428"/>
                <a:gd name="T29" fmla="*/ 26 h 712"/>
                <a:gd name="T30" fmla="*/ 288 w 428"/>
                <a:gd name="T31" fmla="*/ 131 h 712"/>
                <a:gd name="T32" fmla="*/ 79 w 428"/>
                <a:gd name="T33" fmla="*/ 492 h 712"/>
                <a:gd name="T34" fmla="*/ 9 w 428"/>
                <a:gd name="T35" fmla="*/ 698 h 712"/>
                <a:gd name="T36" fmla="*/ 4 w 428"/>
                <a:gd name="T37" fmla="*/ 712 h 712"/>
                <a:gd name="T38" fmla="*/ 0 w 428"/>
                <a:gd name="T39" fmla="*/ 711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28" h="712">
                  <a:moveTo>
                    <a:pt x="0" y="711"/>
                  </a:moveTo>
                  <a:cubicBezTo>
                    <a:pt x="23" y="626"/>
                    <a:pt x="44" y="541"/>
                    <a:pt x="71" y="457"/>
                  </a:cubicBezTo>
                  <a:cubicBezTo>
                    <a:pt x="115" y="322"/>
                    <a:pt x="192" y="206"/>
                    <a:pt x="295" y="108"/>
                  </a:cubicBezTo>
                  <a:cubicBezTo>
                    <a:pt x="313" y="91"/>
                    <a:pt x="330" y="73"/>
                    <a:pt x="345" y="54"/>
                  </a:cubicBezTo>
                  <a:cubicBezTo>
                    <a:pt x="356" y="42"/>
                    <a:pt x="362" y="26"/>
                    <a:pt x="355" y="9"/>
                  </a:cubicBezTo>
                  <a:cubicBezTo>
                    <a:pt x="395" y="0"/>
                    <a:pt x="426" y="23"/>
                    <a:pt x="427" y="64"/>
                  </a:cubicBezTo>
                  <a:cubicBezTo>
                    <a:pt x="428" y="98"/>
                    <a:pt x="416" y="128"/>
                    <a:pt x="404" y="158"/>
                  </a:cubicBezTo>
                  <a:cubicBezTo>
                    <a:pt x="361" y="270"/>
                    <a:pt x="297" y="370"/>
                    <a:pt x="225" y="465"/>
                  </a:cubicBezTo>
                  <a:cubicBezTo>
                    <a:pt x="192" y="507"/>
                    <a:pt x="158" y="549"/>
                    <a:pt x="125" y="590"/>
                  </a:cubicBezTo>
                  <a:cubicBezTo>
                    <a:pt x="124" y="590"/>
                    <a:pt x="123" y="589"/>
                    <a:pt x="122" y="588"/>
                  </a:cubicBezTo>
                  <a:cubicBezTo>
                    <a:pt x="130" y="577"/>
                    <a:pt x="138" y="566"/>
                    <a:pt x="145" y="554"/>
                  </a:cubicBezTo>
                  <a:cubicBezTo>
                    <a:pt x="208" y="456"/>
                    <a:pt x="273" y="359"/>
                    <a:pt x="335" y="259"/>
                  </a:cubicBezTo>
                  <a:cubicBezTo>
                    <a:pt x="363" y="214"/>
                    <a:pt x="383" y="164"/>
                    <a:pt x="395" y="112"/>
                  </a:cubicBezTo>
                  <a:cubicBezTo>
                    <a:pt x="399" y="93"/>
                    <a:pt x="400" y="73"/>
                    <a:pt x="400" y="54"/>
                  </a:cubicBezTo>
                  <a:cubicBezTo>
                    <a:pt x="399" y="37"/>
                    <a:pt x="389" y="29"/>
                    <a:pt x="371" y="26"/>
                  </a:cubicBezTo>
                  <a:cubicBezTo>
                    <a:pt x="351" y="67"/>
                    <a:pt x="319" y="99"/>
                    <a:pt x="288" y="131"/>
                  </a:cubicBezTo>
                  <a:cubicBezTo>
                    <a:pt x="190" y="235"/>
                    <a:pt x="121" y="356"/>
                    <a:pt x="79" y="492"/>
                  </a:cubicBezTo>
                  <a:cubicBezTo>
                    <a:pt x="58" y="561"/>
                    <a:pt x="33" y="629"/>
                    <a:pt x="9" y="698"/>
                  </a:cubicBezTo>
                  <a:cubicBezTo>
                    <a:pt x="8" y="703"/>
                    <a:pt x="6" y="707"/>
                    <a:pt x="4" y="712"/>
                  </a:cubicBezTo>
                  <a:cubicBezTo>
                    <a:pt x="2" y="711"/>
                    <a:pt x="1" y="711"/>
                    <a:pt x="0" y="7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1" name="Freeform 25">
              <a:extLst>
                <a:ext uri="{FF2B5EF4-FFF2-40B4-BE49-F238E27FC236}">
                  <a16:creationId xmlns:a16="http://schemas.microsoft.com/office/drawing/2014/main" id="{C6F846C3-9F4B-45EC-90DB-32C75ABAC8D3}"/>
                </a:ext>
              </a:extLst>
            </p:cNvPr>
            <p:cNvSpPr>
              <a:spLocks/>
            </p:cNvSpPr>
            <p:nvPr/>
          </p:nvSpPr>
          <p:spPr bwMode="auto">
            <a:xfrm>
              <a:off x="1644650" y="7396163"/>
              <a:ext cx="1301750" cy="2865438"/>
            </a:xfrm>
            <a:custGeom>
              <a:avLst/>
              <a:gdLst>
                <a:gd name="T0" fmla="*/ 1 w 402"/>
                <a:gd name="T1" fmla="*/ 3 h 884"/>
                <a:gd name="T2" fmla="*/ 30 w 402"/>
                <a:gd name="T3" fmla="*/ 5 h 884"/>
                <a:gd name="T4" fmla="*/ 46 w 402"/>
                <a:gd name="T5" fmla="*/ 16 h 884"/>
                <a:gd name="T6" fmla="*/ 176 w 402"/>
                <a:gd name="T7" fmla="*/ 111 h 884"/>
                <a:gd name="T8" fmla="*/ 333 w 402"/>
                <a:gd name="T9" fmla="*/ 342 h 884"/>
                <a:gd name="T10" fmla="*/ 348 w 402"/>
                <a:gd name="T11" fmla="*/ 555 h 884"/>
                <a:gd name="T12" fmla="*/ 357 w 402"/>
                <a:gd name="T13" fmla="*/ 729 h 884"/>
                <a:gd name="T14" fmla="*/ 400 w 402"/>
                <a:gd name="T15" fmla="*/ 868 h 884"/>
                <a:gd name="T16" fmla="*/ 400 w 402"/>
                <a:gd name="T17" fmla="*/ 884 h 884"/>
                <a:gd name="T18" fmla="*/ 342 w 402"/>
                <a:gd name="T19" fmla="*/ 770 h 884"/>
                <a:gd name="T20" fmla="*/ 317 w 402"/>
                <a:gd name="T21" fmla="*/ 554 h 884"/>
                <a:gd name="T22" fmla="*/ 313 w 402"/>
                <a:gd name="T23" fmla="*/ 366 h 884"/>
                <a:gd name="T24" fmla="*/ 207 w 402"/>
                <a:gd name="T25" fmla="*/ 162 h 884"/>
                <a:gd name="T26" fmla="*/ 103 w 402"/>
                <a:gd name="T27" fmla="*/ 89 h 884"/>
                <a:gd name="T28" fmla="*/ 31 w 402"/>
                <a:gd name="T29" fmla="*/ 24 h 884"/>
                <a:gd name="T30" fmla="*/ 0 w 402"/>
                <a:gd name="T31" fmla="*/ 3 h 884"/>
                <a:gd name="T32" fmla="*/ 1 w 402"/>
                <a:gd name="T33" fmla="*/ 3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02" h="884">
                  <a:moveTo>
                    <a:pt x="1" y="3"/>
                  </a:moveTo>
                  <a:cubicBezTo>
                    <a:pt x="11" y="4"/>
                    <a:pt x="21" y="3"/>
                    <a:pt x="30" y="5"/>
                  </a:cubicBezTo>
                  <a:cubicBezTo>
                    <a:pt x="36" y="6"/>
                    <a:pt x="42" y="11"/>
                    <a:pt x="46" y="16"/>
                  </a:cubicBezTo>
                  <a:cubicBezTo>
                    <a:pt x="84" y="56"/>
                    <a:pt x="131" y="82"/>
                    <a:pt x="176" y="111"/>
                  </a:cubicBezTo>
                  <a:cubicBezTo>
                    <a:pt x="260" y="166"/>
                    <a:pt x="312" y="244"/>
                    <a:pt x="333" y="342"/>
                  </a:cubicBezTo>
                  <a:cubicBezTo>
                    <a:pt x="347" y="412"/>
                    <a:pt x="345" y="484"/>
                    <a:pt x="348" y="555"/>
                  </a:cubicBezTo>
                  <a:cubicBezTo>
                    <a:pt x="350" y="613"/>
                    <a:pt x="351" y="671"/>
                    <a:pt x="357" y="729"/>
                  </a:cubicBezTo>
                  <a:cubicBezTo>
                    <a:pt x="362" y="778"/>
                    <a:pt x="377" y="825"/>
                    <a:pt x="400" y="868"/>
                  </a:cubicBezTo>
                  <a:cubicBezTo>
                    <a:pt x="402" y="873"/>
                    <a:pt x="401" y="879"/>
                    <a:pt x="400" y="884"/>
                  </a:cubicBezTo>
                  <a:cubicBezTo>
                    <a:pt x="371" y="850"/>
                    <a:pt x="354" y="811"/>
                    <a:pt x="342" y="770"/>
                  </a:cubicBezTo>
                  <a:cubicBezTo>
                    <a:pt x="322" y="699"/>
                    <a:pt x="319" y="627"/>
                    <a:pt x="317" y="554"/>
                  </a:cubicBezTo>
                  <a:cubicBezTo>
                    <a:pt x="316" y="491"/>
                    <a:pt x="315" y="428"/>
                    <a:pt x="313" y="366"/>
                  </a:cubicBezTo>
                  <a:cubicBezTo>
                    <a:pt x="309" y="281"/>
                    <a:pt x="271" y="214"/>
                    <a:pt x="207" y="162"/>
                  </a:cubicBezTo>
                  <a:cubicBezTo>
                    <a:pt x="174" y="135"/>
                    <a:pt x="139" y="111"/>
                    <a:pt x="103" y="89"/>
                  </a:cubicBezTo>
                  <a:cubicBezTo>
                    <a:pt x="75" y="72"/>
                    <a:pt x="50" y="52"/>
                    <a:pt x="31" y="24"/>
                  </a:cubicBezTo>
                  <a:cubicBezTo>
                    <a:pt x="24" y="14"/>
                    <a:pt x="17" y="0"/>
                    <a:pt x="0" y="3"/>
                  </a:cubicBezTo>
                  <a:lnTo>
                    <a:pt x="1"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2" name="Freeform 26">
              <a:extLst>
                <a:ext uri="{FF2B5EF4-FFF2-40B4-BE49-F238E27FC236}">
                  <a16:creationId xmlns:a16="http://schemas.microsoft.com/office/drawing/2014/main" id="{7ACB59D3-BF43-4B08-9706-1F60FA9F85BF}"/>
                </a:ext>
              </a:extLst>
            </p:cNvPr>
            <p:cNvSpPr>
              <a:spLocks/>
            </p:cNvSpPr>
            <p:nvPr/>
          </p:nvSpPr>
          <p:spPr bwMode="auto">
            <a:xfrm>
              <a:off x="1292225" y="7405688"/>
              <a:ext cx="1573213" cy="3714750"/>
            </a:xfrm>
            <a:custGeom>
              <a:avLst/>
              <a:gdLst>
                <a:gd name="T0" fmla="*/ 109 w 486"/>
                <a:gd name="T1" fmla="*/ 0 h 1146"/>
                <a:gd name="T2" fmla="*/ 87 w 486"/>
                <a:gd name="T3" fmla="*/ 47 h 1146"/>
                <a:gd name="T4" fmla="*/ 35 w 486"/>
                <a:gd name="T5" fmla="*/ 237 h 1146"/>
                <a:gd name="T6" fmla="*/ 47 w 486"/>
                <a:gd name="T7" fmla="*/ 468 h 1146"/>
                <a:gd name="T8" fmla="*/ 245 w 486"/>
                <a:gd name="T9" fmla="*/ 807 h 1146"/>
                <a:gd name="T10" fmla="*/ 261 w 486"/>
                <a:gd name="T11" fmla="*/ 833 h 1146"/>
                <a:gd name="T12" fmla="*/ 361 w 486"/>
                <a:gd name="T13" fmla="*/ 1051 h 1146"/>
                <a:gd name="T14" fmla="*/ 435 w 486"/>
                <a:gd name="T15" fmla="*/ 1112 h 1146"/>
                <a:gd name="T16" fmla="*/ 464 w 486"/>
                <a:gd name="T17" fmla="*/ 1124 h 1146"/>
                <a:gd name="T18" fmla="*/ 486 w 486"/>
                <a:gd name="T19" fmla="*/ 1143 h 1146"/>
                <a:gd name="T20" fmla="*/ 381 w 486"/>
                <a:gd name="T21" fmla="*/ 1115 h 1146"/>
                <a:gd name="T22" fmla="*/ 312 w 486"/>
                <a:gd name="T23" fmla="*/ 1011 h 1146"/>
                <a:gd name="T24" fmla="*/ 260 w 486"/>
                <a:gd name="T25" fmla="*/ 852 h 1146"/>
                <a:gd name="T26" fmla="*/ 235 w 486"/>
                <a:gd name="T27" fmla="*/ 807 h 1146"/>
                <a:gd name="T28" fmla="*/ 56 w 486"/>
                <a:gd name="T29" fmla="*/ 551 h 1146"/>
                <a:gd name="T30" fmla="*/ 4 w 486"/>
                <a:gd name="T31" fmla="*/ 293 h 1146"/>
                <a:gd name="T32" fmla="*/ 44 w 486"/>
                <a:gd name="T33" fmla="*/ 131 h 1146"/>
                <a:gd name="T34" fmla="*/ 81 w 486"/>
                <a:gd name="T35" fmla="*/ 31 h 1146"/>
                <a:gd name="T36" fmla="*/ 110 w 486"/>
                <a:gd name="T37" fmla="*/ 0 h 1146"/>
                <a:gd name="T38" fmla="*/ 109 w 486"/>
                <a:gd name="T39" fmla="*/ 0 h 11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86" h="1146">
                  <a:moveTo>
                    <a:pt x="109" y="0"/>
                  </a:moveTo>
                  <a:cubicBezTo>
                    <a:pt x="102" y="15"/>
                    <a:pt x="92" y="30"/>
                    <a:pt x="87" y="47"/>
                  </a:cubicBezTo>
                  <a:cubicBezTo>
                    <a:pt x="69" y="110"/>
                    <a:pt x="50" y="173"/>
                    <a:pt x="35" y="237"/>
                  </a:cubicBezTo>
                  <a:cubicBezTo>
                    <a:pt x="16" y="315"/>
                    <a:pt x="27" y="392"/>
                    <a:pt x="47" y="468"/>
                  </a:cubicBezTo>
                  <a:cubicBezTo>
                    <a:pt x="81" y="599"/>
                    <a:pt x="149" y="711"/>
                    <a:pt x="245" y="807"/>
                  </a:cubicBezTo>
                  <a:cubicBezTo>
                    <a:pt x="252" y="814"/>
                    <a:pt x="258" y="823"/>
                    <a:pt x="261" y="833"/>
                  </a:cubicBezTo>
                  <a:cubicBezTo>
                    <a:pt x="287" y="909"/>
                    <a:pt x="319" y="982"/>
                    <a:pt x="361" y="1051"/>
                  </a:cubicBezTo>
                  <a:cubicBezTo>
                    <a:pt x="379" y="1080"/>
                    <a:pt x="404" y="1100"/>
                    <a:pt x="435" y="1112"/>
                  </a:cubicBezTo>
                  <a:cubicBezTo>
                    <a:pt x="445" y="1116"/>
                    <a:pt x="455" y="1119"/>
                    <a:pt x="464" y="1124"/>
                  </a:cubicBezTo>
                  <a:cubicBezTo>
                    <a:pt x="473" y="1128"/>
                    <a:pt x="480" y="1135"/>
                    <a:pt x="486" y="1143"/>
                  </a:cubicBezTo>
                  <a:cubicBezTo>
                    <a:pt x="447" y="1146"/>
                    <a:pt x="411" y="1141"/>
                    <a:pt x="381" y="1115"/>
                  </a:cubicBezTo>
                  <a:cubicBezTo>
                    <a:pt x="348" y="1087"/>
                    <a:pt x="327" y="1051"/>
                    <a:pt x="312" y="1011"/>
                  </a:cubicBezTo>
                  <a:cubicBezTo>
                    <a:pt x="293" y="959"/>
                    <a:pt x="277" y="905"/>
                    <a:pt x="260" y="852"/>
                  </a:cubicBezTo>
                  <a:cubicBezTo>
                    <a:pt x="255" y="835"/>
                    <a:pt x="248" y="820"/>
                    <a:pt x="235" y="807"/>
                  </a:cubicBezTo>
                  <a:cubicBezTo>
                    <a:pt x="160" y="733"/>
                    <a:pt x="97" y="649"/>
                    <a:pt x="56" y="551"/>
                  </a:cubicBezTo>
                  <a:cubicBezTo>
                    <a:pt x="23" y="468"/>
                    <a:pt x="0" y="383"/>
                    <a:pt x="4" y="293"/>
                  </a:cubicBezTo>
                  <a:cubicBezTo>
                    <a:pt x="7" y="237"/>
                    <a:pt x="25" y="184"/>
                    <a:pt x="44" y="131"/>
                  </a:cubicBezTo>
                  <a:cubicBezTo>
                    <a:pt x="57" y="98"/>
                    <a:pt x="68" y="64"/>
                    <a:pt x="81" y="31"/>
                  </a:cubicBezTo>
                  <a:cubicBezTo>
                    <a:pt x="86" y="17"/>
                    <a:pt x="92" y="3"/>
                    <a:pt x="110" y="0"/>
                  </a:cubicBezTo>
                  <a:cubicBezTo>
                    <a:pt x="110" y="0"/>
                    <a:pt x="109" y="0"/>
                    <a:pt x="10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3" name="Freeform 31">
              <a:extLst>
                <a:ext uri="{FF2B5EF4-FFF2-40B4-BE49-F238E27FC236}">
                  <a16:creationId xmlns:a16="http://schemas.microsoft.com/office/drawing/2014/main" id="{03EAD845-CED5-46F4-9362-3BC33DE50333}"/>
                </a:ext>
              </a:extLst>
            </p:cNvPr>
            <p:cNvSpPr>
              <a:spLocks noEditPoints="1"/>
            </p:cNvSpPr>
            <p:nvPr/>
          </p:nvSpPr>
          <p:spPr bwMode="auto">
            <a:xfrm>
              <a:off x="3040063" y="10883900"/>
              <a:ext cx="768350" cy="877888"/>
            </a:xfrm>
            <a:custGeom>
              <a:avLst/>
              <a:gdLst>
                <a:gd name="T0" fmla="*/ 237 w 237"/>
                <a:gd name="T1" fmla="*/ 0 h 271"/>
                <a:gd name="T2" fmla="*/ 192 w 237"/>
                <a:gd name="T3" fmla="*/ 152 h 271"/>
                <a:gd name="T4" fmla="*/ 99 w 237"/>
                <a:gd name="T5" fmla="*/ 251 h 271"/>
                <a:gd name="T6" fmla="*/ 20 w 237"/>
                <a:gd name="T7" fmla="*/ 223 h 271"/>
                <a:gd name="T8" fmla="*/ 17 w 237"/>
                <a:gd name="T9" fmla="*/ 216 h 271"/>
                <a:gd name="T10" fmla="*/ 56 w 237"/>
                <a:gd name="T11" fmla="*/ 130 h 271"/>
                <a:gd name="T12" fmla="*/ 186 w 237"/>
                <a:gd name="T13" fmla="*/ 57 h 271"/>
                <a:gd name="T14" fmla="*/ 237 w 237"/>
                <a:gd name="T15" fmla="*/ 0 h 271"/>
                <a:gd name="T16" fmla="*/ 226 w 237"/>
                <a:gd name="T17" fmla="*/ 30 h 271"/>
                <a:gd name="T18" fmla="*/ 218 w 237"/>
                <a:gd name="T19" fmla="*/ 32 h 271"/>
                <a:gd name="T20" fmla="*/ 211 w 237"/>
                <a:gd name="T21" fmla="*/ 40 h 271"/>
                <a:gd name="T22" fmla="*/ 55 w 237"/>
                <a:gd name="T23" fmla="*/ 151 h 271"/>
                <a:gd name="T24" fmla="*/ 38 w 237"/>
                <a:gd name="T25" fmla="*/ 160 h 271"/>
                <a:gd name="T26" fmla="*/ 24 w 237"/>
                <a:gd name="T27" fmla="*/ 183 h 271"/>
                <a:gd name="T28" fmla="*/ 33 w 237"/>
                <a:gd name="T29" fmla="*/ 229 h 271"/>
                <a:gd name="T30" fmla="*/ 62 w 237"/>
                <a:gd name="T31" fmla="*/ 241 h 271"/>
                <a:gd name="T32" fmla="*/ 94 w 237"/>
                <a:gd name="T33" fmla="*/ 223 h 271"/>
                <a:gd name="T34" fmla="*/ 193 w 237"/>
                <a:gd name="T35" fmla="*/ 98 h 271"/>
                <a:gd name="T36" fmla="*/ 226 w 237"/>
                <a:gd name="T37" fmla="*/ 3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7" h="271">
                  <a:moveTo>
                    <a:pt x="237" y="0"/>
                  </a:moveTo>
                  <a:cubicBezTo>
                    <a:pt x="230" y="54"/>
                    <a:pt x="218" y="105"/>
                    <a:pt x="192" y="152"/>
                  </a:cubicBezTo>
                  <a:cubicBezTo>
                    <a:pt x="170" y="193"/>
                    <a:pt x="140" y="228"/>
                    <a:pt x="99" y="251"/>
                  </a:cubicBezTo>
                  <a:cubicBezTo>
                    <a:pt x="63" y="271"/>
                    <a:pt x="36" y="261"/>
                    <a:pt x="20" y="223"/>
                  </a:cubicBezTo>
                  <a:cubicBezTo>
                    <a:pt x="19" y="221"/>
                    <a:pt x="18" y="219"/>
                    <a:pt x="17" y="216"/>
                  </a:cubicBezTo>
                  <a:cubicBezTo>
                    <a:pt x="0" y="172"/>
                    <a:pt x="12" y="146"/>
                    <a:pt x="56" y="130"/>
                  </a:cubicBezTo>
                  <a:cubicBezTo>
                    <a:pt x="104" y="113"/>
                    <a:pt x="149" y="92"/>
                    <a:pt x="186" y="57"/>
                  </a:cubicBezTo>
                  <a:cubicBezTo>
                    <a:pt x="204" y="40"/>
                    <a:pt x="220" y="20"/>
                    <a:pt x="237" y="0"/>
                  </a:cubicBezTo>
                  <a:close/>
                  <a:moveTo>
                    <a:pt x="226" y="30"/>
                  </a:moveTo>
                  <a:cubicBezTo>
                    <a:pt x="220" y="31"/>
                    <a:pt x="219" y="31"/>
                    <a:pt x="218" y="32"/>
                  </a:cubicBezTo>
                  <a:cubicBezTo>
                    <a:pt x="216" y="34"/>
                    <a:pt x="213" y="37"/>
                    <a:pt x="211" y="40"/>
                  </a:cubicBezTo>
                  <a:cubicBezTo>
                    <a:pt x="168" y="89"/>
                    <a:pt x="120" y="132"/>
                    <a:pt x="55" y="151"/>
                  </a:cubicBezTo>
                  <a:cubicBezTo>
                    <a:pt x="49" y="153"/>
                    <a:pt x="42" y="155"/>
                    <a:pt x="38" y="160"/>
                  </a:cubicBezTo>
                  <a:cubicBezTo>
                    <a:pt x="32" y="166"/>
                    <a:pt x="24" y="175"/>
                    <a:pt x="24" y="183"/>
                  </a:cubicBezTo>
                  <a:cubicBezTo>
                    <a:pt x="24" y="198"/>
                    <a:pt x="27" y="214"/>
                    <a:pt x="33" y="229"/>
                  </a:cubicBezTo>
                  <a:cubicBezTo>
                    <a:pt x="37" y="242"/>
                    <a:pt x="49" y="247"/>
                    <a:pt x="62" y="241"/>
                  </a:cubicBezTo>
                  <a:cubicBezTo>
                    <a:pt x="74" y="237"/>
                    <a:pt x="85" y="231"/>
                    <a:pt x="94" y="223"/>
                  </a:cubicBezTo>
                  <a:cubicBezTo>
                    <a:pt x="136" y="188"/>
                    <a:pt x="166" y="144"/>
                    <a:pt x="193" y="98"/>
                  </a:cubicBezTo>
                  <a:cubicBezTo>
                    <a:pt x="205" y="77"/>
                    <a:pt x="214" y="54"/>
                    <a:pt x="22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4" name="Freeform 33">
              <a:extLst>
                <a:ext uri="{FF2B5EF4-FFF2-40B4-BE49-F238E27FC236}">
                  <a16:creationId xmlns:a16="http://schemas.microsoft.com/office/drawing/2014/main" id="{9688C8A1-AE5F-465F-AD52-D070B58C1359}"/>
                </a:ext>
              </a:extLst>
            </p:cNvPr>
            <p:cNvSpPr>
              <a:spLocks/>
            </p:cNvSpPr>
            <p:nvPr/>
          </p:nvSpPr>
          <p:spPr bwMode="auto">
            <a:xfrm>
              <a:off x="2027238" y="11276013"/>
              <a:ext cx="958850" cy="550863"/>
            </a:xfrm>
            <a:custGeom>
              <a:avLst/>
              <a:gdLst>
                <a:gd name="T0" fmla="*/ 23 w 296"/>
                <a:gd name="T1" fmla="*/ 74 h 170"/>
                <a:gd name="T2" fmla="*/ 78 w 296"/>
                <a:gd name="T3" fmla="*/ 81 h 170"/>
                <a:gd name="T4" fmla="*/ 136 w 296"/>
                <a:gd name="T5" fmla="*/ 105 h 170"/>
                <a:gd name="T6" fmla="*/ 177 w 296"/>
                <a:gd name="T7" fmla="*/ 132 h 170"/>
                <a:gd name="T8" fmla="*/ 262 w 296"/>
                <a:gd name="T9" fmla="*/ 135 h 170"/>
                <a:gd name="T10" fmla="*/ 281 w 296"/>
                <a:gd name="T11" fmla="*/ 86 h 170"/>
                <a:gd name="T12" fmla="*/ 263 w 296"/>
                <a:gd name="T13" fmla="*/ 149 h 170"/>
                <a:gd name="T14" fmla="*/ 160 w 296"/>
                <a:gd name="T15" fmla="*/ 143 h 170"/>
                <a:gd name="T16" fmla="*/ 151 w 296"/>
                <a:gd name="T17" fmla="*/ 135 h 170"/>
                <a:gd name="T18" fmla="*/ 23 w 296"/>
                <a:gd name="T19" fmla="*/ 92 h 170"/>
                <a:gd name="T20" fmla="*/ 7 w 296"/>
                <a:gd name="T21" fmla="*/ 69 h 170"/>
                <a:gd name="T22" fmla="*/ 26 w 296"/>
                <a:gd name="T23" fmla="*/ 49 h 170"/>
                <a:gd name="T24" fmla="*/ 82 w 296"/>
                <a:gd name="T25" fmla="*/ 22 h 170"/>
                <a:gd name="T26" fmla="*/ 239 w 296"/>
                <a:gd name="T27" fmla="*/ 27 h 170"/>
                <a:gd name="T28" fmla="*/ 274 w 296"/>
                <a:gd name="T29" fmla="*/ 66 h 170"/>
                <a:gd name="T30" fmla="*/ 148 w 296"/>
                <a:gd name="T31" fmla="*/ 25 h 170"/>
                <a:gd name="T32" fmla="*/ 23 w 296"/>
                <a:gd name="T33" fmla="*/ 74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96" h="170">
                  <a:moveTo>
                    <a:pt x="23" y="74"/>
                  </a:moveTo>
                  <a:cubicBezTo>
                    <a:pt x="43" y="76"/>
                    <a:pt x="61" y="76"/>
                    <a:pt x="78" y="81"/>
                  </a:cubicBezTo>
                  <a:cubicBezTo>
                    <a:pt x="98" y="86"/>
                    <a:pt x="117" y="95"/>
                    <a:pt x="136" y="105"/>
                  </a:cubicBezTo>
                  <a:cubicBezTo>
                    <a:pt x="150" y="112"/>
                    <a:pt x="163" y="124"/>
                    <a:pt x="177" y="132"/>
                  </a:cubicBezTo>
                  <a:cubicBezTo>
                    <a:pt x="204" y="148"/>
                    <a:pt x="233" y="146"/>
                    <a:pt x="262" y="135"/>
                  </a:cubicBezTo>
                  <a:cubicBezTo>
                    <a:pt x="283" y="126"/>
                    <a:pt x="284" y="107"/>
                    <a:pt x="281" y="86"/>
                  </a:cubicBezTo>
                  <a:cubicBezTo>
                    <a:pt x="296" y="118"/>
                    <a:pt x="291" y="133"/>
                    <a:pt x="263" y="149"/>
                  </a:cubicBezTo>
                  <a:cubicBezTo>
                    <a:pt x="227" y="170"/>
                    <a:pt x="193" y="166"/>
                    <a:pt x="160" y="143"/>
                  </a:cubicBezTo>
                  <a:cubicBezTo>
                    <a:pt x="157" y="141"/>
                    <a:pt x="153" y="138"/>
                    <a:pt x="151" y="135"/>
                  </a:cubicBezTo>
                  <a:cubicBezTo>
                    <a:pt x="117" y="96"/>
                    <a:pt x="73" y="87"/>
                    <a:pt x="23" y="92"/>
                  </a:cubicBezTo>
                  <a:cubicBezTo>
                    <a:pt x="8" y="94"/>
                    <a:pt x="0" y="83"/>
                    <a:pt x="7" y="69"/>
                  </a:cubicBezTo>
                  <a:cubicBezTo>
                    <a:pt x="12" y="61"/>
                    <a:pt x="19" y="53"/>
                    <a:pt x="26" y="49"/>
                  </a:cubicBezTo>
                  <a:cubicBezTo>
                    <a:pt x="44" y="38"/>
                    <a:pt x="62" y="28"/>
                    <a:pt x="82" y="22"/>
                  </a:cubicBezTo>
                  <a:cubicBezTo>
                    <a:pt x="134" y="5"/>
                    <a:pt x="187" y="0"/>
                    <a:pt x="239" y="27"/>
                  </a:cubicBezTo>
                  <a:cubicBezTo>
                    <a:pt x="255" y="35"/>
                    <a:pt x="267" y="48"/>
                    <a:pt x="274" y="66"/>
                  </a:cubicBezTo>
                  <a:cubicBezTo>
                    <a:pt x="239" y="31"/>
                    <a:pt x="194" y="26"/>
                    <a:pt x="148" y="25"/>
                  </a:cubicBezTo>
                  <a:cubicBezTo>
                    <a:pt x="101" y="24"/>
                    <a:pt x="59" y="39"/>
                    <a:pt x="23"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5" name="Freeform 35">
              <a:extLst>
                <a:ext uri="{FF2B5EF4-FFF2-40B4-BE49-F238E27FC236}">
                  <a16:creationId xmlns:a16="http://schemas.microsoft.com/office/drawing/2014/main" id="{6B1F1620-BBA0-4CD3-A1A5-8CA5AE70BA72}"/>
                </a:ext>
              </a:extLst>
            </p:cNvPr>
            <p:cNvSpPr>
              <a:spLocks/>
            </p:cNvSpPr>
            <p:nvPr/>
          </p:nvSpPr>
          <p:spPr bwMode="auto">
            <a:xfrm>
              <a:off x="3817938" y="7994650"/>
              <a:ext cx="1058863" cy="1614488"/>
            </a:xfrm>
            <a:custGeom>
              <a:avLst/>
              <a:gdLst>
                <a:gd name="T0" fmla="*/ 327 w 327"/>
                <a:gd name="T1" fmla="*/ 0 h 498"/>
                <a:gd name="T2" fmla="*/ 0 w 327"/>
                <a:gd name="T3" fmla="*/ 498 h 498"/>
                <a:gd name="T4" fmla="*/ 18 w 327"/>
                <a:gd name="T5" fmla="*/ 477 h 498"/>
                <a:gd name="T6" fmla="*/ 156 w 327"/>
                <a:gd name="T7" fmla="*/ 332 h 498"/>
                <a:gd name="T8" fmla="*/ 327 w 327"/>
                <a:gd name="T9" fmla="*/ 0 h 498"/>
              </a:gdLst>
              <a:ahLst/>
              <a:cxnLst>
                <a:cxn ang="0">
                  <a:pos x="T0" y="T1"/>
                </a:cxn>
                <a:cxn ang="0">
                  <a:pos x="T2" y="T3"/>
                </a:cxn>
                <a:cxn ang="0">
                  <a:pos x="T4" y="T5"/>
                </a:cxn>
                <a:cxn ang="0">
                  <a:pos x="T6" y="T7"/>
                </a:cxn>
                <a:cxn ang="0">
                  <a:pos x="T8" y="T9"/>
                </a:cxn>
              </a:cxnLst>
              <a:rect l="0" t="0" r="r" b="b"/>
              <a:pathLst>
                <a:path w="327" h="498">
                  <a:moveTo>
                    <a:pt x="327" y="0"/>
                  </a:moveTo>
                  <a:cubicBezTo>
                    <a:pt x="294" y="214"/>
                    <a:pt x="177" y="374"/>
                    <a:pt x="0" y="498"/>
                  </a:cubicBezTo>
                  <a:cubicBezTo>
                    <a:pt x="7" y="490"/>
                    <a:pt x="13" y="483"/>
                    <a:pt x="18" y="477"/>
                  </a:cubicBezTo>
                  <a:cubicBezTo>
                    <a:pt x="64" y="429"/>
                    <a:pt x="113" y="382"/>
                    <a:pt x="156" y="332"/>
                  </a:cubicBezTo>
                  <a:cubicBezTo>
                    <a:pt x="239" y="234"/>
                    <a:pt x="299" y="125"/>
                    <a:pt x="32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6" name="Freeform 36">
              <a:extLst>
                <a:ext uri="{FF2B5EF4-FFF2-40B4-BE49-F238E27FC236}">
                  <a16:creationId xmlns:a16="http://schemas.microsoft.com/office/drawing/2014/main" id="{4D19FB7D-B425-4F1E-A8E6-DAABFFE7DA2C}"/>
                </a:ext>
              </a:extLst>
            </p:cNvPr>
            <p:cNvSpPr>
              <a:spLocks/>
            </p:cNvSpPr>
            <p:nvPr/>
          </p:nvSpPr>
          <p:spPr bwMode="auto">
            <a:xfrm>
              <a:off x="2092325" y="6983413"/>
              <a:ext cx="1009650" cy="628650"/>
            </a:xfrm>
            <a:custGeom>
              <a:avLst/>
              <a:gdLst>
                <a:gd name="T0" fmla="*/ 312 w 312"/>
                <a:gd name="T1" fmla="*/ 106 h 194"/>
                <a:gd name="T2" fmla="*/ 206 w 312"/>
                <a:gd name="T3" fmla="*/ 50 h 194"/>
                <a:gd name="T4" fmla="*/ 153 w 312"/>
                <a:gd name="T5" fmla="*/ 20 h 194"/>
                <a:gd name="T6" fmla="*/ 121 w 312"/>
                <a:gd name="T7" fmla="*/ 26 h 194"/>
                <a:gd name="T8" fmla="*/ 62 w 312"/>
                <a:gd name="T9" fmla="*/ 89 h 194"/>
                <a:gd name="T10" fmla="*/ 19 w 312"/>
                <a:gd name="T11" fmla="*/ 164 h 194"/>
                <a:gd name="T12" fmla="*/ 19 w 312"/>
                <a:gd name="T13" fmla="*/ 194 h 194"/>
                <a:gd name="T14" fmla="*/ 3 w 312"/>
                <a:gd name="T15" fmla="*/ 165 h 194"/>
                <a:gd name="T16" fmla="*/ 21 w 312"/>
                <a:gd name="T17" fmla="*/ 117 h 194"/>
                <a:gd name="T18" fmla="*/ 112 w 312"/>
                <a:gd name="T19" fmla="*/ 12 h 194"/>
                <a:gd name="T20" fmla="*/ 151 w 312"/>
                <a:gd name="T21" fmla="*/ 5 h 194"/>
                <a:gd name="T22" fmla="*/ 209 w 312"/>
                <a:gd name="T23" fmla="*/ 33 h 194"/>
                <a:gd name="T24" fmla="*/ 287 w 312"/>
                <a:gd name="T25" fmla="*/ 81 h 194"/>
                <a:gd name="T26" fmla="*/ 312 w 312"/>
                <a:gd name="T27" fmla="*/ 106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2" h="194">
                  <a:moveTo>
                    <a:pt x="312" y="106"/>
                  </a:moveTo>
                  <a:cubicBezTo>
                    <a:pt x="277" y="87"/>
                    <a:pt x="241" y="68"/>
                    <a:pt x="206" y="50"/>
                  </a:cubicBezTo>
                  <a:cubicBezTo>
                    <a:pt x="188" y="40"/>
                    <a:pt x="170" y="30"/>
                    <a:pt x="153" y="20"/>
                  </a:cubicBezTo>
                  <a:cubicBezTo>
                    <a:pt x="138" y="12"/>
                    <a:pt x="132" y="14"/>
                    <a:pt x="121" y="26"/>
                  </a:cubicBezTo>
                  <a:cubicBezTo>
                    <a:pt x="103" y="48"/>
                    <a:pt x="83" y="69"/>
                    <a:pt x="62" y="89"/>
                  </a:cubicBezTo>
                  <a:cubicBezTo>
                    <a:pt x="40" y="110"/>
                    <a:pt x="21" y="132"/>
                    <a:pt x="19" y="164"/>
                  </a:cubicBezTo>
                  <a:cubicBezTo>
                    <a:pt x="19" y="173"/>
                    <a:pt x="19" y="183"/>
                    <a:pt x="19" y="194"/>
                  </a:cubicBezTo>
                  <a:cubicBezTo>
                    <a:pt x="7" y="188"/>
                    <a:pt x="0" y="178"/>
                    <a:pt x="3" y="165"/>
                  </a:cubicBezTo>
                  <a:cubicBezTo>
                    <a:pt x="6" y="149"/>
                    <a:pt x="11" y="130"/>
                    <a:pt x="21" y="117"/>
                  </a:cubicBezTo>
                  <a:cubicBezTo>
                    <a:pt x="49" y="81"/>
                    <a:pt x="81" y="47"/>
                    <a:pt x="112" y="12"/>
                  </a:cubicBezTo>
                  <a:cubicBezTo>
                    <a:pt x="122" y="1"/>
                    <a:pt x="138" y="0"/>
                    <a:pt x="151" y="5"/>
                  </a:cubicBezTo>
                  <a:cubicBezTo>
                    <a:pt x="171" y="13"/>
                    <a:pt x="190" y="23"/>
                    <a:pt x="209" y="33"/>
                  </a:cubicBezTo>
                  <a:cubicBezTo>
                    <a:pt x="235" y="48"/>
                    <a:pt x="261" y="65"/>
                    <a:pt x="287" y="81"/>
                  </a:cubicBezTo>
                  <a:cubicBezTo>
                    <a:pt x="298" y="88"/>
                    <a:pt x="309" y="94"/>
                    <a:pt x="312" y="1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7" name="Freeform 38">
              <a:extLst>
                <a:ext uri="{FF2B5EF4-FFF2-40B4-BE49-F238E27FC236}">
                  <a16:creationId xmlns:a16="http://schemas.microsoft.com/office/drawing/2014/main" id="{4AE21276-42CA-4FEB-86A0-3D5C2454A39B}"/>
                </a:ext>
              </a:extLst>
            </p:cNvPr>
            <p:cNvSpPr>
              <a:spLocks/>
            </p:cNvSpPr>
            <p:nvPr/>
          </p:nvSpPr>
          <p:spPr bwMode="auto">
            <a:xfrm>
              <a:off x="3619500" y="7126288"/>
              <a:ext cx="407988" cy="1108075"/>
            </a:xfrm>
            <a:custGeom>
              <a:avLst/>
              <a:gdLst>
                <a:gd name="T0" fmla="*/ 0 w 126"/>
                <a:gd name="T1" fmla="*/ 0 h 342"/>
                <a:gd name="T2" fmla="*/ 92 w 126"/>
                <a:gd name="T3" fmla="*/ 124 h 342"/>
                <a:gd name="T4" fmla="*/ 124 w 126"/>
                <a:gd name="T5" fmla="*/ 257 h 342"/>
                <a:gd name="T6" fmla="*/ 99 w 126"/>
                <a:gd name="T7" fmla="*/ 342 h 342"/>
                <a:gd name="T8" fmla="*/ 0 w 126"/>
                <a:gd name="T9" fmla="*/ 0 h 342"/>
              </a:gdLst>
              <a:ahLst/>
              <a:cxnLst>
                <a:cxn ang="0">
                  <a:pos x="T0" y="T1"/>
                </a:cxn>
                <a:cxn ang="0">
                  <a:pos x="T2" y="T3"/>
                </a:cxn>
                <a:cxn ang="0">
                  <a:pos x="T4" y="T5"/>
                </a:cxn>
                <a:cxn ang="0">
                  <a:pos x="T6" y="T7"/>
                </a:cxn>
                <a:cxn ang="0">
                  <a:pos x="T8" y="T9"/>
                </a:cxn>
              </a:cxnLst>
              <a:rect l="0" t="0" r="r" b="b"/>
              <a:pathLst>
                <a:path w="126" h="342">
                  <a:moveTo>
                    <a:pt x="0" y="0"/>
                  </a:moveTo>
                  <a:cubicBezTo>
                    <a:pt x="39" y="36"/>
                    <a:pt x="69" y="77"/>
                    <a:pt x="92" y="124"/>
                  </a:cubicBezTo>
                  <a:cubicBezTo>
                    <a:pt x="113" y="166"/>
                    <a:pt x="126" y="209"/>
                    <a:pt x="124" y="257"/>
                  </a:cubicBezTo>
                  <a:cubicBezTo>
                    <a:pt x="123" y="287"/>
                    <a:pt x="115" y="315"/>
                    <a:pt x="99" y="342"/>
                  </a:cubicBezTo>
                  <a:cubicBezTo>
                    <a:pt x="120" y="212"/>
                    <a:pt x="84" y="99"/>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8" name="Freeform 39">
              <a:extLst>
                <a:ext uri="{FF2B5EF4-FFF2-40B4-BE49-F238E27FC236}">
                  <a16:creationId xmlns:a16="http://schemas.microsoft.com/office/drawing/2014/main" id="{3720F5C3-056C-4D6A-9127-DCDD94568C63}"/>
                </a:ext>
              </a:extLst>
            </p:cNvPr>
            <p:cNvSpPr>
              <a:spLocks/>
            </p:cNvSpPr>
            <p:nvPr/>
          </p:nvSpPr>
          <p:spPr bwMode="auto">
            <a:xfrm>
              <a:off x="2846388" y="11785600"/>
              <a:ext cx="339725" cy="612775"/>
            </a:xfrm>
            <a:custGeom>
              <a:avLst/>
              <a:gdLst>
                <a:gd name="T0" fmla="*/ 44 w 105"/>
                <a:gd name="T1" fmla="*/ 12 h 189"/>
                <a:gd name="T2" fmla="*/ 27 w 105"/>
                <a:gd name="T3" fmla="*/ 87 h 189"/>
                <a:gd name="T4" fmla="*/ 21 w 105"/>
                <a:gd name="T5" fmla="*/ 143 h 189"/>
                <a:gd name="T6" fmla="*/ 29 w 105"/>
                <a:gd name="T7" fmla="*/ 161 h 189"/>
                <a:gd name="T8" fmla="*/ 47 w 105"/>
                <a:gd name="T9" fmla="*/ 154 h 189"/>
                <a:gd name="T10" fmla="*/ 79 w 105"/>
                <a:gd name="T11" fmla="*/ 98 h 189"/>
                <a:gd name="T12" fmla="*/ 94 w 105"/>
                <a:gd name="T13" fmla="*/ 49 h 189"/>
                <a:gd name="T14" fmla="*/ 101 w 105"/>
                <a:gd name="T15" fmla="*/ 0 h 189"/>
                <a:gd name="T16" fmla="*/ 105 w 105"/>
                <a:gd name="T17" fmla="*/ 21 h 189"/>
                <a:gd name="T18" fmla="*/ 75 w 105"/>
                <a:gd name="T19" fmla="*/ 147 h 189"/>
                <a:gd name="T20" fmla="*/ 44 w 105"/>
                <a:gd name="T21" fmla="*/ 175 h 189"/>
                <a:gd name="T22" fmla="*/ 2 w 105"/>
                <a:gd name="T23" fmla="*/ 146 h 189"/>
                <a:gd name="T24" fmla="*/ 5 w 105"/>
                <a:gd name="T25" fmla="*/ 130 h 189"/>
                <a:gd name="T26" fmla="*/ 32 w 105"/>
                <a:gd name="T27" fmla="*/ 32 h 189"/>
                <a:gd name="T28" fmla="*/ 41 w 105"/>
                <a:gd name="T29" fmla="*/ 11 h 189"/>
                <a:gd name="T30" fmla="*/ 44 w 105"/>
                <a:gd name="T31" fmla="*/ 12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5" h="189">
                  <a:moveTo>
                    <a:pt x="44" y="12"/>
                  </a:moveTo>
                  <a:cubicBezTo>
                    <a:pt x="38" y="37"/>
                    <a:pt x="31" y="62"/>
                    <a:pt x="27" y="87"/>
                  </a:cubicBezTo>
                  <a:cubicBezTo>
                    <a:pt x="23" y="106"/>
                    <a:pt x="22" y="125"/>
                    <a:pt x="21" y="143"/>
                  </a:cubicBezTo>
                  <a:cubicBezTo>
                    <a:pt x="21" y="149"/>
                    <a:pt x="25" y="159"/>
                    <a:pt x="29" y="161"/>
                  </a:cubicBezTo>
                  <a:cubicBezTo>
                    <a:pt x="34" y="162"/>
                    <a:pt x="42" y="158"/>
                    <a:pt x="47" y="154"/>
                  </a:cubicBezTo>
                  <a:cubicBezTo>
                    <a:pt x="65" y="140"/>
                    <a:pt x="73" y="119"/>
                    <a:pt x="79" y="98"/>
                  </a:cubicBezTo>
                  <a:cubicBezTo>
                    <a:pt x="84" y="81"/>
                    <a:pt x="91" y="66"/>
                    <a:pt x="94" y="49"/>
                  </a:cubicBezTo>
                  <a:cubicBezTo>
                    <a:pt x="98" y="33"/>
                    <a:pt x="97" y="17"/>
                    <a:pt x="101" y="0"/>
                  </a:cubicBezTo>
                  <a:cubicBezTo>
                    <a:pt x="102" y="7"/>
                    <a:pt x="105" y="14"/>
                    <a:pt x="105" y="21"/>
                  </a:cubicBezTo>
                  <a:cubicBezTo>
                    <a:pt x="105" y="66"/>
                    <a:pt x="96" y="108"/>
                    <a:pt x="75" y="147"/>
                  </a:cubicBezTo>
                  <a:cubicBezTo>
                    <a:pt x="69" y="159"/>
                    <a:pt x="56" y="169"/>
                    <a:pt x="44" y="175"/>
                  </a:cubicBezTo>
                  <a:cubicBezTo>
                    <a:pt x="20" y="189"/>
                    <a:pt x="0" y="174"/>
                    <a:pt x="2" y="146"/>
                  </a:cubicBezTo>
                  <a:cubicBezTo>
                    <a:pt x="2" y="141"/>
                    <a:pt x="4" y="135"/>
                    <a:pt x="5" y="130"/>
                  </a:cubicBezTo>
                  <a:cubicBezTo>
                    <a:pt x="14" y="97"/>
                    <a:pt x="23" y="65"/>
                    <a:pt x="32" y="32"/>
                  </a:cubicBezTo>
                  <a:cubicBezTo>
                    <a:pt x="34" y="25"/>
                    <a:pt x="38" y="18"/>
                    <a:pt x="41" y="11"/>
                  </a:cubicBezTo>
                  <a:cubicBezTo>
                    <a:pt x="42" y="11"/>
                    <a:pt x="43" y="11"/>
                    <a:pt x="44"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sp>
          <p:nvSpPr>
            <p:cNvPr id="69" name="Freeform 40">
              <a:extLst>
                <a:ext uri="{FF2B5EF4-FFF2-40B4-BE49-F238E27FC236}">
                  <a16:creationId xmlns:a16="http://schemas.microsoft.com/office/drawing/2014/main" id="{1C3F05F8-78EB-4B48-BE0E-0075C706D188}"/>
                </a:ext>
              </a:extLst>
            </p:cNvPr>
            <p:cNvSpPr>
              <a:spLocks/>
            </p:cNvSpPr>
            <p:nvPr/>
          </p:nvSpPr>
          <p:spPr bwMode="auto">
            <a:xfrm>
              <a:off x="452438" y="9998075"/>
              <a:ext cx="515938" cy="619125"/>
            </a:xfrm>
            <a:custGeom>
              <a:avLst/>
              <a:gdLst>
                <a:gd name="T0" fmla="*/ 159 w 159"/>
                <a:gd name="T1" fmla="*/ 191 h 191"/>
                <a:gd name="T2" fmla="*/ 0 w 159"/>
                <a:gd name="T3" fmla="*/ 0 h 191"/>
                <a:gd name="T4" fmla="*/ 159 w 159"/>
                <a:gd name="T5" fmla="*/ 191 h 191"/>
              </a:gdLst>
              <a:ahLst/>
              <a:cxnLst>
                <a:cxn ang="0">
                  <a:pos x="T0" y="T1"/>
                </a:cxn>
                <a:cxn ang="0">
                  <a:pos x="T2" y="T3"/>
                </a:cxn>
                <a:cxn ang="0">
                  <a:pos x="T4" y="T5"/>
                </a:cxn>
              </a:cxnLst>
              <a:rect l="0" t="0" r="r" b="b"/>
              <a:pathLst>
                <a:path w="159" h="191">
                  <a:moveTo>
                    <a:pt x="159" y="191"/>
                  </a:moveTo>
                  <a:cubicBezTo>
                    <a:pt x="123" y="158"/>
                    <a:pt x="12" y="25"/>
                    <a:pt x="0" y="0"/>
                  </a:cubicBezTo>
                  <a:cubicBezTo>
                    <a:pt x="21" y="14"/>
                    <a:pt x="140" y="156"/>
                    <a:pt x="159" y="19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Segoe UI"/>
                <a:ea typeface="微软雅黑"/>
                <a:cs typeface="+mn-cs"/>
              </a:endParaRPr>
            </a:p>
          </p:txBody>
        </p:sp>
      </p:grpSp>
    </p:spTree>
    <p:extLst>
      <p:ext uri="{BB962C8B-B14F-4D97-AF65-F5344CB8AC3E}">
        <p14:creationId xmlns:p14="http://schemas.microsoft.com/office/powerpoint/2010/main" val="3388483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dkUpDiag">
          <a:fgClr>
            <a:schemeClr val="bg1"/>
          </a:fgClr>
          <a:bgClr>
            <a:schemeClr val="bg1">
              <a:lumMod val="95000"/>
            </a:schemeClr>
          </a:bgClr>
        </a:patt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E5D42C1-672B-41C4-B4E9-673D9DE344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BD3232E-A8FC-4C21-B17B-5F11069A07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B1F791A1-3FDB-4E88-B1C9-0671C719EC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96C455-D181-459A-8014-67AAEFFCA7C2}" type="datetimeFigureOut">
              <a:rPr lang="zh-CN" altLang="en-US" smtClean="0"/>
              <a:t>2025/11/26</a:t>
            </a:fld>
            <a:endParaRPr lang="zh-CN" altLang="en-US"/>
          </a:p>
        </p:txBody>
      </p:sp>
      <p:sp>
        <p:nvSpPr>
          <p:cNvPr id="5" name="页脚占位符 4">
            <a:extLst>
              <a:ext uri="{FF2B5EF4-FFF2-40B4-BE49-F238E27FC236}">
                <a16:creationId xmlns:a16="http://schemas.microsoft.com/office/drawing/2014/main" id="{8831EDBF-36C7-4BBF-BA33-77E817EB39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83F83A4-DB69-4D88-BD0A-68E403AE77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321020-7931-4610-B95E-80A53469F597}" type="slidenum">
              <a:rPr lang="zh-CN" altLang="en-US" smtClean="0"/>
              <a:t>‹#›</a:t>
            </a:fld>
            <a:endParaRPr lang="zh-CN" altLang="en-US"/>
          </a:p>
        </p:txBody>
      </p:sp>
    </p:spTree>
    <p:extLst>
      <p:ext uri="{BB962C8B-B14F-4D97-AF65-F5344CB8AC3E}">
        <p14:creationId xmlns:p14="http://schemas.microsoft.com/office/powerpoint/2010/main" val="34304892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4.xml"/><Relationship Id="rId6" Type="http://schemas.microsoft.com/office/2007/relationships/hdphoto" Target="../media/hdphoto2.wdp"/><Relationship Id="rId5" Type="http://schemas.openxmlformats.org/officeDocument/2006/relationships/image" Target="../media/image5.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4.xml"/><Relationship Id="rId5" Type="http://schemas.openxmlformats.org/officeDocument/2006/relationships/image" Target="../media/image8.jpe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4.xml"/><Relationship Id="rId5" Type="http://schemas.openxmlformats.org/officeDocument/2006/relationships/image" Target="../media/image9.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4.xml"/><Relationship Id="rId1" Type="http://schemas.openxmlformats.org/officeDocument/2006/relationships/tags" Target="../tags/tag1.xml"/><Relationship Id="rId5" Type="http://schemas.openxmlformats.org/officeDocument/2006/relationships/image" Target="../media/image7.png"/><Relationship Id="rId4" Type="http://schemas.microsoft.com/office/2007/relationships/hdphoto" Target="../media/hdphoto3.wdp"/></Relationships>
</file>

<file path=ppt/slides/_rels/slide6.xml.rels><?xml version="1.0" encoding="UTF-8" standalone="yes"?>
<Relationships xmlns="http://schemas.openxmlformats.org/package/2006/relationships"><Relationship Id="rId8" Type="http://schemas.openxmlformats.org/officeDocument/2006/relationships/image" Target="../media/image14.jpeg"/><Relationship Id="rId3" Type="http://schemas.microsoft.com/office/2007/relationships/hdphoto" Target="../media/hdphoto3.wdp"/><Relationship Id="rId7" Type="http://schemas.openxmlformats.org/officeDocument/2006/relationships/image" Target="../media/image13.jpe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8" Type="http://schemas.openxmlformats.org/officeDocument/2006/relationships/image" Target="../media/image23.svg"/><Relationship Id="rId3" Type="http://schemas.microsoft.com/office/2007/relationships/hdphoto" Target="../media/hdphoto3.wdp"/><Relationship Id="rId7" Type="http://schemas.openxmlformats.org/officeDocument/2006/relationships/image" Target="../media/image22.png"/><Relationship Id="rId2" Type="http://schemas.openxmlformats.org/officeDocument/2006/relationships/image" Target="../media/image6.png"/><Relationship Id="rId1" Type="http://schemas.openxmlformats.org/officeDocument/2006/relationships/slideLayout" Target="../slideLayouts/slideLayout4.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7.png"/><Relationship Id="rId9"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5BFBA92D-2864-4871-9B0D-FFEFC1930879}"/>
              </a:ext>
            </a:extLst>
          </p:cNvPr>
          <p:cNvGrpSpPr/>
          <p:nvPr/>
        </p:nvGrpSpPr>
        <p:grpSpPr>
          <a:xfrm>
            <a:off x="-4769" y="26478"/>
            <a:ext cx="12192002" cy="3573021"/>
            <a:chOff x="-2" y="1247128"/>
            <a:chExt cx="12192002" cy="2143461"/>
          </a:xfrm>
        </p:grpSpPr>
        <p:pic>
          <p:nvPicPr>
            <p:cNvPr id="18" name="图片 17">
              <a:extLst>
                <a:ext uri="{FF2B5EF4-FFF2-40B4-BE49-F238E27FC236}">
                  <a16:creationId xmlns:a16="http://schemas.microsoft.com/office/drawing/2014/main" id="{84BCD6C1-EB7C-49F6-B47A-055106E870C7}"/>
                </a:ext>
              </a:extLst>
            </p:cNvPr>
            <p:cNvPicPr>
              <a:picLocks noChangeAspect="1"/>
            </p:cNvPicPr>
            <p:nvPr/>
          </p:nvPicPr>
          <p:blipFill rotWithShape="1">
            <a:blip r:embed="rId2">
              <a:extLst>
                <a:ext uri="{28A0092B-C50C-407E-A947-70E740481C1C}">
                  <a14:useLocalDpi xmlns:a14="http://schemas.microsoft.com/office/drawing/2010/main" val="0"/>
                </a:ext>
              </a:extLst>
            </a:blip>
            <a:srcRect t="9464" b="13486"/>
            <a:stretch/>
          </p:blipFill>
          <p:spPr>
            <a:xfrm>
              <a:off x="-2" y="1247128"/>
              <a:ext cx="12192002" cy="2143461"/>
            </a:xfrm>
            <a:custGeom>
              <a:avLst/>
              <a:gdLst>
                <a:gd name="connsiteX0" fmla="*/ 0 w 12192000"/>
                <a:gd name="connsiteY0" fmla="*/ 0 h 4104640"/>
                <a:gd name="connsiteX1" fmla="*/ 12192000 w 12192000"/>
                <a:gd name="connsiteY1" fmla="*/ 0 h 4104640"/>
                <a:gd name="connsiteX2" fmla="*/ 12192000 w 12192000"/>
                <a:gd name="connsiteY2" fmla="*/ 2059049 h 4104640"/>
                <a:gd name="connsiteX3" fmla="*/ 12053358 w 12192000"/>
                <a:gd name="connsiteY3" fmla="*/ 2196525 h 4104640"/>
                <a:gd name="connsiteX4" fmla="*/ 6096000 w 12192000"/>
                <a:gd name="connsiteY4" fmla="*/ 4104640 h 4104640"/>
                <a:gd name="connsiteX5" fmla="*/ 138643 w 12192000"/>
                <a:gd name="connsiteY5" fmla="*/ 2196525 h 4104640"/>
                <a:gd name="connsiteX6" fmla="*/ 0 w 12192000"/>
                <a:gd name="connsiteY6" fmla="*/ 2059049 h 410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104640">
                  <a:moveTo>
                    <a:pt x="0" y="0"/>
                  </a:moveTo>
                  <a:lnTo>
                    <a:pt x="12192000" y="0"/>
                  </a:lnTo>
                  <a:lnTo>
                    <a:pt x="12192000" y="2059049"/>
                  </a:lnTo>
                  <a:lnTo>
                    <a:pt x="12053358" y="2196525"/>
                  </a:lnTo>
                  <a:cubicBezTo>
                    <a:pt x="10762282" y="3347745"/>
                    <a:pt x="8575872" y="4104640"/>
                    <a:pt x="6096000" y="4104640"/>
                  </a:cubicBezTo>
                  <a:cubicBezTo>
                    <a:pt x="3616128" y="4104640"/>
                    <a:pt x="1429718" y="3347745"/>
                    <a:pt x="138643" y="2196525"/>
                  </a:cubicBezTo>
                  <a:lnTo>
                    <a:pt x="0" y="2059049"/>
                  </a:lnTo>
                  <a:close/>
                </a:path>
              </a:pathLst>
            </a:custGeom>
          </p:spPr>
        </p:pic>
        <p:sp>
          <p:nvSpPr>
            <p:cNvPr id="26" name="任意多边形: 形状 25">
              <a:extLst>
                <a:ext uri="{FF2B5EF4-FFF2-40B4-BE49-F238E27FC236}">
                  <a16:creationId xmlns:a16="http://schemas.microsoft.com/office/drawing/2014/main" id="{72140561-42C2-4A2A-90DD-B78FC47518C0}"/>
                </a:ext>
              </a:extLst>
            </p:cNvPr>
            <p:cNvSpPr/>
            <p:nvPr/>
          </p:nvSpPr>
          <p:spPr>
            <a:xfrm>
              <a:off x="0" y="1247128"/>
              <a:ext cx="12192000" cy="2143461"/>
            </a:xfrm>
            <a:custGeom>
              <a:avLst/>
              <a:gdLst>
                <a:gd name="connsiteX0" fmla="*/ 0 w 12192000"/>
                <a:gd name="connsiteY0" fmla="*/ 0 h 4104640"/>
                <a:gd name="connsiteX1" fmla="*/ 12192000 w 12192000"/>
                <a:gd name="connsiteY1" fmla="*/ 0 h 4104640"/>
                <a:gd name="connsiteX2" fmla="*/ 12192000 w 12192000"/>
                <a:gd name="connsiteY2" fmla="*/ 2059049 h 4104640"/>
                <a:gd name="connsiteX3" fmla="*/ 12053358 w 12192000"/>
                <a:gd name="connsiteY3" fmla="*/ 2196525 h 4104640"/>
                <a:gd name="connsiteX4" fmla="*/ 6096000 w 12192000"/>
                <a:gd name="connsiteY4" fmla="*/ 4104640 h 4104640"/>
                <a:gd name="connsiteX5" fmla="*/ 138643 w 12192000"/>
                <a:gd name="connsiteY5" fmla="*/ 2196525 h 4104640"/>
                <a:gd name="connsiteX6" fmla="*/ 0 w 12192000"/>
                <a:gd name="connsiteY6" fmla="*/ 2059049 h 410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4104640">
                  <a:moveTo>
                    <a:pt x="0" y="0"/>
                  </a:moveTo>
                  <a:lnTo>
                    <a:pt x="12192000" y="0"/>
                  </a:lnTo>
                  <a:lnTo>
                    <a:pt x="12192000" y="2059049"/>
                  </a:lnTo>
                  <a:lnTo>
                    <a:pt x="12053358" y="2196525"/>
                  </a:lnTo>
                  <a:cubicBezTo>
                    <a:pt x="10762282" y="3347745"/>
                    <a:pt x="8575872" y="4104640"/>
                    <a:pt x="6096000" y="4104640"/>
                  </a:cubicBezTo>
                  <a:cubicBezTo>
                    <a:pt x="3616128" y="4104640"/>
                    <a:pt x="1429718" y="3347745"/>
                    <a:pt x="138643" y="2196525"/>
                  </a:cubicBezTo>
                  <a:lnTo>
                    <a:pt x="0" y="2059049"/>
                  </a:lnTo>
                  <a:close/>
                </a:path>
              </a:pathLst>
            </a:custGeom>
            <a:solidFill>
              <a:srgbClr val="0326A0">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Light"/>
                <a:ea typeface="微软雅黑 Light"/>
                <a:cs typeface="+mn-cs"/>
              </a:endParaRPr>
            </a:p>
          </p:txBody>
        </p:sp>
      </p:grpSp>
      <p:sp>
        <p:nvSpPr>
          <p:cNvPr id="27" name="任意多边形: 形状 26">
            <a:extLst>
              <a:ext uri="{FF2B5EF4-FFF2-40B4-BE49-F238E27FC236}">
                <a16:creationId xmlns:a16="http://schemas.microsoft.com/office/drawing/2014/main" id="{235E151B-EFF0-421D-9A9D-24FBC2AA5FF9}"/>
              </a:ext>
            </a:extLst>
          </p:cNvPr>
          <p:cNvSpPr/>
          <p:nvPr/>
        </p:nvSpPr>
        <p:spPr>
          <a:xfrm>
            <a:off x="0" y="1533191"/>
            <a:ext cx="12192000" cy="1869044"/>
          </a:xfrm>
          <a:custGeom>
            <a:avLst/>
            <a:gdLst>
              <a:gd name="connsiteX0" fmla="*/ 0 w 12192000"/>
              <a:gd name="connsiteY0" fmla="*/ 0 h 4104640"/>
              <a:gd name="connsiteX1" fmla="*/ 12192000 w 12192000"/>
              <a:gd name="connsiteY1" fmla="*/ 0 h 4104640"/>
              <a:gd name="connsiteX2" fmla="*/ 12192000 w 12192000"/>
              <a:gd name="connsiteY2" fmla="*/ 2059049 h 4104640"/>
              <a:gd name="connsiteX3" fmla="*/ 12053358 w 12192000"/>
              <a:gd name="connsiteY3" fmla="*/ 2196525 h 4104640"/>
              <a:gd name="connsiteX4" fmla="*/ 6096000 w 12192000"/>
              <a:gd name="connsiteY4" fmla="*/ 4104640 h 4104640"/>
              <a:gd name="connsiteX5" fmla="*/ 138643 w 12192000"/>
              <a:gd name="connsiteY5" fmla="*/ 2196525 h 4104640"/>
              <a:gd name="connsiteX6" fmla="*/ 0 w 12192000"/>
              <a:gd name="connsiteY6" fmla="*/ 2059049 h 4104640"/>
              <a:gd name="connsiteX0" fmla="*/ 0 w 12192000"/>
              <a:gd name="connsiteY0" fmla="*/ 0 h 4104640"/>
              <a:gd name="connsiteX1" fmla="*/ 12192000 w 12192000"/>
              <a:gd name="connsiteY1" fmla="*/ 0 h 4104640"/>
              <a:gd name="connsiteX2" fmla="*/ 12192000 w 12192000"/>
              <a:gd name="connsiteY2" fmla="*/ 2059049 h 4104640"/>
              <a:gd name="connsiteX3" fmla="*/ 12053358 w 12192000"/>
              <a:gd name="connsiteY3" fmla="*/ 2196525 h 4104640"/>
              <a:gd name="connsiteX4" fmla="*/ 6096000 w 12192000"/>
              <a:gd name="connsiteY4" fmla="*/ 4104640 h 4104640"/>
              <a:gd name="connsiteX5" fmla="*/ 138643 w 12192000"/>
              <a:gd name="connsiteY5" fmla="*/ 2196525 h 4104640"/>
              <a:gd name="connsiteX6" fmla="*/ 0 w 12192000"/>
              <a:gd name="connsiteY6" fmla="*/ 2059049 h 4104640"/>
              <a:gd name="connsiteX7" fmla="*/ 91440 w 12192000"/>
              <a:gd name="connsiteY7" fmla="*/ 87904 h 4104640"/>
              <a:gd name="connsiteX0" fmla="*/ 0 w 12192000"/>
              <a:gd name="connsiteY0" fmla="*/ 0 h 4104640"/>
              <a:gd name="connsiteX1" fmla="*/ 12192000 w 12192000"/>
              <a:gd name="connsiteY1" fmla="*/ 0 h 4104640"/>
              <a:gd name="connsiteX2" fmla="*/ 12192000 w 12192000"/>
              <a:gd name="connsiteY2" fmla="*/ 2059049 h 4104640"/>
              <a:gd name="connsiteX3" fmla="*/ 12053358 w 12192000"/>
              <a:gd name="connsiteY3" fmla="*/ 2196525 h 4104640"/>
              <a:gd name="connsiteX4" fmla="*/ 6096000 w 12192000"/>
              <a:gd name="connsiteY4" fmla="*/ 4104640 h 4104640"/>
              <a:gd name="connsiteX5" fmla="*/ 138643 w 12192000"/>
              <a:gd name="connsiteY5" fmla="*/ 2196525 h 4104640"/>
              <a:gd name="connsiteX6" fmla="*/ 0 w 12192000"/>
              <a:gd name="connsiteY6" fmla="*/ 2059049 h 4104640"/>
              <a:gd name="connsiteX0" fmla="*/ 0 w 12192000"/>
              <a:gd name="connsiteY0" fmla="*/ 0 h 4104640"/>
              <a:gd name="connsiteX1" fmla="*/ 12192000 w 12192000"/>
              <a:gd name="connsiteY1" fmla="*/ 2059049 h 4104640"/>
              <a:gd name="connsiteX2" fmla="*/ 12053358 w 12192000"/>
              <a:gd name="connsiteY2" fmla="*/ 2196525 h 4104640"/>
              <a:gd name="connsiteX3" fmla="*/ 6096000 w 12192000"/>
              <a:gd name="connsiteY3" fmla="*/ 4104640 h 4104640"/>
              <a:gd name="connsiteX4" fmla="*/ 138643 w 12192000"/>
              <a:gd name="connsiteY4" fmla="*/ 2196525 h 4104640"/>
              <a:gd name="connsiteX5" fmla="*/ 0 w 12192000"/>
              <a:gd name="connsiteY5" fmla="*/ 2059049 h 4104640"/>
              <a:gd name="connsiteX0" fmla="*/ 12192000 w 12192000"/>
              <a:gd name="connsiteY0" fmla="*/ 0 h 2045591"/>
              <a:gd name="connsiteX1" fmla="*/ 12053358 w 12192000"/>
              <a:gd name="connsiteY1" fmla="*/ 137476 h 2045591"/>
              <a:gd name="connsiteX2" fmla="*/ 6096000 w 12192000"/>
              <a:gd name="connsiteY2" fmla="*/ 2045591 h 2045591"/>
              <a:gd name="connsiteX3" fmla="*/ 138643 w 12192000"/>
              <a:gd name="connsiteY3" fmla="*/ 137476 h 2045591"/>
              <a:gd name="connsiteX4" fmla="*/ 0 w 12192000"/>
              <a:gd name="connsiteY4" fmla="*/ 0 h 20455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2045591">
                <a:moveTo>
                  <a:pt x="12192000" y="0"/>
                </a:moveTo>
                <a:lnTo>
                  <a:pt x="12053358" y="137476"/>
                </a:lnTo>
                <a:cubicBezTo>
                  <a:pt x="10762282" y="1288696"/>
                  <a:pt x="8575872" y="2045591"/>
                  <a:pt x="6096000" y="2045591"/>
                </a:cubicBezTo>
                <a:cubicBezTo>
                  <a:pt x="3616128" y="2045591"/>
                  <a:pt x="1429718" y="1288696"/>
                  <a:pt x="138643" y="137476"/>
                </a:cubicBezTo>
                <a:lnTo>
                  <a:pt x="0" y="0"/>
                </a:lnTo>
              </a:path>
            </a:pathLst>
          </a:custGeom>
          <a:no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Light"/>
              <a:ea typeface="微软雅黑 Light"/>
              <a:cs typeface="+mn-cs"/>
            </a:endParaRPr>
          </a:p>
        </p:txBody>
      </p:sp>
      <p:grpSp>
        <p:nvGrpSpPr>
          <p:cNvPr id="51" name="组合 50">
            <a:extLst>
              <a:ext uri="{FF2B5EF4-FFF2-40B4-BE49-F238E27FC236}">
                <a16:creationId xmlns:a16="http://schemas.microsoft.com/office/drawing/2014/main" id="{8D62FF53-4242-45D7-9276-50AAC04C9B6F}"/>
              </a:ext>
            </a:extLst>
          </p:cNvPr>
          <p:cNvGrpSpPr/>
          <p:nvPr/>
        </p:nvGrpSpPr>
        <p:grpSpPr>
          <a:xfrm>
            <a:off x="4240858" y="6021288"/>
            <a:ext cx="7508944" cy="511504"/>
            <a:chOff x="4571618" y="2965463"/>
            <a:chExt cx="7508944" cy="511504"/>
          </a:xfrm>
        </p:grpSpPr>
        <p:sp>
          <p:nvSpPr>
            <p:cNvPr id="57" name="副标题 16">
              <a:extLst>
                <a:ext uri="{FF2B5EF4-FFF2-40B4-BE49-F238E27FC236}">
                  <a16:creationId xmlns:a16="http://schemas.microsoft.com/office/drawing/2014/main" id="{AFCE5FD3-A6E4-4B69-927C-7EE5EE85CA5A}"/>
                </a:ext>
              </a:extLst>
            </p:cNvPr>
            <p:cNvSpPr txBox="1">
              <a:spLocks/>
            </p:cNvSpPr>
            <p:nvPr/>
          </p:nvSpPr>
          <p:spPr>
            <a:xfrm>
              <a:off x="4571618" y="2965463"/>
              <a:ext cx="1384995" cy="306046"/>
            </a:xfrm>
            <a:prstGeom prst="rect">
              <a:avLst/>
            </a:prstGeom>
            <a:noFill/>
          </p:spPr>
          <p:txBody>
            <a:bodyPr vert="horz" wrap="none" lIns="0" tIns="0" rIns="0" bIns="0" rtlCol="0" anchor="ctr">
              <a:sp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1800" b="0" kern="1200" dirty="0">
                  <a:solidFill>
                    <a:schemeClr val="bg1">
                      <a:lumMod val="75000"/>
                    </a:schemeClr>
                  </a:solidFill>
                  <a:latin typeface="+mn-lt"/>
                  <a:ea typeface="+mn-ea"/>
                  <a:cs typeface="+mn-ea"/>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0000"/>
                </a:lnSpc>
                <a:spcBef>
                  <a:spcPts val="0"/>
                </a:spcBef>
                <a:spcAft>
                  <a:spcPts val="0"/>
                </a:spcAft>
                <a:buClrTx/>
                <a:buSzTx/>
                <a:buFont typeface="Arial" panose="020B0604020202020204" pitchFamily="34" charset="0"/>
                <a:buNone/>
                <a:tabLst/>
                <a:defRPr/>
              </a:pPr>
              <a:r>
                <a:rPr lang="zh-CN" altLang="en-US" b="1" dirty="0">
                  <a:solidFill>
                    <a:prstClr val="white"/>
                  </a:solidFill>
                  <a:latin typeface="微软雅黑 Light"/>
                  <a:ea typeface="微软雅黑 Light"/>
                </a:rPr>
                <a:t>五角场情报站</a:t>
              </a:r>
              <a:endParaRPr kumimoji="0" lang="zh-CN" altLang="en-US" sz="1800" b="1" i="0" u="none" strike="noStrike" kern="1200" cap="none" spc="0" normalizeH="0" baseline="0" noProof="0" dirty="0">
                <a:ln>
                  <a:noFill/>
                </a:ln>
                <a:solidFill>
                  <a:prstClr val="white"/>
                </a:solidFill>
                <a:effectLst/>
                <a:uLnTx/>
                <a:uFillTx/>
                <a:latin typeface="微软雅黑 Light"/>
                <a:ea typeface="微软雅黑 Light"/>
              </a:endParaRPr>
            </a:p>
          </p:txBody>
        </p:sp>
        <p:sp>
          <p:nvSpPr>
            <p:cNvPr id="54" name="矩形: 圆角 53">
              <a:extLst>
                <a:ext uri="{FF2B5EF4-FFF2-40B4-BE49-F238E27FC236}">
                  <a16:creationId xmlns:a16="http://schemas.microsoft.com/office/drawing/2014/main" id="{5785A2EF-3D15-486B-860F-718362246C1C}"/>
                </a:ext>
              </a:extLst>
            </p:cNvPr>
            <p:cNvSpPr/>
            <p:nvPr/>
          </p:nvSpPr>
          <p:spPr>
            <a:xfrm>
              <a:off x="10315192" y="3136562"/>
              <a:ext cx="1765370" cy="340405"/>
            </a:xfrm>
            <a:prstGeom prst="roundRect">
              <a:avLst>
                <a:gd name="adj" fmla="val 50000"/>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Segoe UI Light"/>
                  <a:ea typeface="微软雅黑 Light"/>
                  <a:cs typeface="+mn-cs"/>
                </a:rPr>
                <a:t>王心亦</a:t>
              </a:r>
            </a:p>
          </p:txBody>
        </p:sp>
      </p:grpSp>
      <p:cxnSp>
        <p:nvCxnSpPr>
          <p:cNvPr id="6" name="直接连接符 5">
            <a:extLst>
              <a:ext uri="{FF2B5EF4-FFF2-40B4-BE49-F238E27FC236}">
                <a16:creationId xmlns:a16="http://schemas.microsoft.com/office/drawing/2014/main" id="{2F8232FF-5A1D-40C3-855E-0ECB2E876267}"/>
              </a:ext>
            </a:extLst>
          </p:cNvPr>
          <p:cNvCxnSpPr/>
          <p:nvPr/>
        </p:nvCxnSpPr>
        <p:spPr>
          <a:xfrm>
            <a:off x="1199456" y="5229200"/>
            <a:ext cx="9793088" cy="0"/>
          </a:xfrm>
          <a:prstGeom prst="line">
            <a:avLst/>
          </a:prstGeom>
          <a:ln>
            <a:solidFill>
              <a:srgbClr val="0326A0"/>
            </a:solidFill>
          </a:ln>
        </p:spPr>
        <p:style>
          <a:lnRef idx="1">
            <a:schemeClr val="accent1"/>
          </a:lnRef>
          <a:fillRef idx="0">
            <a:schemeClr val="accent1"/>
          </a:fillRef>
          <a:effectRef idx="0">
            <a:schemeClr val="accent1"/>
          </a:effectRef>
          <a:fontRef idx="minor">
            <a:schemeClr val="tx1"/>
          </a:fontRef>
        </p:style>
      </p:cxnSp>
      <p:grpSp>
        <p:nvGrpSpPr>
          <p:cNvPr id="21" name="组合 20">
            <a:extLst>
              <a:ext uri="{FF2B5EF4-FFF2-40B4-BE49-F238E27FC236}">
                <a16:creationId xmlns:a16="http://schemas.microsoft.com/office/drawing/2014/main" id="{109994FF-4472-4AFE-90AA-6B5737831021}"/>
              </a:ext>
            </a:extLst>
          </p:cNvPr>
          <p:cNvGrpSpPr/>
          <p:nvPr/>
        </p:nvGrpSpPr>
        <p:grpSpPr>
          <a:xfrm>
            <a:off x="3496344" y="783730"/>
            <a:ext cx="5199311" cy="2101515"/>
            <a:chOff x="3660681" y="738763"/>
            <a:chExt cx="5199311" cy="2101515"/>
          </a:xfrm>
        </p:grpSpPr>
        <p:pic>
          <p:nvPicPr>
            <p:cNvPr id="22" name="图片 21">
              <a:extLst>
                <a:ext uri="{FF2B5EF4-FFF2-40B4-BE49-F238E27FC236}">
                  <a16:creationId xmlns:a16="http://schemas.microsoft.com/office/drawing/2014/main" id="{2A39094D-0691-4BE3-885C-6DF4DBE0F28C}"/>
                </a:ext>
              </a:extLst>
            </p:cNvPr>
            <p:cNvPicPr>
              <a:picLocks noChangeAspect="1"/>
            </p:cNvPicPr>
            <p:nvPr/>
          </p:nvPicPr>
          <p:blipFill rotWithShape="1">
            <a:blip r:embed="rId3" cstate="print">
              <a:extLst>
                <a:ext uri="{BEBA8EAE-BF5A-486C-A8C5-ECC9F3942E4B}">
                  <a14:imgProps xmlns:a14="http://schemas.microsoft.com/office/drawing/2010/main">
                    <a14:imgLayer r:embed="rId4">
                      <a14:imgEffect>
                        <a14:saturation sat="400000"/>
                      </a14:imgEffect>
                    </a14:imgLayer>
                  </a14:imgProps>
                </a:ext>
                <a:ext uri="{28A0092B-C50C-407E-A947-70E740481C1C}">
                  <a14:useLocalDpi xmlns:a14="http://schemas.microsoft.com/office/drawing/2010/main" val="0"/>
                </a:ext>
              </a:extLst>
            </a:blip>
            <a:srcRect l="35825" t="20885" r="37007" b="22516"/>
            <a:stretch/>
          </p:blipFill>
          <p:spPr>
            <a:xfrm>
              <a:off x="3660681" y="738763"/>
              <a:ext cx="2260386" cy="2101515"/>
            </a:xfrm>
            <a:prstGeom prst="rect">
              <a:avLst/>
            </a:prstGeom>
          </p:spPr>
        </p:pic>
        <p:pic>
          <p:nvPicPr>
            <p:cNvPr id="23" name="图片 22">
              <a:extLst>
                <a:ext uri="{FF2B5EF4-FFF2-40B4-BE49-F238E27FC236}">
                  <a16:creationId xmlns:a16="http://schemas.microsoft.com/office/drawing/2014/main" id="{4A8387E5-78E4-4555-8C11-B745FE8BDE34}"/>
                </a:ext>
              </a:extLst>
            </p:cNvPr>
            <p:cNvPicPr>
              <a:picLocks noChangeAspect="1"/>
            </p:cNvPicPr>
            <p:nvPr/>
          </p:nvPicPr>
          <p:blipFill rotWithShape="1">
            <a:blip r:embed="rId5" cstate="print">
              <a:extLst>
                <a:ext uri="{BEBA8EAE-BF5A-486C-A8C5-ECC9F3942E4B}">
                  <a14:imgProps xmlns:a14="http://schemas.microsoft.com/office/drawing/2010/main">
                    <a14:imgLayer r:embed="rId6">
                      <a14:imgEffect>
                        <a14:saturation sat="400000"/>
                      </a14:imgEffect>
                    </a14:imgLayer>
                  </a14:imgProps>
                </a:ext>
                <a:ext uri="{28A0092B-C50C-407E-A947-70E740481C1C}">
                  <a14:useLocalDpi xmlns:a14="http://schemas.microsoft.com/office/drawing/2010/main" val="0"/>
                </a:ext>
              </a:extLst>
            </a:blip>
            <a:srcRect l="25332" t="43886" r="22694"/>
            <a:stretch/>
          </p:blipFill>
          <p:spPr>
            <a:xfrm>
              <a:off x="5994288" y="1099152"/>
              <a:ext cx="2865704" cy="1380735"/>
            </a:xfrm>
            <a:prstGeom prst="rect">
              <a:avLst/>
            </a:prstGeom>
          </p:spPr>
        </p:pic>
      </p:grpSp>
      <p:sp>
        <p:nvSpPr>
          <p:cNvPr id="2" name="文本框 1">
            <a:extLst>
              <a:ext uri="{FF2B5EF4-FFF2-40B4-BE49-F238E27FC236}">
                <a16:creationId xmlns:a16="http://schemas.microsoft.com/office/drawing/2014/main" id="{C337736F-8425-39D4-E3AA-C1FD4E8C327D}"/>
              </a:ext>
            </a:extLst>
          </p:cNvPr>
          <p:cNvSpPr txBox="1"/>
          <p:nvPr/>
        </p:nvSpPr>
        <p:spPr>
          <a:xfrm>
            <a:off x="1487488" y="3602692"/>
            <a:ext cx="8998858" cy="2369880"/>
          </a:xfrm>
          <a:prstGeom prst="rect">
            <a:avLst/>
          </a:prstGeom>
          <a:noFill/>
        </p:spPr>
        <p:txBody>
          <a:bodyPr wrap="square" rtlCol="0">
            <a:spAutoFit/>
          </a:bodyPr>
          <a:lstStyle/>
          <a:p>
            <a:pPr lvl="0" algn="ctr">
              <a:defRPr/>
            </a:pPr>
            <a:r>
              <a:rPr lang="zh-CN" altLang="zh-CN" sz="4000" dirty="0">
                <a:latin typeface="Arial" panose="020B0604020202020204" pitchFamily="34" charset="0"/>
                <a:ea typeface="微软雅黑" panose="020B0503020204020204" pitchFamily="34" charset="-122"/>
              </a:rPr>
              <a:t>贸易战</a:t>
            </a:r>
            <a:r>
              <a:rPr lang="en-US" altLang="zh-CN" sz="4000" dirty="0">
                <a:latin typeface="Arial" panose="020B0604020202020204" pitchFamily="34" charset="0"/>
                <a:ea typeface="微软雅黑" panose="020B0503020204020204" pitchFamily="34" charset="-122"/>
              </a:rPr>
              <a:t>2.0</a:t>
            </a:r>
            <a:r>
              <a:rPr lang="zh-CN" altLang="zh-CN" sz="4000" dirty="0">
                <a:latin typeface="Arial" panose="020B0604020202020204" pitchFamily="34" charset="0"/>
                <a:ea typeface="微软雅黑" panose="020B0503020204020204" pitchFamily="34" charset="-122"/>
              </a:rPr>
              <a:t>背景下</a:t>
            </a:r>
            <a:endParaRPr lang="en-US" altLang="zh-CN" sz="4000" dirty="0">
              <a:latin typeface="Arial" panose="020B0604020202020204" pitchFamily="34" charset="0"/>
              <a:ea typeface="微软雅黑" panose="020B0503020204020204" pitchFamily="34" charset="-122"/>
            </a:endParaRPr>
          </a:p>
          <a:p>
            <a:pPr lvl="0" algn="ctr">
              <a:defRPr/>
            </a:pPr>
            <a:r>
              <a:rPr lang="zh-CN" altLang="zh-CN" sz="4000" dirty="0">
                <a:latin typeface="Arial" panose="020B0604020202020204" pitchFamily="34" charset="0"/>
                <a:ea typeface="微软雅黑" panose="020B0503020204020204" pitchFamily="34" charset="-122"/>
              </a:rPr>
              <a:t>中国</a:t>
            </a:r>
            <a:r>
              <a:rPr lang="zh-CN" altLang="en-US" sz="4000" dirty="0">
                <a:latin typeface="Arial" panose="020B0604020202020204" pitchFamily="34" charset="0"/>
                <a:ea typeface="微软雅黑" panose="020B0503020204020204" pitchFamily="34" charset="-122"/>
              </a:rPr>
              <a:t>企业</a:t>
            </a:r>
            <a:r>
              <a:rPr lang="zh-CN" altLang="zh-CN" sz="4000" dirty="0">
                <a:latin typeface="Arial" panose="020B0604020202020204" pitchFamily="34" charset="0"/>
                <a:ea typeface="微软雅黑" panose="020B0503020204020204" pitchFamily="34" charset="-122"/>
              </a:rPr>
              <a:t>出海策略研究</a:t>
            </a:r>
            <a:endParaRPr lang="en-US" altLang="zh-CN" sz="4000" dirty="0">
              <a:latin typeface="Arial" panose="020B0604020202020204" pitchFamily="34" charset="0"/>
              <a:ea typeface="微软雅黑" panose="020B0503020204020204" pitchFamily="34" charset="-122"/>
            </a:endParaRPr>
          </a:p>
          <a:p>
            <a:pPr lvl="0" algn="ctr">
              <a:defRPr/>
            </a:pPr>
            <a:endParaRPr lang="en-US" altLang="zh-CN" sz="4000" dirty="0">
              <a:latin typeface="Arial" panose="020B0604020202020204" pitchFamily="34" charset="0"/>
              <a:ea typeface="微软雅黑" panose="020B0503020204020204" pitchFamily="34" charset="-122"/>
            </a:endParaRPr>
          </a:p>
          <a:p>
            <a:pPr lvl="0" algn="ctr">
              <a:defRPr/>
            </a:pPr>
            <a:r>
              <a:rPr kumimoji="0" lang="en-US" altLang="zh-CN" sz="280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a:t>
            </a:r>
            <a:r>
              <a:rPr kumimoji="0" lang="zh-CN" altLang="en-US" sz="280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rPr>
              <a:t>光伏产业</a:t>
            </a:r>
          </a:p>
        </p:txBody>
      </p:sp>
    </p:spTree>
    <p:extLst>
      <p:ext uri="{BB962C8B-B14F-4D97-AF65-F5344CB8AC3E}">
        <p14:creationId xmlns:p14="http://schemas.microsoft.com/office/powerpoint/2010/main" val="22896595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6017C5CB-B917-4295-AF03-A76B2D5F5EE0}"/>
              </a:ext>
            </a:extLst>
          </p:cNvPr>
          <p:cNvGrpSpPr/>
          <p:nvPr/>
        </p:nvGrpSpPr>
        <p:grpSpPr>
          <a:xfrm>
            <a:off x="-240704" y="246620"/>
            <a:ext cx="6236912" cy="734108"/>
            <a:chOff x="-240704" y="246620"/>
            <a:chExt cx="3456384" cy="734108"/>
          </a:xfrm>
        </p:grpSpPr>
        <p:sp>
          <p:nvSpPr>
            <p:cNvPr id="2" name="矩形: 圆角 1">
              <a:extLst>
                <a:ext uri="{FF2B5EF4-FFF2-40B4-BE49-F238E27FC236}">
                  <a16:creationId xmlns:a16="http://schemas.microsoft.com/office/drawing/2014/main" id="{F5A436C1-C15F-4395-B0DB-F5ABB84C2E2A}"/>
                </a:ext>
              </a:extLst>
            </p:cNvPr>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Segoe UI Light"/>
                <a:ea typeface="微软雅黑 Light"/>
                <a:cs typeface="+mn-cs"/>
              </a:endParaRPr>
            </a:p>
          </p:txBody>
        </p:sp>
        <p:sp>
          <p:nvSpPr>
            <p:cNvPr id="3" name="文本占位符 3">
              <a:extLst>
                <a:ext uri="{FF2B5EF4-FFF2-40B4-BE49-F238E27FC236}">
                  <a16:creationId xmlns:a16="http://schemas.microsoft.com/office/drawing/2014/main" id="{562D85A3-18CD-4C57-B4E2-E9D64F0F98B0}"/>
                </a:ext>
              </a:extLst>
            </p:cNvPr>
            <p:cNvSpPr txBox="1">
              <a:spLocks/>
            </p:cNvSpPr>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b="1" dirty="0">
                  <a:solidFill>
                    <a:prstClr val="white"/>
                  </a:solidFill>
                  <a:latin typeface="微软雅黑" panose="020B0503020204020204" pitchFamily="34" charset="-122"/>
                  <a:ea typeface="微软雅黑" panose="020B0503020204020204" pitchFamily="34" charset="-122"/>
                </a:rPr>
                <a:t>1</a:t>
              </a:r>
              <a:r>
                <a:rPr lang="zh-CN" altLang="en-US" b="1" dirty="0">
                  <a:solidFill>
                    <a:prstClr val="white"/>
                  </a:solidFill>
                  <a:latin typeface="微软雅黑" panose="020B0503020204020204" pitchFamily="34" charset="-122"/>
                  <a:ea typeface="微软雅黑" panose="020B0503020204020204" pitchFamily="34" charset="-122"/>
                </a:rPr>
                <a:t>、国内出口体量与市场地位</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25" name="图片 24">
            <a:extLst>
              <a:ext uri="{FF2B5EF4-FFF2-40B4-BE49-F238E27FC236}">
                <a16:creationId xmlns:a16="http://schemas.microsoft.com/office/drawing/2014/main" id="{56A0FBD3-F373-4913-8128-42530A5B41A6}"/>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sp>
        <p:nvSpPr>
          <p:cNvPr id="26" name="矩形 25">
            <a:extLst>
              <a:ext uri="{FF2B5EF4-FFF2-40B4-BE49-F238E27FC236}">
                <a16:creationId xmlns:a16="http://schemas.microsoft.com/office/drawing/2014/main" id="{03ED9365-F891-4160-9B93-701009C9BD21}"/>
              </a:ext>
            </a:extLst>
          </p:cNvPr>
          <p:cNvSpPr/>
          <p:nvPr/>
        </p:nvSpPr>
        <p:spPr>
          <a:xfrm>
            <a:off x="375805" y="6426714"/>
            <a:ext cx="319991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300" normalizeH="0" baseline="0" noProof="0" dirty="0">
                <a:ln>
                  <a:noFill/>
                </a:ln>
                <a:solidFill>
                  <a:prstClr val="black">
                    <a:lumMod val="50000"/>
                    <a:lumOff val="50000"/>
                  </a:prstClr>
                </a:solidFill>
                <a:effectLst/>
                <a:uLnTx/>
                <a:uFillTx/>
                <a:latin typeface="微软雅黑" panose="020B0503020204020204" pitchFamily="34" charset="-122"/>
                <a:ea typeface="微软雅黑"/>
                <a:cs typeface="Arial" panose="020B0604020202020204" pitchFamily="34" charset="0"/>
              </a:rPr>
              <a:t>博学而笃志  切问而近思 </a:t>
            </a:r>
            <a:endParaRPr kumimoji="0" lang="zh-CN" altLang="en-US" sz="1800" b="0" i="0" u="none" strike="noStrike" kern="0" cap="none" spc="0" normalizeH="0" baseline="0" noProof="0" dirty="0">
              <a:ln>
                <a:noFill/>
              </a:ln>
              <a:solidFill>
                <a:prstClr val="black">
                  <a:lumMod val="50000"/>
                  <a:lumOff val="50000"/>
                </a:prstClr>
              </a:solidFill>
              <a:effectLst/>
              <a:uLnTx/>
              <a:uFillTx/>
              <a:latin typeface="Segoe UI Light"/>
              <a:ea typeface="微软雅黑 Light"/>
              <a:cs typeface="+mn-cs"/>
            </a:endParaRPr>
          </a:p>
        </p:txBody>
      </p:sp>
      <p:sp>
        <p:nvSpPr>
          <p:cNvPr id="31" name="right-quote-sign_56826">
            <a:extLst>
              <a:ext uri="{FF2B5EF4-FFF2-40B4-BE49-F238E27FC236}">
                <a16:creationId xmlns:a16="http://schemas.microsoft.com/office/drawing/2014/main" id="{DAB1E55E-326E-4A45-BBE4-08477CC844F5}"/>
              </a:ext>
            </a:extLst>
          </p:cNvPr>
          <p:cNvSpPr>
            <a:spLocks noChangeAspect="1"/>
          </p:cNvSpPr>
          <p:nvPr/>
        </p:nvSpPr>
        <p:spPr bwMode="auto">
          <a:xfrm>
            <a:off x="9819841" y="4835456"/>
            <a:ext cx="1345501" cy="1185832"/>
          </a:xfrm>
          <a:custGeom>
            <a:avLst/>
            <a:gdLst>
              <a:gd name="connsiteX0" fmla="*/ 387182 w 607899"/>
              <a:gd name="connsiteY0" fmla="*/ 0 h 535760"/>
              <a:gd name="connsiteX1" fmla="*/ 576756 w 607899"/>
              <a:gd name="connsiteY1" fmla="*/ 0 h 535760"/>
              <a:gd name="connsiteX2" fmla="*/ 607899 w 607899"/>
              <a:gd name="connsiteY2" fmla="*/ 31095 h 535760"/>
              <a:gd name="connsiteX3" fmla="*/ 607899 w 607899"/>
              <a:gd name="connsiteY3" fmla="*/ 179895 h 535760"/>
              <a:gd name="connsiteX4" fmla="*/ 588633 w 607899"/>
              <a:gd name="connsiteY4" fmla="*/ 352227 h 535760"/>
              <a:gd name="connsiteX5" fmla="*/ 517368 w 607899"/>
              <a:gd name="connsiteY5" fmla="*/ 465449 h 535760"/>
              <a:gd name="connsiteX6" fmla="*/ 412808 w 607899"/>
              <a:gd name="connsiteY6" fmla="*/ 533196 h 535760"/>
              <a:gd name="connsiteX7" fmla="*/ 372219 w 607899"/>
              <a:gd name="connsiteY7" fmla="*/ 517975 h 535760"/>
              <a:gd name="connsiteX8" fmla="*/ 349773 w 607899"/>
              <a:gd name="connsiteY8" fmla="*/ 470679 h 535760"/>
              <a:gd name="connsiteX9" fmla="*/ 365251 w 607899"/>
              <a:gd name="connsiteY9" fmla="*/ 428891 h 535760"/>
              <a:gd name="connsiteX10" fmla="*/ 443390 w 607899"/>
              <a:gd name="connsiteY10" fmla="*/ 370529 h 535760"/>
              <a:gd name="connsiteX11" fmla="*/ 477901 w 607899"/>
              <a:gd name="connsiteY11" fmla="*/ 251471 h 535760"/>
              <a:gd name="connsiteX12" fmla="*/ 387182 w 607899"/>
              <a:gd name="connsiteY12" fmla="*/ 251471 h 535760"/>
              <a:gd name="connsiteX13" fmla="*/ 356039 w 607899"/>
              <a:gd name="connsiteY13" fmla="*/ 220375 h 535760"/>
              <a:gd name="connsiteX14" fmla="*/ 356039 w 607899"/>
              <a:gd name="connsiteY14" fmla="*/ 31095 h 535760"/>
              <a:gd name="connsiteX15" fmla="*/ 387182 w 607899"/>
              <a:gd name="connsiteY15" fmla="*/ 0 h 535760"/>
              <a:gd name="connsiteX16" fmla="*/ 40424 w 607899"/>
              <a:gd name="connsiteY16" fmla="*/ 0 h 535760"/>
              <a:gd name="connsiteX17" fmla="*/ 229998 w 607899"/>
              <a:gd name="connsiteY17" fmla="*/ 0 h 535760"/>
              <a:gd name="connsiteX18" fmla="*/ 261141 w 607899"/>
              <a:gd name="connsiteY18" fmla="*/ 31094 h 535760"/>
              <a:gd name="connsiteX19" fmla="*/ 261141 w 607899"/>
              <a:gd name="connsiteY19" fmla="*/ 179887 h 535760"/>
              <a:gd name="connsiteX20" fmla="*/ 241875 w 607899"/>
              <a:gd name="connsiteY20" fmla="*/ 352631 h 535760"/>
              <a:gd name="connsiteX21" fmla="*/ 170189 w 607899"/>
              <a:gd name="connsiteY21" fmla="*/ 465428 h 535760"/>
              <a:gd name="connsiteX22" fmla="*/ 66144 w 607899"/>
              <a:gd name="connsiteY22" fmla="*/ 533032 h 535760"/>
              <a:gd name="connsiteX23" fmla="*/ 25414 w 607899"/>
              <a:gd name="connsiteY23" fmla="*/ 517859 h 535760"/>
              <a:gd name="connsiteX24" fmla="*/ 3015 w 607899"/>
              <a:gd name="connsiteY24" fmla="*/ 470657 h 535760"/>
              <a:gd name="connsiteX25" fmla="*/ 18493 w 607899"/>
              <a:gd name="connsiteY25" fmla="*/ 428872 h 535760"/>
              <a:gd name="connsiteX26" fmla="*/ 96632 w 607899"/>
              <a:gd name="connsiteY26" fmla="*/ 370513 h 535760"/>
              <a:gd name="connsiteX27" fmla="*/ 131143 w 607899"/>
              <a:gd name="connsiteY27" fmla="*/ 251459 h 535760"/>
              <a:gd name="connsiteX28" fmla="*/ 40424 w 607899"/>
              <a:gd name="connsiteY28" fmla="*/ 251459 h 535760"/>
              <a:gd name="connsiteX29" fmla="*/ 9281 w 607899"/>
              <a:gd name="connsiteY29" fmla="*/ 220365 h 535760"/>
              <a:gd name="connsiteX30" fmla="*/ 9281 w 607899"/>
              <a:gd name="connsiteY30" fmla="*/ 31094 h 535760"/>
              <a:gd name="connsiteX31" fmla="*/ 40424 w 607899"/>
              <a:gd name="connsiteY31" fmla="*/ 0 h 53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899" h="535760">
                <a:moveTo>
                  <a:pt x="387182" y="0"/>
                </a:moveTo>
                <a:lnTo>
                  <a:pt x="576756" y="0"/>
                </a:lnTo>
                <a:cubicBezTo>
                  <a:pt x="593964" y="0"/>
                  <a:pt x="607899" y="13914"/>
                  <a:pt x="607899" y="31095"/>
                </a:cubicBezTo>
                <a:lnTo>
                  <a:pt x="607899" y="179895"/>
                </a:lnTo>
                <a:cubicBezTo>
                  <a:pt x="607899" y="252731"/>
                  <a:pt x="601493" y="310113"/>
                  <a:pt x="588633" y="352227"/>
                </a:cubicBezTo>
                <a:cubicBezTo>
                  <a:pt x="575820" y="394294"/>
                  <a:pt x="552065" y="432020"/>
                  <a:pt x="517368" y="465449"/>
                </a:cubicBezTo>
                <a:cubicBezTo>
                  <a:pt x="488937" y="492856"/>
                  <a:pt x="454099" y="515361"/>
                  <a:pt x="412808" y="533196"/>
                </a:cubicBezTo>
                <a:cubicBezTo>
                  <a:pt x="397377" y="539826"/>
                  <a:pt x="379467" y="533196"/>
                  <a:pt x="372219" y="517975"/>
                </a:cubicBezTo>
                <a:lnTo>
                  <a:pt x="349773" y="470679"/>
                </a:lnTo>
                <a:cubicBezTo>
                  <a:pt x="342291" y="454851"/>
                  <a:pt x="349212" y="435941"/>
                  <a:pt x="365251" y="428891"/>
                </a:cubicBezTo>
                <a:cubicBezTo>
                  <a:pt x="400089" y="413530"/>
                  <a:pt x="426182" y="394061"/>
                  <a:pt x="443390" y="370529"/>
                </a:cubicBezTo>
                <a:cubicBezTo>
                  <a:pt x="465181" y="340695"/>
                  <a:pt x="476732" y="301055"/>
                  <a:pt x="477901" y="251471"/>
                </a:cubicBezTo>
                <a:lnTo>
                  <a:pt x="387182" y="251471"/>
                </a:lnTo>
                <a:cubicBezTo>
                  <a:pt x="369974" y="251471"/>
                  <a:pt x="356039" y="237557"/>
                  <a:pt x="356039" y="220375"/>
                </a:cubicBezTo>
                <a:lnTo>
                  <a:pt x="356039" y="31095"/>
                </a:lnTo>
                <a:cubicBezTo>
                  <a:pt x="356039" y="13914"/>
                  <a:pt x="369974" y="0"/>
                  <a:pt x="387182" y="0"/>
                </a:cubicBezTo>
                <a:close/>
                <a:moveTo>
                  <a:pt x="40424" y="0"/>
                </a:moveTo>
                <a:lnTo>
                  <a:pt x="229998" y="0"/>
                </a:lnTo>
                <a:cubicBezTo>
                  <a:pt x="247206" y="0"/>
                  <a:pt x="261141" y="13913"/>
                  <a:pt x="261141" y="31094"/>
                </a:cubicBezTo>
                <a:lnTo>
                  <a:pt x="261141" y="179887"/>
                </a:lnTo>
                <a:cubicBezTo>
                  <a:pt x="261141" y="253280"/>
                  <a:pt x="254735" y="310846"/>
                  <a:pt x="241875" y="352631"/>
                </a:cubicBezTo>
                <a:cubicBezTo>
                  <a:pt x="229062" y="394417"/>
                  <a:pt x="205167" y="432000"/>
                  <a:pt x="170189" y="465428"/>
                </a:cubicBezTo>
                <a:cubicBezTo>
                  <a:pt x="141571" y="492741"/>
                  <a:pt x="106920" y="515291"/>
                  <a:pt x="66144" y="533032"/>
                </a:cubicBezTo>
                <a:cubicBezTo>
                  <a:pt x="50665" y="539755"/>
                  <a:pt x="32662" y="533032"/>
                  <a:pt x="25414" y="517859"/>
                </a:cubicBezTo>
                <a:lnTo>
                  <a:pt x="3015" y="470657"/>
                </a:lnTo>
                <a:cubicBezTo>
                  <a:pt x="-4467" y="454830"/>
                  <a:pt x="2454" y="435922"/>
                  <a:pt x="18493" y="428872"/>
                </a:cubicBezTo>
                <a:cubicBezTo>
                  <a:pt x="53331" y="413512"/>
                  <a:pt x="79424" y="394043"/>
                  <a:pt x="96632" y="370513"/>
                </a:cubicBezTo>
                <a:cubicBezTo>
                  <a:pt x="118423" y="340679"/>
                  <a:pt x="129974" y="301041"/>
                  <a:pt x="131143" y="251459"/>
                </a:cubicBezTo>
                <a:lnTo>
                  <a:pt x="40424" y="251459"/>
                </a:lnTo>
                <a:cubicBezTo>
                  <a:pt x="23216" y="251459"/>
                  <a:pt x="9281" y="237546"/>
                  <a:pt x="9281" y="220365"/>
                </a:cubicBezTo>
                <a:lnTo>
                  <a:pt x="9281" y="31094"/>
                </a:lnTo>
                <a:cubicBezTo>
                  <a:pt x="9281" y="13913"/>
                  <a:pt x="23216" y="0"/>
                  <a:pt x="40424" y="0"/>
                </a:cubicBezTo>
                <a:close/>
              </a:path>
            </a:pathLst>
          </a:custGeom>
          <a:solidFill>
            <a:srgbClr val="0326A0">
              <a:alpha val="10000"/>
            </a:srgbClr>
          </a:solidFill>
          <a:ln>
            <a:noFill/>
          </a:ln>
        </p:spPr>
      </p:sp>
      <p:pic>
        <p:nvPicPr>
          <p:cNvPr id="34" name="图片 33">
            <a:extLst>
              <a:ext uri="{FF2B5EF4-FFF2-40B4-BE49-F238E27FC236}">
                <a16:creationId xmlns:a16="http://schemas.microsoft.com/office/drawing/2014/main" id="{14DCF9A8-9EA4-4E18-A805-A5BFEA6C574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996208" y="44624"/>
            <a:ext cx="6438095" cy="6450793"/>
          </a:xfrm>
          <a:prstGeom prst="rect">
            <a:avLst/>
          </a:prstGeom>
        </p:spPr>
      </p:pic>
      <p:cxnSp>
        <p:nvCxnSpPr>
          <p:cNvPr id="10" name="直接连接符 9">
            <a:extLst>
              <a:ext uri="{FF2B5EF4-FFF2-40B4-BE49-F238E27FC236}">
                <a16:creationId xmlns:a16="http://schemas.microsoft.com/office/drawing/2014/main" id="{C13FA308-C800-0193-6207-267217CB1336}"/>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pic>
        <p:nvPicPr>
          <p:cNvPr id="11" name="Picture 2" descr="250204_InfoLink_china module export_en1">
            <a:extLst>
              <a:ext uri="{FF2B5EF4-FFF2-40B4-BE49-F238E27FC236}">
                <a16:creationId xmlns:a16="http://schemas.microsoft.com/office/drawing/2014/main" id="{0AB03E07-28E1-AFBB-584F-F86DB675CE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4557" y="1834889"/>
            <a:ext cx="7200800" cy="3737664"/>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9CBCC2DC-7BD5-10C7-7F86-2AE55F88ECEE}"/>
              </a:ext>
            </a:extLst>
          </p:cNvPr>
          <p:cNvSpPr txBox="1"/>
          <p:nvPr/>
        </p:nvSpPr>
        <p:spPr>
          <a:xfrm>
            <a:off x="7853600" y="2241869"/>
            <a:ext cx="3932481" cy="2677656"/>
          </a:xfrm>
          <a:prstGeom prst="rect">
            <a:avLst/>
          </a:prstGeom>
          <a:noFill/>
        </p:spPr>
        <p:txBody>
          <a:bodyPr wrap="square">
            <a:spAutoFit/>
          </a:bodyPr>
          <a:lstStyle/>
          <a:p>
            <a:r>
              <a:rPr lang="en-US" altLang="zh-CN" sz="2400" b="0" i="0" dirty="0" err="1">
                <a:solidFill>
                  <a:srgbClr val="333333"/>
                </a:solidFill>
                <a:effectLst/>
                <a:latin typeface="Arial" panose="020B0604020202020204" pitchFamily="34" charset="0"/>
                <a:ea typeface="微软雅黑" panose="020B0503020204020204" pitchFamily="34" charset="-122"/>
              </a:rPr>
              <a:t>InfoLink</a:t>
            </a:r>
            <a:r>
              <a:rPr lang="en-US" altLang="zh-CN" sz="2400" b="0" i="0" dirty="0">
                <a:solidFill>
                  <a:srgbClr val="333333"/>
                </a:solidFill>
                <a:effectLst/>
                <a:latin typeface="Arial" panose="020B0604020202020204" pitchFamily="34" charset="0"/>
                <a:ea typeface="微软雅黑" panose="020B0503020204020204" pitchFamily="34" charset="-122"/>
              </a:rPr>
              <a:t> </a:t>
            </a:r>
            <a:r>
              <a:rPr lang="zh-CN" altLang="en-US" sz="2400" b="0" i="0" dirty="0">
                <a:solidFill>
                  <a:srgbClr val="333333"/>
                </a:solidFill>
                <a:effectLst/>
                <a:latin typeface="Arial" panose="020B0604020202020204" pitchFamily="34" charset="0"/>
                <a:ea typeface="微软雅黑" panose="020B0503020204020204" pitchFamily="34" charset="-122"/>
              </a:rPr>
              <a:t>海关数据显示，</a:t>
            </a:r>
            <a:r>
              <a:rPr lang="en-US" altLang="zh-CN" sz="2400" b="0" i="0" dirty="0">
                <a:solidFill>
                  <a:srgbClr val="333333"/>
                </a:solidFill>
                <a:effectLst/>
                <a:latin typeface="Arial" panose="020B0604020202020204" pitchFamily="34" charset="0"/>
                <a:ea typeface="微软雅黑" panose="020B0503020204020204" pitchFamily="34" charset="-122"/>
              </a:rPr>
              <a:t>2024 </a:t>
            </a:r>
            <a:r>
              <a:rPr lang="zh-CN" altLang="en-US" sz="2400" b="0" i="0" dirty="0">
                <a:solidFill>
                  <a:srgbClr val="333333"/>
                </a:solidFill>
                <a:effectLst/>
                <a:latin typeface="Arial" panose="020B0604020202020204" pitchFamily="34" charset="0"/>
                <a:ea typeface="微软雅黑" panose="020B0503020204020204" pitchFamily="34" charset="-122"/>
              </a:rPr>
              <a:t>年 </a:t>
            </a:r>
            <a:r>
              <a:rPr lang="en-US" altLang="zh-CN" sz="2400" b="0" i="0" dirty="0">
                <a:solidFill>
                  <a:srgbClr val="333333"/>
                </a:solidFill>
                <a:effectLst/>
                <a:latin typeface="Arial" panose="020B0604020202020204" pitchFamily="34" charset="0"/>
                <a:ea typeface="微软雅黑" panose="020B0503020204020204" pitchFamily="34" charset="-122"/>
              </a:rPr>
              <a:t>1-12 </a:t>
            </a:r>
            <a:r>
              <a:rPr lang="zh-CN" altLang="en-US" sz="2400" b="0" i="0" dirty="0">
                <a:solidFill>
                  <a:srgbClr val="333333"/>
                </a:solidFill>
                <a:effectLst/>
                <a:latin typeface="Arial" panose="020B0604020202020204" pitchFamily="34" charset="0"/>
                <a:ea typeface="微软雅黑" panose="020B0503020204020204" pitchFamily="34" charset="-122"/>
              </a:rPr>
              <a:t>月，中国累计出口约 </a:t>
            </a:r>
            <a:r>
              <a:rPr lang="en-US" altLang="zh-CN" sz="2400" b="0" i="0" dirty="0">
                <a:solidFill>
                  <a:srgbClr val="333333"/>
                </a:solidFill>
                <a:effectLst/>
                <a:latin typeface="Arial" panose="020B0604020202020204" pitchFamily="34" charset="0"/>
                <a:ea typeface="微软雅黑" panose="020B0503020204020204" pitchFamily="34" charset="-122"/>
              </a:rPr>
              <a:t>235.93 GW </a:t>
            </a:r>
            <a:r>
              <a:rPr lang="zh-CN" altLang="en-US" sz="2400" b="0" i="0" dirty="0">
                <a:solidFill>
                  <a:srgbClr val="333333"/>
                </a:solidFill>
                <a:effectLst/>
                <a:latin typeface="Arial" panose="020B0604020202020204" pitchFamily="34" charset="0"/>
                <a:ea typeface="微软雅黑" panose="020B0503020204020204" pitchFamily="34" charset="-122"/>
              </a:rPr>
              <a:t>的光伏组件，同比增长</a:t>
            </a:r>
            <a:r>
              <a:rPr lang="en-US" altLang="zh-CN" sz="2400" b="0" i="0" dirty="0">
                <a:solidFill>
                  <a:srgbClr val="333333"/>
                </a:solidFill>
                <a:effectLst/>
                <a:latin typeface="Arial" panose="020B0604020202020204" pitchFamily="34" charset="0"/>
                <a:ea typeface="微软雅黑" panose="020B0503020204020204" pitchFamily="34" charset="-122"/>
              </a:rPr>
              <a:t>13%</a:t>
            </a:r>
            <a:r>
              <a:rPr lang="zh-CN" altLang="en-US" sz="2400" b="0" i="0" dirty="0">
                <a:solidFill>
                  <a:srgbClr val="333333"/>
                </a:solidFill>
                <a:effectLst/>
                <a:latin typeface="Arial" panose="020B0604020202020204" pitchFamily="34" charset="0"/>
                <a:ea typeface="微软雅黑" panose="020B0503020204020204" pitchFamily="34" charset="-122"/>
              </a:rPr>
              <a:t>。</a:t>
            </a:r>
            <a:endParaRPr lang="en-US" altLang="zh-CN" sz="2400" b="0" i="0" dirty="0">
              <a:solidFill>
                <a:srgbClr val="333333"/>
              </a:solidFill>
              <a:effectLst/>
              <a:latin typeface="Arial" panose="020B0604020202020204" pitchFamily="34" charset="0"/>
              <a:ea typeface="微软雅黑" panose="020B0503020204020204" pitchFamily="34" charset="-122"/>
            </a:endParaRPr>
          </a:p>
          <a:p>
            <a:endParaRPr lang="en-US" altLang="zh-CN" sz="2400" b="0" i="0" dirty="0">
              <a:solidFill>
                <a:srgbClr val="333333"/>
              </a:solidFill>
              <a:effectLst/>
              <a:latin typeface="Arial" panose="020B0604020202020204" pitchFamily="34" charset="0"/>
              <a:ea typeface="微软雅黑" panose="020B0503020204020204" pitchFamily="34" charset="-122"/>
            </a:endParaRPr>
          </a:p>
          <a:p>
            <a:r>
              <a:rPr lang="en-US" altLang="zh-CN" sz="2400" dirty="0">
                <a:latin typeface="Arial" panose="020B0604020202020204" pitchFamily="34" charset="0"/>
                <a:ea typeface="微软雅黑" panose="020B0503020204020204" pitchFamily="34" charset="-122"/>
              </a:rPr>
              <a:t>——</a:t>
            </a:r>
            <a:r>
              <a:rPr lang="zh-CN" altLang="zh-CN" sz="2400" dirty="0">
                <a:latin typeface="Arial" panose="020B0604020202020204" pitchFamily="34" charset="0"/>
                <a:ea typeface="微软雅黑" panose="020B0503020204020204" pitchFamily="34" charset="-122"/>
              </a:rPr>
              <a:t>中国在光伏组件制造与出口领域具有显著优势。</a:t>
            </a:r>
            <a:endParaRPr lang="en-US" altLang="zh-CN" sz="2400" dirty="0">
              <a:solidFill>
                <a:srgbClr val="333333"/>
              </a:solidFill>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749307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FB72F-78D7-AF5A-AE07-689099D382A2}"/>
            </a:ext>
          </a:extLst>
        </p:cNvPr>
        <p:cNvGrpSpPr/>
        <p:nvPr/>
      </p:nvGrpSpPr>
      <p:grpSpPr>
        <a:xfrm>
          <a:off x="0" y="0"/>
          <a:ext cx="0" cy="0"/>
          <a:chOff x="0" y="0"/>
          <a:chExt cx="0" cy="0"/>
        </a:xfrm>
      </p:grpSpPr>
      <p:pic>
        <p:nvPicPr>
          <p:cNvPr id="25" name="图片 24">
            <a:extLst>
              <a:ext uri="{FF2B5EF4-FFF2-40B4-BE49-F238E27FC236}">
                <a16:creationId xmlns:a16="http://schemas.microsoft.com/office/drawing/2014/main" id="{0459FD32-0760-D473-F9D0-E7C00FAA0708}"/>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sp>
        <p:nvSpPr>
          <p:cNvPr id="26" name="矩形 25">
            <a:extLst>
              <a:ext uri="{FF2B5EF4-FFF2-40B4-BE49-F238E27FC236}">
                <a16:creationId xmlns:a16="http://schemas.microsoft.com/office/drawing/2014/main" id="{ED276DB0-41FC-323E-8639-FCBBBE7F9303}"/>
              </a:ext>
            </a:extLst>
          </p:cNvPr>
          <p:cNvSpPr/>
          <p:nvPr/>
        </p:nvSpPr>
        <p:spPr>
          <a:xfrm>
            <a:off x="375805" y="6426714"/>
            <a:ext cx="319991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300" normalizeH="0" baseline="0" noProof="0" dirty="0">
                <a:ln>
                  <a:noFill/>
                </a:ln>
                <a:solidFill>
                  <a:prstClr val="black">
                    <a:lumMod val="50000"/>
                    <a:lumOff val="50000"/>
                  </a:prstClr>
                </a:solidFill>
                <a:effectLst/>
                <a:uLnTx/>
                <a:uFillTx/>
                <a:latin typeface="微软雅黑" panose="020B0503020204020204" pitchFamily="34" charset="-122"/>
                <a:ea typeface="微软雅黑"/>
                <a:cs typeface="Arial" panose="020B0604020202020204" pitchFamily="34" charset="0"/>
              </a:rPr>
              <a:t>博学而笃志  切问而近思 </a:t>
            </a:r>
            <a:endParaRPr kumimoji="0" lang="zh-CN" altLang="en-US" sz="1800" b="0" i="0" u="none" strike="noStrike" kern="0" cap="none" spc="0" normalizeH="0" baseline="0" noProof="0" dirty="0">
              <a:ln>
                <a:noFill/>
              </a:ln>
              <a:solidFill>
                <a:prstClr val="black">
                  <a:lumMod val="50000"/>
                  <a:lumOff val="50000"/>
                </a:prstClr>
              </a:solidFill>
              <a:effectLst/>
              <a:uLnTx/>
              <a:uFillTx/>
              <a:latin typeface="Segoe UI Light"/>
              <a:ea typeface="微软雅黑 Light"/>
              <a:cs typeface="+mn-cs"/>
            </a:endParaRPr>
          </a:p>
        </p:txBody>
      </p:sp>
      <p:sp>
        <p:nvSpPr>
          <p:cNvPr id="29" name="quotation-mark_32371">
            <a:extLst>
              <a:ext uri="{FF2B5EF4-FFF2-40B4-BE49-F238E27FC236}">
                <a16:creationId xmlns:a16="http://schemas.microsoft.com/office/drawing/2014/main" id="{AE4D70BA-4FF7-7629-823F-D2E309D92D95}"/>
              </a:ext>
            </a:extLst>
          </p:cNvPr>
          <p:cNvSpPr>
            <a:spLocks noChangeAspect="1"/>
          </p:cNvSpPr>
          <p:nvPr/>
        </p:nvSpPr>
        <p:spPr bwMode="auto">
          <a:xfrm>
            <a:off x="1083512" y="1508778"/>
            <a:ext cx="1248905" cy="1159135"/>
          </a:xfrm>
          <a:custGeom>
            <a:avLst/>
            <a:gdLst>
              <a:gd name="T0" fmla="*/ 2004 w 4654"/>
              <a:gd name="T1" fmla="*/ 191 h 4326"/>
              <a:gd name="T2" fmla="*/ 2004 w 4654"/>
              <a:gd name="T3" fmla="*/ 968 h 4326"/>
              <a:gd name="T4" fmla="*/ 1813 w 4654"/>
              <a:gd name="T5" fmla="*/ 1158 h 4326"/>
              <a:gd name="T6" fmla="*/ 1205 w 4654"/>
              <a:gd name="T7" fmla="*/ 2305 h 4326"/>
              <a:gd name="T8" fmla="*/ 1813 w 4654"/>
              <a:gd name="T9" fmla="*/ 2305 h 4326"/>
              <a:gd name="T10" fmla="*/ 2004 w 4654"/>
              <a:gd name="T11" fmla="*/ 2495 h 4326"/>
              <a:gd name="T12" fmla="*/ 2004 w 4654"/>
              <a:gd name="T13" fmla="*/ 4135 h 4326"/>
              <a:gd name="T14" fmla="*/ 1813 w 4654"/>
              <a:gd name="T15" fmla="*/ 4326 h 4326"/>
              <a:gd name="T16" fmla="*/ 191 w 4654"/>
              <a:gd name="T17" fmla="*/ 4326 h 4326"/>
              <a:gd name="T18" fmla="*/ 0 w 4654"/>
              <a:gd name="T19" fmla="*/ 4135 h 4326"/>
              <a:gd name="T20" fmla="*/ 0 w 4654"/>
              <a:gd name="T21" fmla="*/ 2495 h 4326"/>
              <a:gd name="T22" fmla="*/ 109 w 4654"/>
              <a:gd name="T23" fmla="*/ 1501 h 4326"/>
              <a:gd name="T24" fmla="*/ 448 w 4654"/>
              <a:gd name="T25" fmla="*/ 713 h 4326"/>
              <a:gd name="T26" fmla="*/ 1023 w 4654"/>
              <a:gd name="T27" fmla="*/ 187 h 4326"/>
              <a:gd name="T28" fmla="*/ 1813 w 4654"/>
              <a:gd name="T29" fmla="*/ 0 h 4326"/>
              <a:gd name="T30" fmla="*/ 2004 w 4654"/>
              <a:gd name="T31" fmla="*/ 191 h 4326"/>
              <a:gd name="T32" fmla="*/ 4464 w 4654"/>
              <a:gd name="T33" fmla="*/ 1158 h 4326"/>
              <a:gd name="T34" fmla="*/ 4654 w 4654"/>
              <a:gd name="T35" fmla="*/ 968 h 4326"/>
              <a:gd name="T36" fmla="*/ 4654 w 4654"/>
              <a:gd name="T37" fmla="*/ 191 h 4326"/>
              <a:gd name="T38" fmla="*/ 4464 w 4654"/>
              <a:gd name="T39" fmla="*/ 0 h 4326"/>
              <a:gd name="T40" fmla="*/ 3674 w 4654"/>
              <a:gd name="T41" fmla="*/ 187 h 4326"/>
              <a:gd name="T42" fmla="*/ 3098 w 4654"/>
              <a:gd name="T43" fmla="*/ 713 h 4326"/>
              <a:gd name="T44" fmla="*/ 2759 w 4654"/>
              <a:gd name="T45" fmla="*/ 1501 h 4326"/>
              <a:gd name="T46" fmla="*/ 2650 w 4654"/>
              <a:gd name="T47" fmla="*/ 2495 h 4326"/>
              <a:gd name="T48" fmla="*/ 2650 w 4654"/>
              <a:gd name="T49" fmla="*/ 4135 h 4326"/>
              <a:gd name="T50" fmla="*/ 2841 w 4654"/>
              <a:gd name="T51" fmla="*/ 4326 h 4326"/>
              <a:gd name="T52" fmla="*/ 4464 w 4654"/>
              <a:gd name="T53" fmla="*/ 4326 h 4326"/>
              <a:gd name="T54" fmla="*/ 4654 w 4654"/>
              <a:gd name="T55" fmla="*/ 4135 h 4326"/>
              <a:gd name="T56" fmla="*/ 4654 w 4654"/>
              <a:gd name="T57" fmla="*/ 2495 h 4326"/>
              <a:gd name="T58" fmla="*/ 4464 w 4654"/>
              <a:gd name="T59" fmla="*/ 2305 h 4326"/>
              <a:gd name="T60" fmla="*/ 3864 w 4654"/>
              <a:gd name="T61" fmla="*/ 2305 h 4326"/>
              <a:gd name="T62" fmla="*/ 4464 w 4654"/>
              <a:gd name="T63" fmla="*/ 1158 h 4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54" h="4326">
                <a:moveTo>
                  <a:pt x="2004" y="191"/>
                </a:moveTo>
                <a:lnTo>
                  <a:pt x="2004" y="968"/>
                </a:lnTo>
                <a:cubicBezTo>
                  <a:pt x="2004" y="1073"/>
                  <a:pt x="1919" y="1158"/>
                  <a:pt x="1813" y="1158"/>
                </a:cubicBezTo>
                <a:cubicBezTo>
                  <a:pt x="1437" y="1158"/>
                  <a:pt x="1233" y="1544"/>
                  <a:pt x="1205" y="2305"/>
                </a:cubicBezTo>
                <a:lnTo>
                  <a:pt x="1813" y="2305"/>
                </a:lnTo>
                <a:cubicBezTo>
                  <a:pt x="1919" y="2305"/>
                  <a:pt x="2004" y="2390"/>
                  <a:pt x="2004" y="2495"/>
                </a:cubicBezTo>
                <a:lnTo>
                  <a:pt x="2004" y="4135"/>
                </a:lnTo>
                <a:cubicBezTo>
                  <a:pt x="2004" y="4241"/>
                  <a:pt x="1919" y="4326"/>
                  <a:pt x="1813" y="4326"/>
                </a:cubicBezTo>
                <a:lnTo>
                  <a:pt x="191" y="4326"/>
                </a:lnTo>
                <a:cubicBezTo>
                  <a:pt x="85" y="4326"/>
                  <a:pt x="0" y="4241"/>
                  <a:pt x="0" y="4135"/>
                </a:cubicBezTo>
                <a:lnTo>
                  <a:pt x="0" y="2495"/>
                </a:lnTo>
                <a:cubicBezTo>
                  <a:pt x="0" y="2131"/>
                  <a:pt x="37" y="1796"/>
                  <a:pt x="109" y="1501"/>
                </a:cubicBezTo>
                <a:cubicBezTo>
                  <a:pt x="183" y="1198"/>
                  <a:pt x="297" y="933"/>
                  <a:pt x="448" y="713"/>
                </a:cubicBezTo>
                <a:cubicBezTo>
                  <a:pt x="602" y="488"/>
                  <a:pt x="796" y="311"/>
                  <a:pt x="1023" y="187"/>
                </a:cubicBezTo>
                <a:cubicBezTo>
                  <a:pt x="1252" y="63"/>
                  <a:pt x="1518" y="0"/>
                  <a:pt x="1813" y="0"/>
                </a:cubicBezTo>
                <a:cubicBezTo>
                  <a:pt x="1919" y="0"/>
                  <a:pt x="2004" y="86"/>
                  <a:pt x="2004" y="191"/>
                </a:cubicBezTo>
                <a:close/>
                <a:moveTo>
                  <a:pt x="4464" y="1158"/>
                </a:moveTo>
                <a:cubicBezTo>
                  <a:pt x="4569" y="1158"/>
                  <a:pt x="4654" y="1073"/>
                  <a:pt x="4654" y="968"/>
                </a:cubicBezTo>
                <a:lnTo>
                  <a:pt x="4654" y="191"/>
                </a:lnTo>
                <a:cubicBezTo>
                  <a:pt x="4654" y="86"/>
                  <a:pt x="4569" y="0"/>
                  <a:pt x="4464" y="0"/>
                </a:cubicBezTo>
                <a:cubicBezTo>
                  <a:pt x="4168" y="0"/>
                  <a:pt x="3902" y="63"/>
                  <a:pt x="3674" y="187"/>
                </a:cubicBezTo>
                <a:cubicBezTo>
                  <a:pt x="3447" y="311"/>
                  <a:pt x="3253" y="488"/>
                  <a:pt x="3098" y="713"/>
                </a:cubicBezTo>
                <a:cubicBezTo>
                  <a:pt x="2948" y="933"/>
                  <a:pt x="2834" y="1198"/>
                  <a:pt x="2759" y="1501"/>
                </a:cubicBezTo>
                <a:cubicBezTo>
                  <a:pt x="2687" y="1796"/>
                  <a:pt x="2650" y="2131"/>
                  <a:pt x="2650" y="2495"/>
                </a:cubicBezTo>
                <a:lnTo>
                  <a:pt x="2650" y="4135"/>
                </a:lnTo>
                <a:cubicBezTo>
                  <a:pt x="2650" y="4241"/>
                  <a:pt x="2736" y="4326"/>
                  <a:pt x="2841" y="4326"/>
                </a:cubicBezTo>
                <a:lnTo>
                  <a:pt x="4464" y="4326"/>
                </a:lnTo>
                <a:cubicBezTo>
                  <a:pt x="4569" y="4326"/>
                  <a:pt x="4654" y="4241"/>
                  <a:pt x="4654" y="4135"/>
                </a:cubicBezTo>
                <a:lnTo>
                  <a:pt x="4654" y="2495"/>
                </a:lnTo>
                <a:cubicBezTo>
                  <a:pt x="4654" y="2390"/>
                  <a:pt x="4569" y="2305"/>
                  <a:pt x="4464" y="2305"/>
                </a:cubicBezTo>
                <a:lnTo>
                  <a:pt x="3864" y="2305"/>
                </a:lnTo>
                <a:cubicBezTo>
                  <a:pt x="3892" y="1544"/>
                  <a:pt x="4093" y="1158"/>
                  <a:pt x="4464" y="1158"/>
                </a:cubicBezTo>
                <a:close/>
              </a:path>
            </a:pathLst>
          </a:custGeom>
          <a:solidFill>
            <a:srgbClr val="0326A0">
              <a:alpha val="10000"/>
            </a:srgbClr>
          </a:solidFill>
          <a:ln>
            <a:noFill/>
          </a:ln>
        </p:spPr>
      </p:sp>
      <p:sp>
        <p:nvSpPr>
          <p:cNvPr id="31" name="right-quote-sign_56826">
            <a:extLst>
              <a:ext uri="{FF2B5EF4-FFF2-40B4-BE49-F238E27FC236}">
                <a16:creationId xmlns:a16="http://schemas.microsoft.com/office/drawing/2014/main" id="{47D0A328-E8ED-5857-CCEA-FD0349851C01}"/>
              </a:ext>
            </a:extLst>
          </p:cNvPr>
          <p:cNvSpPr>
            <a:spLocks noChangeAspect="1"/>
          </p:cNvSpPr>
          <p:nvPr/>
        </p:nvSpPr>
        <p:spPr bwMode="auto">
          <a:xfrm>
            <a:off x="9819841" y="4835456"/>
            <a:ext cx="1345501" cy="1185832"/>
          </a:xfrm>
          <a:custGeom>
            <a:avLst/>
            <a:gdLst>
              <a:gd name="connsiteX0" fmla="*/ 387182 w 607899"/>
              <a:gd name="connsiteY0" fmla="*/ 0 h 535760"/>
              <a:gd name="connsiteX1" fmla="*/ 576756 w 607899"/>
              <a:gd name="connsiteY1" fmla="*/ 0 h 535760"/>
              <a:gd name="connsiteX2" fmla="*/ 607899 w 607899"/>
              <a:gd name="connsiteY2" fmla="*/ 31095 h 535760"/>
              <a:gd name="connsiteX3" fmla="*/ 607899 w 607899"/>
              <a:gd name="connsiteY3" fmla="*/ 179895 h 535760"/>
              <a:gd name="connsiteX4" fmla="*/ 588633 w 607899"/>
              <a:gd name="connsiteY4" fmla="*/ 352227 h 535760"/>
              <a:gd name="connsiteX5" fmla="*/ 517368 w 607899"/>
              <a:gd name="connsiteY5" fmla="*/ 465449 h 535760"/>
              <a:gd name="connsiteX6" fmla="*/ 412808 w 607899"/>
              <a:gd name="connsiteY6" fmla="*/ 533196 h 535760"/>
              <a:gd name="connsiteX7" fmla="*/ 372219 w 607899"/>
              <a:gd name="connsiteY7" fmla="*/ 517975 h 535760"/>
              <a:gd name="connsiteX8" fmla="*/ 349773 w 607899"/>
              <a:gd name="connsiteY8" fmla="*/ 470679 h 535760"/>
              <a:gd name="connsiteX9" fmla="*/ 365251 w 607899"/>
              <a:gd name="connsiteY9" fmla="*/ 428891 h 535760"/>
              <a:gd name="connsiteX10" fmla="*/ 443390 w 607899"/>
              <a:gd name="connsiteY10" fmla="*/ 370529 h 535760"/>
              <a:gd name="connsiteX11" fmla="*/ 477901 w 607899"/>
              <a:gd name="connsiteY11" fmla="*/ 251471 h 535760"/>
              <a:gd name="connsiteX12" fmla="*/ 387182 w 607899"/>
              <a:gd name="connsiteY12" fmla="*/ 251471 h 535760"/>
              <a:gd name="connsiteX13" fmla="*/ 356039 w 607899"/>
              <a:gd name="connsiteY13" fmla="*/ 220375 h 535760"/>
              <a:gd name="connsiteX14" fmla="*/ 356039 w 607899"/>
              <a:gd name="connsiteY14" fmla="*/ 31095 h 535760"/>
              <a:gd name="connsiteX15" fmla="*/ 387182 w 607899"/>
              <a:gd name="connsiteY15" fmla="*/ 0 h 535760"/>
              <a:gd name="connsiteX16" fmla="*/ 40424 w 607899"/>
              <a:gd name="connsiteY16" fmla="*/ 0 h 535760"/>
              <a:gd name="connsiteX17" fmla="*/ 229998 w 607899"/>
              <a:gd name="connsiteY17" fmla="*/ 0 h 535760"/>
              <a:gd name="connsiteX18" fmla="*/ 261141 w 607899"/>
              <a:gd name="connsiteY18" fmla="*/ 31094 h 535760"/>
              <a:gd name="connsiteX19" fmla="*/ 261141 w 607899"/>
              <a:gd name="connsiteY19" fmla="*/ 179887 h 535760"/>
              <a:gd name="connsiteX20" fmla="*/ 241875 w 607899"/>
              <a:gd name="connsiteY20" fmla="*/ 352631 h 535760"/>
              <a:gd name="connsiteX21" fmla="*/ 170189 w 607899"/>
              <a:gd name="connsiteY21" fmla="*/ 465428 h 535760"/>
              <a:gd name="connsiteX22" fmla="*/ 66144 w 607899"/>
              <a:gd name="connsiteY22" fmla="*/ 533032 h 535760"/>
              <a:gd name="connsiteX23" fmla="*/ 25414 w 607899"/>
              <a:gd name="connsiteY23" fmla="*/ 517859 h 535760"/>
              <a:gd name="connsiteX24" fmla="*/ 3015 w 607899"/>
              <a:gd name="connsiteY24" fmla="*/ 470657 h 535760"/>
              <a:gd name="connsiteX25" fmla="*/ 18493 w 607899"/>
              <a:gd name="connsiteY25" fmla="*/ 428872 h 535760"/>
              <a:gd name="connsiteX26" fmla="*/ 96632 w 607899"/>
              <a:gd name="connsiteY26" fmla="*/ 370513 h 535760"/>
              <a:gd name="connsiteX27" fmla="*/ 131143 w 607899"/>
              <a:gd name="connsiteY27" fmla="*/ 251459 h 535760"/>
              <a:gd name="connsiteX28" fmla="*/ 40424 w 607899"/>
              <a:gd name="connsiteY28" fmla="*/ 251459 h 535760"/>
              <a:gd name="connsiteX29" fmla="*/ 9281 w 607899"/>
              <a:gd name="connsiteY29" fmla="*/ 220365 h 535760"/>
              <a:gd name="connsiteX30" fmla="*/ 9281 w 607899"/>
              <a:gd name="connsiteY30" fmla="*/ 31094 h 535760"/>
              <a:gd name="connsiteX31" fmla="*/ 40424 w 607899"/>
              <a:gd name="connsiteY31" fmla="*/ 0 h 53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899" h="535760">
                <a:moveTo>
                  <a:pt x="387182" y="0"/>
                </a:moveTo>
                <a:lnTo>
                  <a:pt x="576756" y="0"/>
                </a:lnTo>
                <a:cubicBezTo>
                  <a:pt x="593964" y="0"/>
                  <a:pt x="607899" y="13914"/>
                  <a:pt x="607899" y="31095"/>
                </a:cubicBezTo>
                <a:lnTo>
                  <a:pt x="607899" y="179895"/>
                </a:lnTo>
                <a:cubicBezTo>
                  <a:pt x="607899" y="252731"/>
                  <a:pt x="601493" y="310113"/>
                  <a:pt x="588633" y="352227"/>
                </a:cubicBezTo>
                <a:cubicBezTo>
                  <a:pt x="575820" y="394294"/>
                  <a:pt x="552065" y="432020"/>
                  <a:pt x="517368" y="465449"/>
                </a:cubicBezTo>
                <a:cubicBezTo>
                  <a:pt x="488937" y="492856"/>
                  <a:pt x="454099" y="515361"/>
                  <a:pt x="412808" y="533196"/>
                </a:cubicBezTo>
                <a:cubicBezTo>
                  <a:pt x="397377" y="539826"/>
                  <a:pt x="379467" y="533196"/>
                  <a:pt x="372219" y="517975"/>
                </a:cubicBezTo>
                <a:lnTo>
                  <a:pt x="349773" y="470679"/>
                </a:lnTo>
                <a:cubicBezTo>
                  <a:pt x="342291" y="454851"/>
                  <a:pt x="349212" y="435941"/>
                  <a:pt x="365251" y="428891"/>
                </a:cubicBezTo>
                <a:cubicBezTo>
                  <a:pt x="400089" y="413530"/>
                  <a:pt x="426182" y="394061"/>
                  <a:pt x="443390" y="370529"/>
                </a:cubicBezTo>
                <a:cubicBezTo>
                  <a:pt x="465181" y="340695"/>
                  <a:pt x="476732" y="301055"/>
                  <a:pt x="477901" y="251471"/>
                </a:cubicBezTo>
                <a:lnTo>
                  <a:pt x="387182" y="251471"/>
                </a:lnTo>
                <a:cubicBezTo>
                  <a:pt x="369974" y="251471"/>
                  <a:pt x="356039" y="237557"/>
                  <a:pt x="356039" y="220375"/>
                </a:cubicBezTo>
                <a:lnTo>
                  <a:pt x="356039" y="31095"/>
                </a:lnTo>
                <a:cubicBezTo>
                  <a:pt x="356039" y="13914"/>
                  <a:pt x="369974" y="0"/>
                  <a:pt x="387182" y="0"/>
                </a:cubicBezTo>
                <a:close/>
                <a:moveTo>
                  <a:pt x="40424" y="0"/>
                </a:moveTo>
                <a:lnTo>
                  <a:pt x="229998" y="0"/>
                </a:lnTo>
                <a:cubicBezTo>
                  <a:pt x="247206" y="0"/>
                  <a:pt x="261141" y="13913"/>
                  <a:pt x="261141" y="31094"/>
                </a:cubicBezTo>
                <a:lnTo>
                  <a:pt x="261141" y="179887"/>
                </a:lnTo>
                <a:cubicBezTo>
                  <a:pt x="261141" y="253280"/>
                  <a:pt x="254735" y="310846"/>
                  <a:pt x="241875" y="352631"/>
                </a:cubicBezTo>
                <a:cubicBezTo>
                  <a:pt x="229062" y="394417"/>
                  <a:pt x="205167" y="432000"/>
                  <a:pt x="170189" y="465428"/>
                </a:cubicBezTo>
                <a:cubicBezTo>
                  <a:pt x="141571" y="492741"/>
                  <a:pt x="106920" y="515291"/>
                  <a:pt x="66144" y="533032"/>
                </a:cubicBezTo>
                <a:cubicBezTo>
                  <a:pt x="50665" y="539755"/>
                  <a:pt x="32662" y="533032"/>
                  <a:pt x="25414" y="517859"/>
                </a:cubicBezTo>
                <a:lnTo>
                  <a:pt x="3015" y="470657"/>
                </a:lnTo>
                <a:cubicBezTo>
                  <a:pt x="-4467" y="454830"/>
                  <a:pt x="2454" y="435922"/>
                  <a:pt x="18493" y="428872"/>
                </a:cubicBezTo>
                <a:cubicBezTo>
                  <a:pt x="53331" y="413512"/>
                  <a:pt x="79424" y="394043"/>
                  <a:pt x="96632" y="370513"/>
                </a:cubicBezTo>
                <a:cubicBezTo>
                  <a:pt x="118423" y="340679"/>
                  <a:pt x="129974" y="301041"/>
                  <a:pt x="131143" y="251459"/>
                </a:cubicBezTo>
                <a:lnTo>
                  <a:pt x="40424" y="251459"/>
                </a:lnTo>
                <a:cubicBezTo>
                  <a:pt x="23216" y="251459"/>
                  <a:pt x="9281" y="237546"/>
                  <a:pt x="9281" y="220365"/>
                </a:cubicBezTo>
                <a:lnTo>
                  <a:pt x="9281" y="31094"/>
                </a:lnTo>
                <a:cubicBezTo>
                  <a:pt x="9281" y="13913"/>
                  <a:pt x="23216" y="0"/>
                  <a:pt x="40424" y="0"/>
                </a:cubicBezTo>
                <a:close/>
              </a:path>
            </a:pathLst>
          </a:custGeom>
          <a:solidFill>
            <a:srgbClr val="0326A0">
              <a:alpha val="10000"/>
            </a:srgbClr>
          </a:solidFill>
          <a:ln>
            <a:noFill/>
          </a:ln>
        </p:spPr>
      </p:sp>
      <p:pic>
        <p:nvPicPr>
          <p:cNvPr id="34" name="图片 33">
            <a:extLst>
              <a:ext uri="{FF2B5EF4-FFF2-40B4-BE49-F238E27FC236}">
                <a16:creationId xmlns:a16="http://schemas.microsoft.com/office/drawing/2014/main" id="{001A4A7C-0901-51E8-ED2F-45A67397565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4261" y="60213"/>
            <a:ext cx="6438095" cy="6450793"/>
          </a:xfrm>
          <a:prstGeom prst="rect">
            <a:avLst/>
          </a:prstGeom>
        </p:spPr>
      </p:pic>
      <p:pic>
        <p:nvPicPr>
          <p:cNvPr id="5" name="图片 4">
            <a:extLst>
              <a:ext uri="{FF2B5EF4-FFF2-40B4-BE49-F238E27FC236}">
                <a16:creationId xmlns:a16="http://schemas.microsoft.com/office/drawing/2014/main" id="{67B197E3-4D56-D040-6457-5989311044E4}"/>
              </a:ext>
            </a:extLst>
          </p:cNvPr>
          <p:cNvPicPr>
            <a:picLocks noChangeAspect="1"/>
          </p:cNvPicPr>
          <p:nvPr/>
        </p:nvPicPr>
        <p:blipFill>
          <a:blip r:embed="rId5"/>
          <a:stretch>
            <a:fillRect/>
          </a:stretch>
        </p:blipFill>
        <p:spPr>
          <a:xfrm>
            <a:off x="527718" y="1396844"/>
            <a:ext cx="5655935" cy="5090341"/>
          </a:xfrm>
          <a:prstGeom prst="rect">
            <a:avLst/>
          </a:prstGeom>
        </p:spPr>
      </p:pic>
      <p:sp>
        <p:nvSpPr>
          <p:cNvPr id="7" name="文本框 6">
            <a:extLst>
              <a:ext uri="{FF2B5EF4-FFF2-40B4-BE49-F238E27FC236}">
                <a16:creationId xmlns:a16="http://schemas.microsoft.com/office/drawing/2014/main" id="{3454A1FA-6CC6-70F8-7D85-C06354BD45B0}"/>
              </a:ext>
            </a:extLst>
          </p:cNvPr>
          <p:cNvSpPr txBox="1"/>
          <p:nvPr/>
        </p:nvSpPr>
        <p:spPr>
          <a:xfrm>
            <a:off x="6973002" y="2548000"/>
            <a:ext cx="4168092" cy="1938992"/>
          </a:xfrm>
          <a:prstGeom prst="rect">
            <a:avLst/>
          </a:prstGeom>
          <a:noFill/>
        </p:spPr>
        <p:txBody>
          <a:bodyPr wrap="square">
            <a:spAutoFit/>
          </a:bodyPr>
          <a:lstStyle/>
          <a:p>
            <a:r>
              <a:rPr lang="zh-CN" altLang="zh-CN" sz="2400" dirty="0">
                <a:effectLst/>
                <a:latin typeface="Arial" panose="020B0604020202020204" pitchFamily="34" charset="0"/>
                <a:ea typeface="微软雅黑" panose="020B0503020204020204" pitchFamily="34" charset="-122"/>
                <a:cs typeface="Times New Roman" panose="02020603050405020304" pitchFamily="18" charset="0"/>
              </a:rPr>
              <a:t>在全球模块出货量方面，</a:t>
            </a:r>
            <a:r>
              <a:rPr lang="en-US" altLang="zh-CN" sz="2400" dirty="0">
                <a:effectLst/>
                <a:latin typeface="Arial" panose="020B0604020202020204" pitchFamily="34" charset="0"/>
                <a:ea typeface="微软雅黑" panose="020B0503020204020204" pitchFamily="34" charset="-122"/>
                <a:cs typeface="Times New Roman" panose="02020603050405020304" pitchFamily="18" charset="0"/>
              </a:rPr>
              <a:t>2024 </a:t>
            </a:r>
            <a:r>
              <a:rPr lang="zh-CN" altLang="zh-CN" sz="2400" dirty="0">
                <a:effectLst/>
                <a:latin typeface="Arial" panose="020B0604020202020204" pitchFamily="34" charset="0"/>
                <a:ea typeface="微软雅黑" panose="020B0503020204020204" pitchFamily="34" charset="-122"/>
                <a:cs typeface="Times New Roman" panose="02020603050405020304" pitchFamily="18" charset="0"/>
              </a:rPr>
              <a:t>年全球前十家晶体硅光伏模块制造商出货约 </a:t>
            </a:r>
            <a:r>
              <a:rPr lang="en-US" altLang="zh-CN" sz="2400" b="1" dirty="0">
                <a:effectLst/>
                <a:latin typeface="Arial" panose="020B0604020202020204" pitchFamily="34" charset="0"/>
                <a:ea typeface="微软雅黑" panose="020B0503020204020204" pitchFamily="34" charset="-122"/>
                <a:cs typeface="Times New Roman" panose="02020603050405020304" pitchFamily="18" charset="0"/>
              </a:rPr>
              <a:t>500 GW</a:t>
            </a:r>
            <a:r>
              <a:rPr lang="en-US" altLang="zh-CN" sz="2400" dirty="0">
                <a:effectLst/>
                <a:latin typeface="Arial" panose="020B0604020202020204" pitchFamily="34" charset="0"/>
                <a:ea typeface="微软雅黑" panose="020B0503020204020204" pitchFamily="34" charset="-122"/>
                <a:cs typeface="Times New Roman" panose="02020603050405020304" pitchFamily="18" charset="0"/>
              </a:rPr>
              <a:t> </a:t>
            </a:r>
            <a:r>
              <a:rPr lang="zh-CN" altLang="zh-CN" sz="2400" dirty="0">
                <a:effectLst/>
                <a:latin typeface="Arial" panose="020B0604020202020204" pitchFamily="34" charset="0"/>
                <a:ea typeface="微软雅黑" panose="020B0503020204020204" pitchFamily="34" charset="-122"/>
                <a:cs typeface="Times New Roman" panose="02020603050405020304" pitchFamily="18" charset="0"/>
              </a:rPr>
              <a:t>以上，其中中国企业占据主导地位。</a:t>
            </a:r>
            <a:endParaRPr lang="zh-CN" altLang="en-US" sz="2400" dirty="0">
              <a:latin typeface="Arial" panose="020B0604020202020204" pitchFamily="34" charset="0"/>
              <a:ea typeface="微软雅黑" panose="020B0503020204020204" pitchFamily="34" charset="-122"/>
            </a:endParaRPr>
          </a:p>
        </p:txBody>
      </p:sp>
      <p:grpSp>
        <p:nvGrpSpPr>
          <p:cNvPr id="8" name="组合 7">
            <a:extLst>
              <a:ext uri="{FF2B5EF4-FFF2-40B4-BE49-F238E27FC236}">
                <a16:creationId xmlns:a16="http://schemas.microsoft.com/office/drawing/2014/main" id="{A7084CD6-EB5D-D214-9004-EDA5833D3A00}"/>
              </a:ext>
            </a:extLst>
          </p:cNvPr>
          <p:cNvGrpSpPr/>
          <p:nvPr/>
        </p:nvGrpSpPr>
        <p:grpSpPr>
          <a:xfrm>
            <a:off x="-240704" y="246620"/>
            <a:ext cx="6236912" cy="734108"/>
            <a:chOff x="-240704" y="246620"/>
            <a:chExt cx="3456384" cy="734108"/>
          </a:xfrm>
        </p:grpSpPr>
        <p:sp>
          <p:nvSpPr>
            <p:cNvPr id="9" name="矩形: 圆角 8">
              <a:extLst>
                <a:ext uri="{FF2B5EF4-FFF2-40B4-BE49-F238E27FC236}">
                  <a16:creationId xmlns:a16="http://schemas.microsoft.com/office/drawing/2014/main" id="{53BA2CC2-29BB-74F3-794E-422F4DC98F77}"/>
                </a:ext>
              </a:extLst>
            </p:cNvPr>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Segoe UI Light"/>
                <a:ea typeface="微软雅黑 Light"/>
                <a:cs typeface="+mn-cs"/>
              </a:endParaRPr>
            </a:p>
          </p:txBody>
        </p:sp>
        <p:sp>
          <p:nvSpPr>
            <p:cNvPr id="10" name="文本占位符 3">
              <a:extLst>
                <a:ext uri="{FF2B5EF4-FFF2-40B4-BE49-F238E27FC236}">
                  <a16:creationId xmlns:a16="http://schemas.microsoft.com/office/drawing/2014/main" id="{0CDEEC38-654E-6C38-C6B8-27DAE35D85BA}"/>
                </a:ext>
              </a:extLst>
            </p:cNvPr>
            <p:cNvSpPr txBox="1">
              <a:spLocks/>
            </p:cNvSpPr>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b="1" dirty="0">
                  <a:solidFill>
                    <a:prstClr val="white"/>
                  </a:solidFill>
                  <a:latin typeface="微软雅黑" panose="020B0503020204020204" pitchFamily="34" charset="-122"/>
                  <a:ea typeface="微软雅黑" panose="020B0503020204020204" pitchFamily="34" charset="-122"/>
                </a:rPr>
                <a:t>1</a:t>
              </a:r>
              <a:r>
                <a:rPr lang="zh-CN" altLang="en-US" b="1" dirty="0">
                  <a:solidFill>
                    <a:prstClr val="white"/>
                  </a:solidFill>
                  <a:latin typeface="微软雅黑" panose="020B0503020204020204" pitchFamily="34" charset="-122"/>
                  <a:ea typeface="微软雅黑" panose="020B0503020204020204" pitchFamily="34" charset="-122"/>
                </a:rPr>
                <a:t>、国内出口体量与市场地位</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Tree>
    <p:extLst>
      <p:ext uri="{BB962C8B-B14F-4D97-AF65-F5344CB8AC3E}">
        <p14:creationId xmlns:p14="http://schemas.microsoft.com/office/powerpoint/2010/main" val="2659712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26D3B8-A48A-BA7D-D967-677DC3A45F03}"/>
            </a:ext>
          </a:extLst>
        </p:cNvPr>
        <p:cNvGrpSpPr/>
        <p:nvPr/>
      </p:nvGrpSpPr>
      <p:grpSpPr>
        <a:xfrm>
          <a:off x="0" y="0"/>
          <a:ext cx="0" cy="0"/>
          <a:chOff x="0" y="0"/>
          <a:chExt cx="0" cy="0"/>
        </a:xfrm>
      </p:grpSpPr>
      <p:pic>
        <p:nvPicPr>
          <p:cNvPr id="25" name="图片 24">
            <a:extLst>
              <a:ext uri="{FF2B5EF4-FFF2-40B4-BE49-F238E27FC236}">
                <a16:creationId xmlns:a16="http://schemas.microsoft.com/office/drawing/2014/main" id="{66D3D698-C5B4-9B32-9AE9-9931DB3A8A2B}"/>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sp>
        <p:nvSpPr>
          <p:cNvPr id="26" name="矩形 25">
            <a:extLst>
              <a:ext uri="{FF2B5EF4-FFF2-40B4-BE49-F238E27FC236}">
                <a16:creationId xmlns:a16="http://schemas.microsoft.com/office/drawing/2014/main" id="{2ED8923F-64A7-5974-C0CC-6D9BCE8DF9F2}"/>
              </a:ext>
            </a:extLst>
          </p:cNvPr>
          <p:cNvSpPr/>
          <p:nvPr/>
        </p:nvSpPr>
        <p:spPr>
          <a:xfrm>
            <a:off x="375805" y="6426714"/>
            <a:ext cx="319991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300" normalizeH="0" baseline="0" noProof="0" dirty="0">
                <a:ln>
                  <a:noFill/>
                </a:ln>
                <a:solidFill>
                  <a:prstClr val="black">
                    <a:lumMod val="50000"/>
                    <a:lumOff val="50000"/>
                  </a:prstClr>
                </a:solidFill>
                <a:effectLst/>
                <a:uLnTx/>
                <a:uFillTx/>
                <a:latin typeface="微软雅黑" panose="020B0503020204020204" pitchFamily="34" charset="-122"/>
                <a:ea typeface="微软雅黑"/>
                <a:cs typeface="Arial" panose="020B0604020202020204" pitchFamily="34" charset="0"/>
              </a:rPr>
              <a:t>博学而笃志  切问而近思 </a:t>
            </a:r>
            <a:endParaRPr kumimoji="0" lang="zh-CN" altLang="en-US" sz="1800" b="0" i="0" u="none" strike="noStrike" kern="0" cap="none" spc="0" normalizeH="0" baseline="0" noProof="0" dirty="0">
              <a:ln>
                <a:noFill/>
              </a:ln>
              <a:solidFill>
                <a:prstClr val="black">
                  <a:lumMod val="50000"/>
                  <a:lumOff val="50000"/>
                </a:prstClr>
              </a:solidFill>
              <a:effectLst/>
              <a:uLnTx/>
              <a:uFillTx/>
              <a:latin typeface="Segoe UI Light"/>
              <a:ea typeface="微软雅黑 Light"/>
              <a:cs typeface="+mn-cs"/>
            </a:endParaRPr>
          </a:p>
        </p:txBody>
      </p:sp>
      <p:sp>
        <p:nvSpPr>
          <p:cNvPr id="29" name="quotation-mark_32371">
            <a:extLst>
              <a:ext uri="{FF2B5EF4-FFF2-40B4-BE49-F238E27FC236}">
                <a16:creationId xmlns:a16="http://schemas.microsoft.com/office/drawing/2014/main" id="{A5D55CBC-5C0A-B4DA-B7B1-C72F4CF4BAE7}"/>
              </a:ext>
            </a:extLst>
          </p:cNvPr>
          <p:cNvSpPr>
            <a:spLocks noChangeAspect="1"/>
          </p:cNvSpPr>
          <p:nvPr/>
        </p:nvSpPr>
        <p:spPr bwMode="auto">
          <a:xfrm>
            <a:off x="1083512" y="1508778"/>
            <a:ext cx="1248905" cy="1159135"/>
          </a:xfrm>
          <a:custGeom>
            <a:avLst/>
            <a:gdLst>
              <a:gd name="T0" fmla="*/ 2004 w 4654"/>
              <a:gd name="T1" fmla="*/ 191 h 4326"/>
              <a:gd name="T2" fmla="*/ 2004 w 4654"/>
              <a:gd name="T3" fmla="*/ 968 h 4326"/>
              <a:gd name="T4" fmla="*/ 1813 w 4654"/>
              <a:gd name="T5" fmla="*/ 1158 h 4326"/>
              <a:gd name="T6" fmla="*/ 1205 w 4654"/>
              <a:gd name="T7" fmla="*/ 2305 h 4326"/>
              <a:gd name="T8" fmla="*/ 1813 w 4654"/>
              <a:gd name="T9" fmla="*/ 2305 h 4326"/>
              <a:gd name="T10" fmla="*/ 2004 w 4654"/>
              <a:gd name="T11" fmla="*/ 2495 h 4326"/>
              <a:gd name="T12" fmla="*/ 2004 w 4654"/>
              <a:gd name="T13" fmla="*/ 4135 h 4326"/>
              <a:gd name="T14" fmla="*/ 1813 w 4654"/>
              <a:gd name="T15" fmla="*/ 4326 h 4326"/>
              <a:gd name="T16" fmla="*/ 191 w 4654"/>
              <a:gd name="T17" fmla="*/ 4326 h 4326"/>
              <a:gd name="T18" fmla="*/ 0 w 4654"/>
              <a:gd name="T19" fmla="*/ 4135 h 4326"/>
              <a:gd name="T20" fmla="*/ 0 w 4654"/>
              <a:gd name="T21" fmla="*/ 2495 h 4326"/>
              <a:gd name="T22" fmla="*/ 109 w 4654"/>
              <a:gd name="T23" fmla="*/ 1501 h 4326"/>
              <a:gd name="T24" fmla="*/ 448 w 4654"/>
              <a:gd name="T25" fmla="*/ 713 h 4326"/>
              <a:gd name="T26" fmla="*/ 1023 w 4654"/>
              <a:gd name="T27" fmla="*/ 187 h 4326"/>
              <a:gd name="T28" fmla="*/ 1813 w 4654"/>
              <a:gd name="T29" fmla="*/ 0 h 4326"/>
              <a:gd name="T30" fmla="*/ 2004 w 4654"/>
              <a:gd name="T31" fmla="*/ 191 h 4326"/>
              <a:gd name="T32" fmla="*/ 4464 w 4654"/>
              <a:gd name="T33" fmla="*/ 1158 h 4326"/>
              <a:gd name="T34" fmla="*/ 4654 w 4654"/>
              <a:gd name="T35" fmla="*/ 968 h 4326"/>
              <a:gd name="T36" fmla="*/ 4654 w 4654"/>
              <a:gd name="T37" fmla="*/ 191 h 4326"/>
              <a:gd name="T38" fmla="*/ 4464 w 4654"/>
              <a:gd name="T39" fmla="*/ 0 h 4326"/>
              <a:gd name="T40" fmla="*/ 3674 w 4654"/>
              <a:gd name="T41" fmla="*/ 187 h 4326"/>
              <a:gd name="T42" fmla="*/ 3098 w 4654"/>
              <a:gd name="T43" fmla="*/ 713 h 4326"/>
              <a:gd name="T44" fmla="*/ 2759 w 4654"/>
              <a:gd name="T45" fmla="*/ 1501 h 4326"/>
              <a:gd name="T46" fmla="*/ 2650 w 4654"/>
              <a:gd name="T47" fmla="*/ 2495 h 4326"/>
              <a:gd name="T48" fmla="*/ 2650 w 4654"/>
              <a:gd name="T49" fmla="*/ 4135 h 4326"/>
              <a:gd name="T50" fmla="*/ 2841 w 4654"/>
              <a:gd name="T51" fmla="*/ 4326 h 4326"/>
              <a:gd name="T52" fmla="*/ 4464 w 4654"/>
              <a:gd name="T53" fmla="*/ 4326 h 4326"/>
              <a:gd name="T54" fmla="*/ 4654 w 4654"/>
              <a:gd name="T55" fmla="*/ 4135 h 4326"/>
              <a:gd name="T56" fmla="*/ 4654 w 4654"/>
              <a:gd name="T57" fmla="*/ 2495 h 4326"/>
              <a:gd name="T58" fmla="*/ 4464 w 4654"/>
              <a:gd name="T59" fmla="*/ 2305 h 4326"/>
              <a:gd name="T60" fmla="*/ 3864 w 4654"/>
              <a:gd name="T61" fmla="*/ 2305 h 4326"/>
              <a:gd name="T62" fmla="*/ 4464 w 4654"/>
              <a:gd name="T63" fmla="*/ 1158 h 43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654" h="4326">
                <a:moveTo>
                  <a:pt x="2004" y="191"/>
                </a:moveTo>
                <a:lnTo>
                  <a:pt x="2004" y="968"/>
                </a:lnTo>
                <a:cubicBezTo>
                  <a:pt x="2004" y="1073"/>
                  <a:pt x="1919" y="1158"/>
                  <a:pt x="1813" y="1158"/>
                </a:cubicBezTo>
                <a:cubicBezTo>
                  <a:pt x="1437" y="1158"/>
                  <a:pt x="1233" y="1544"/>
                  <a:pt x="1205" y="2305"/>
                </a:cubicBezTo>
                <a:lnTo>
                  <a:pt x="1813" y="2305"/>
                </a:lnTo>
                <a:cubicBezTo>
                  <a:pt x="1919" y="2305"/>
                  <a:pt x="2004" y="2390"/>
                  <a:pt x="2004" y="2495"/>
                </a:cubicBezTo>
                <a:lnTo>
                  <a:pt x="2004" y="4135"/>
                </a:lnTo>
                <a:cubicBezTo>
                  <a:pt x="2004" y="4241"/>
                  <a:pt x="1919" y="4326"/>
                  <a:pt x="1813" y="4326"/>
                </a:cubicBezTo>
                <a:lnTo>
                  <a:pt x="191" y="4326"/>
                </a:lnTo>
                <a:cubicBezTo>
                  <a:pt x="85" y="4326"/>
                  <a:pt x="0" y="4241"/>
                  <a:pt x="0" y="4135"/>
                </a:cubicBezTo>
                <a:lnTo>
                  <a:pt x="0" y="2495"/>
                </a:lnTo>
                <a:cubicBezTo>
                  <a:pt x="0" y="2131"/>
                  <a:pt x="37" y="1796"/>
                  <a:pt x="109" y="1501"/>
                </a:cubicBezTo>
                <a:cubicBezTo>
                  <a:pt x="183" y="1198"/>
                  <a:pt x="297" y="933"/>
                  <a:pt x="448" y="713"/>
                </a:cubicBezTo>
                <a:cubicBezTo>
                  <a:pt x="602" y="488"/>
                  <a:pt x="796" y="311"/>
                  <a:pt x="1023" y="187"/>
                </a:cubicBezTo>
                <a:cubicBezTo>
                  <a:pt x="1252" y="63"/>
                  <a:pt x="1518" y="0"/>
                  <a:pt x="1813" y="0"/>
                </a:cubicBezTo>
                <a:cubicBezTo>
                  <a:pt x="1919" y="0"/>
                  <a:pt x="2004" y="86"/>
                  <a:pt x="2004" y="191"/>
                </a:cubicBezTo>
                <a:close/>
                <a:moveTo>
                  <a:pt x="4464" y="1158"/>
                </a:moveTo>
                <a:cubicBezTo>
                  <a:pt x="4569" y="1158"/>
                  <a:pt x="4654" y="1073"/>
                  <a:pt x="4654" y="968"/>
                </a:cubicBezTo>
                <a:lnTo>
                  <a:pt x="4654" y="191"/>
                </a:lnTo>
                <a:cubicBezTo>
                  <a:pt x="4654" y="86"/>
                  <a:pt x="4569" y="0"/>
                  <a:pt x="4464" y="0"/>
                </a:cubicBezTo>
                <a:cubicBezTo>
                  <a:pt x="4168" y="0"/>
                  <a:pt x="3902" y="63"/>
                  <a:pt x="3674" y="187"/>
                </a:cubicBezTo>
                <a:cubicBezTo>
                  <a:pt x="3447" y="311"/>
                  <a:pt x="3253" y="488"/>
                  <a:pt x="3098" y="713"/>
                </a:cubicBezTo>
                <a:cubicBezTo>
                  <a:pt x="2948" y="933"/>
                  <a:pt x="2834" y="1198"/>
                  <a:pt x="2759" y="1501"/>
                </a:cubicBezTo>
                <a:cubicBezTo>
                  <a:pt x="2687" y="1796"/>
                  <a:pt x="2650" y="2131"/>
                  <a:pt x="2650" y="2495"/>
                </a:cubicBezTo>
                <a:lnTo>
                  <a:pt x="2650" y="4135"/>
                </a:lnTo>
                <a:cubicBezTo>
                  <a:pt x="2650" y="4241"/>
                  <a:pt x="2736" y="4326"/>
                  <a:pt x="2841" y="4326"/>
                </a:cubicBezTo>
                <a:lnTo>
                  <a:pt x="4464" y="4326"/>
                </a:lnTo>
                <a:cubicBezTo>
                  <a:pt x="4569" y="4326"/>
                  <a:pt x="4654" y="4241"/>
                  <a:pt x="4654" y="4135"/>
                </a:cubicBezTo>
                <a:lnTo>
                  <a:pt x="4654" y="2495"/>
                </a:lnTo>
                <a:cubicBezTo>
                  <a:pt x="4654" y="2390"/>
                  <a:pt x="4569" y="2305"/>
                  <a:pt x="4464" y="2305"/>
                </a:cubicBezTo>
                <a:lnTo>
                  <a:pt x="3864" y="2305"/>
                </a:lnTo>
                <a:cubicBezTo>
                  <a:pt x="3892" y="1544"/>
                  <a:pt x="4093" y="1158"/>
                  <a:pt x="4464" y="1158"/>
                </a:cubicBezTo>
                <a:close/>
              </a:path>
            </a:pathLst>
          </a:custGeom>
          <a:solidFill>
            <a:srgbClr val="0326A0">
              <a:alpha val="10000"/>
            </a:srgbClr>
          </a:solidFill>
          <a:ln>
            <a:noFill/>
          </a:ln>
        </p:spPr>
      </p:sp>
      <p:sp>
        <p:nvSpPr>
          <p:cNvPr id="31" name="right-quote-sign_56826">
            <a:extLst>
              <a:ext uri="{FF2B5EF4-FFF2-40B4-BE49-F238E27FC236}">
                <a16:creationId xmlns:a16="http://schemas.microsoft.com/office/drawing/2014/main" id="{8981E33E-6247-0AA3-8318-CCC0E4002845}"/>
              </a:ext>
            </a:extLst>
          </p:cNvPr>
          <p:cNvSpPr>
            <a:spLocks noChangeAspect="1"/>
          </p:cNvSpPr>
          <p:nvPr/>
        </p:nvSpPr>
        <p:spPr bwMode="auto">
          <a:xfrm>
            <a:off x="9819841" y="4835456"/>
            <a:ext cx="1345501" cy="1185832"/>
          </a:xfrm>
          <a:custGeom>
            <a:avLst/>
            <a:gdLst>
              <a:gd name="connsiteX0" fmla="*/ 387182 w 607899"/>
              <a:gd name="connsiteY0" fmla="*/ 0 h 535760"/>
              <a:gd name="connsiteX1" fmla="*/ 576756 w 607899"/>
              <a:gd name="connsiteY1" fmla="*/ 0 h 535760"/>
              <a:gd name="connsiteX2" fmla="*/ 607899 w 607899"/>
              <a:gd name="connsiteY2" fmla="*/ 31095 h 535760"/>
              <a:gd name="connsiteX3" fmla="*/ 607899 w 607899"/>
              <a:gd name="connsiteY3" fmla="*/ 179895 h 535760"/>
              <a:gd name="connsiteX4" fmla="*/ 588633 w 607899"/>
              <a:gd name="connsiteY4" fmla="*/ 352227 h 535760"/>
              <a:gd name="connsiteX5" fmla="*/ 517368 w 607899"/>
              <a:gd name="connsiteY5" fmla="*/ 465449 h 535760"/>
              <a:gd name="connsiteX6" fmla="*/ 412808 w 607899"/>
              <a:gd name="connsiteY6" fmla="*/ 533196 h 535760"/>
              <a:gd name="connsiteX7" fmla="*/ 372219 w 607899"/>
              <a:gd name="connsiteY7" fmla="*/ 517975 h 535760"/>
              <a:gd name="connsiteX8" fmla="*/ 349773 w 607899"/>
              <a:gd name="connsiteY8" fmla="*/ 470679 h 535760"/>
              <a:gd name="connsiteX9" fmla="*/ 365251 w 607899"/>
              <a:gd name="connsiteY9" fmla="*/ 428891 h 535760"/>
              <a:gd name="connsiteX10" fmla="*/ 443390 w 607899"/>
              <a:gd name="connsiteY10" fmla="*/ 370529 h 535760"/>
              <a:gd name="connsiteX11" fmla="*/ 477901 w 607899"/>
              <a:gd name="connsiteY11" fmla="*/ 251471 h 535760"/>
              <a:gd name="connsiteX12" fmla="*/ 387182 w 607899"/>
              <a:gd name="connsiteY12" fmla="*/ 251471 h 535760"/>
              <a:gd name="connsiteX13" fmla="*/ 356039 w 607899"/>
              <a:gd name="connsiteY13" fmla="*/ 220375 h 535760"/>
              <a:gd name="connsiteX14" fmla="*/ 356039 w 607899"/>
              <a:gd name="connsiteY14" fmla="*/ 31095 h 535760"/>
              <a:gd name="connsiteX15" fmla="*/ 387182 w 607899"/>
              <a:gd name="connsiteY15" fmla="*/ 0 h 535760"/>
              <a:gd name="connsiteX16" fmla="*/ 40424 w 607899"/>
              <a:gd name="connsiteY16" fmla="*/ 0 h 535760"/>
              <a:gd name="connsiteX17" fmla="*/ 229998 w 607899"/>
              <a:gd name="connsiteY17" fmla="*/ 0 h 535760"/>
              <a:gd name="connsiteX18" fmla="*/ 261141 w 607899"/>
              <a:gd name="connsiteY18" fmla="*/ 31094 h 535760"/>
              <a:gd name="connsiteX19" fmla="*/ 261141 w 607899"/>
              <a:gd name="connsiteY19" fmla="*/ 179887 h 535760"/>
              <a:gd name="connsiteX20" fmla="*/ 241875 w 607899"/>
              <a:gd name="connsiteY20" fmla="*/ 352631 h 535760"/>
              <a:gd name="connsiteX21" fmla="*/ 170189 w 607899"/>
              <a:gd name="connsiteY21" fmla="*/ 465428 h 535760"/>
              <a:gd name="connsiteX22" fmla="*/ 66144 w 607899"/>
              <a:gd name="connsiteY22" fmla="*/ 533032 h 535760"/>
              <a:gd name="connsiteX23" fmla="*/ 25414 w 607899"/>
              <a:gd name="connsiteY23" fmla="*/ 517859 h 535760"/>
              <a:gd name="connsiteX24" fmla="*/ 3015 w 607899"/>
              <a:gd name="connsiteY24" fmla="*/ 470657 h 535760"/>
              <a:gd name="connsiteX25" fmla="*/ 18493 w 607899"/>
              <a:gd name="connsiteY25" fmla="*/ 428872 h 535760"/>
              <a:gd name="connsiteX26" fmla="*/ 96632 w 607899"/>
              <a:gd name="connsiteY26" fmla="*/ 370513 h 535760"/>
              <a:gd name="connsiteX27" fmla="*/ 131143 w 607899"/>
              <a:gd name="connsiteY27" fmla="*/ 251459 h 535760"/>
              <a:gd name="connsiteX28" fmla="*/ 40424 w 607899"/>
              <a:gd name="connsiteY28" fmla="*/ 251459 h 535760"/>
              <a:gd name="connsiteX29" fmla="*/ 9281 w 607899"/>
              <a:gd name="connsiteY29" fmla="*/ 220365 h 535760"/>
              <a:gd name="connsiteX30" fmla="*/ 9281 w 607899"/>
              <a:gd name="connsiteY30" fmla="*/ 31094 h 535760"/>
              <a:gd name="connsiteX31" fmla="*/ 40424 w 607899"/>
              <a:gd name="connsiteY31" fmla="*/ 0 h 53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899" h="535760">
                <a:moveTo>
                  <a:pt x="387182" y="0"/>
                </a:moveTo>
                <a:lnTo>
                  <a:pt x="576756" y="0"/>
                </a:lnTo>
                <a:cubicBezTo>
                  <a:pt x="593964" y="0"/>
                  <a:pt x="607899" y="13914"/>
                  <a:pt x="607899" y="31095"/>
                </a:cubicBezTo>
                <a:lnTo>
                  <a:pt x="607899" y="179895"/>
                </a:lnTo>
                <a:cubicBezTo>
                  <a:pt x="607899" y="252731"/>
                  <a:pt x="601493" y="310113"/>
                  <a:pt x="588633" y="352227"/>
                </a:cubicBezTo>
                <a:cubicBezTo>
                  <a:pt x="575820" y="394294"/>
                  <a:pt x="552065" y="432020"/>
                  <a:pt x="517368" y="465449"/>
                </a:cubicBezTo>
                <a:cubicBezTo>
                  <a:pt x="488937" y="492856"/>
                  <a:pt x="454099" y="515361"/>
                  <a:pt x="412808" y="533196"/>
                </a:cubicBezTo>
                <a:cubicBezTo>
                  <a:pt x="397377" y="539826"/>
                  <a:pt x="379467" y="533196"/>
                  <a:pt x="372219" y="517975"/>
                </a:cubicBezTo>
                <a:lnTo>
                  <a:pt x="349773" y="470679"/>
                </a:lnTo>
                <a:cubicBezTo>
                  <a:pt x="342291" y="454851"/>
                  <a:pt x="349212" y="435941"/>
                  <a:pt x="365251" y="428891"/>
                </a:cubicBezTo>
                <a:cubicBezTo>
                  <a:pt x="400089" y="413530"/>
                  <a:pt x="426182" y="394061"/>
                  <a:pt x="443390" y="370529"/>
                </a:cubicBezTo>
                <a:cubicBezTo>
                  <a:pt x="465181" y="340695"/>
                  <a:pt x="476732" y="301055"/>
                  <a:pt x="477901" y="251471"/>
                </a:cubicBezTo>
                <a:lnTo>
                  <a:pt x="387182" y="251471"/>
                </a:lnTo>
                <a:cubicBezTo>
                  <a:pt x="369974" y="251471"/>
                  <a:pt x="356039" y="237557"/>
                  <a:pt x="356039" y="220375"/>
                </a:cubicBezTo>
                <a:lnTo>
                  <a:pt x="356039" y="31095"/>
                </a:lnTo>
                <a:cubicBezTo>
                  <a:pt x="356039" y="13914"/>
                  <a:pt x="369974" y="0"/>
                  <a:pt x="387182" y="0"/>
                </a:cubicBezTo>
                <a:close/>
                <a:moveTo>
                  <a:pt x="40424" y="0"/>
                </a:moveTo>
                <a:lnTo>
                  <a:pt x="229998" y="0"/>
                </a:lnTo>
                <a:cubicBezTo>
                  <a:pt x="247206" y="0"/>
                  <a:pt x="261141" y="13913"/>
                  <a:pt x="261141" y="31094"/>
                </a:cubicBezTo>
                <a:lnTo>
                  <a:pt x="261141" y="179887"/>
                </a:lnTo>
                <a:cubicBezTo>
                  <a:pt x="261141" y="253280"/>
                  <a:pt x="254735" y="310846"/>
                  <a:pt x="241875" y="352631"/>
                </a:cubicBezTo>
                <a:cubicBezTo>
                  <a:pt x="229062" y="394417"/>
                  <a:pt x="205167" y="432000"/>
                  <a:pt x="170189" y="465428"/>
                </a:cubicBezTo>
                <a:cubicBezTo>
                  <a:pt x="141571" y="492741"/>
                  <a:pt x="106920" y="515291"/>
                  <a:pt x="66144" y="533032"/>
                </a:cubicBezTo>
                <a:cubicBezTo>
                  <a:pt x="50665" y="539755"/>
                  <a:pt x="32662" y="533032"/>
                  <a:pt x="25414" y="517859"/>
                </a:cubicBezTo>
                <a:lnTo>
                  <a:pt x="3015" y="470657"/>
                </a:lnTo>
                <a:cubicBezTo>
                  <a:pt x="-4467" y="454830"/>
                  <a:pt x="2454" y="435922"/>
                  <a:pt x="18493" y="428872"/>
                </a:cubicBezTo>
                <a:cubicBezTo>
                  <a:pt x="53331" y="413512"/>
                  <a:pt x="79424" y="394043"/>
                  <a:pt x="96632" y="370513"/>
                </a:cubicBezTo>
                <a:cubicBezTo>
                  <a:pt x="118423" y="340679"/>
                  <a:pt x="129974" y="301041"/>
                  <a:pt x="131143" y="251459"/>
                </a:cubicBezTo>
                <a:lnTo>
                  <a:pt x="40424" y="251459"/>
                </a:lnTo>
                <a:cubicBezTo>
                  <a:pt x="23216" y="251459"/>
                  <a:pt x="9281" y="237546"/>
                  <a:pt x="9281" y="220365"/>
                </a:cubicBezTo>
                <a:lnTo>
                  <a:pt x="9281" y="31094"/>
                </a:lnTo>
                <a:cubicBezTo>
                  <a:pt x="9281" y="13913"/>
                  <a:pt x="23216" y="0"/>
                  <a:pt x="40424" y="0"/>
                </a:cubicBezTo>
                <a:close/>
              </a:path>
            </a:pathLst>
          </a:custGeom>
          <a:solidFill>
            <a:srgbClr val="0326A0">
              <a:alpha val="10000"/>
            </a:srgbClr>
          </a:solidFill>
          <a:ln>
            <a:noFill/>
          </a:ln>
        </p:spPr>
      </p:sp>
      <p:pic>
        <p:nvPicPr>
          <p:cNvPr id="34" name="图片 33">
            <a:extLst>
              <a:ext uri="{FF2B5EF4-FFF2-40B4-BE49-F238E27FC236}">
                <a16:creationId xmlns:a16="http://schemas.microsoft.com/office/drawing/2014/main" id="{C1CAE569-098A-4427-E8DC-617CE89F66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5794" y="272322"/>
            <a:ext cx="6438095" cy="6450793"/>
          </a:xfrm>
          <a:prstGeom prst="rect">
            <a:avLst/>
          </a:prstGeom>
        </p:spPr>
      </p:pic>
      <p:sp>
        <p:nvSpPr>
          <p:cNvPr id="5" name="文本框 4">
            <a:extLst>
              <a:ext uri="{FF2B5EF4-FFF2-40B4-BE49-F238E27FC236}">
                <a16:creationId xmlns:a16="http://schemas.microsoft.com/office/drawing/2014/main" id="{65A55EB5-7398-585E-2AA3-403E399178A1}"/>
              </a:ext>
            </a:extLst>
          </p:cNvPr>
          <p:cNvSpPr txBox="1"/>
          <p:nvPr/>
        </p:nvSpPr>
        <p:spPr>
          <a:xfrm>
            <a:off x="8417387" y="1737212"/>
            <a:ext cx="2804908" cy="1200329"/>
          </a:xfrm>
          <a:prstGeom prst="rect">
            <a:avLst/>
          </a:prstGeom>
          <a:noFill/>
        </p:spPr>
        <p:txBody>
          <a:bodyPr wrap="square">
            <a:spAutoFit/>
          </a:bodyPr>
          <a:lstStyle/>
          <a:p>
            <a:r>
              <a:rPr lang="zh-CN" altLang="zh-CN" sz="2400" dirty="0">
                <a:effectLst/>
                <a:latin typeface="Arial" panose="020B0604020202020204" pitchFamily="34" charset="0"/>
                <a:ea typeface="微软雅黑" panose="020B0503020204020204" pitchFamily="34" charset="-122"/>
                <a:cs typeface="Times New Roman" panose="02020603050405020304" pitchFamily="18" charset="0"/>
              </a:rPr>
              <a:t>此外，某研究指出中国光伏出口占全球市场份额约</a:t>
            </a:r>
            <a:r>
              <a:rPr lang="en-US" altLang="zh-CN" sz="2400" dirty="0">
                <a:effectLst/>
                <a:latin typeface="Arial" panose="020B0604020202020204" pitchFamily="34" charset="0"/>
                <a:ea typeface="微软雅黑" panose="020B0503020204020204" pitchFamily="34" charset="-122"/>
                <a:cs typeface="Times New Roman" panose="02020603050405020304" pitchFamily="18" charset="0"/>
              </a:rPr>
              <a:t> 80%</a:t>
            </a:r>
            <a:r>
              <a:rPr lang="zh-CN" altLang="zh-CN" sz="2400" dirty="0">
                <a:effectLst/>
                <a:latin typeface="Arial" panose="020B0604020202020204" pitchFamily="34" charset="0"/>
                <a:ea typeface="微软雅黑" panose="020B0503020204020204" pitchFamily="34" charset="-122"/>
                <a:cs typeface="Times New Roman" panose="02020603050405020304" pitchFamily="18" charset="0"/>
              </a:rPr>
              <a:t>。</a:t>
            </a:r>
            <a:endParaRPr lang="zh-CN" altLang="en-US" sz="2400" dirty="0">
              <a:latin typeface="Arial" panose="020B0604020202020204" pitchFamily="34" charset="0"/>
              <a:ea typeface="微软雅黑" panose="020B0503020204020204" pitchFamily="34" charset="-122"/>
            </a:endParaRPr>
          </a:p>
        </p:txBody>
      </p:sp>
      <p:pic>
        <p:nvPicPr>
          <p:cNvPr id="6" name="图片 5">
            <a:extLst>
              <a:ext uri="{FF2B5EF4-FFF2-40B4-BE49-F238E27FC236}">
                <a16:creationId xmlns:a16="http://schemas.microsoft.com/office/drawing/2014/main" id="{5D0FAF76-F9F8-9C67-7C12-E7BE4C6517B3}"/>
              </a:ext>
            </a:extLst>
          </p:cNvPr>
          <p:cNvPicPr>
            <a:picLocks noChangeAspect="1"/>
          </p:cNvPicPr>
          <p:nvPr/>
        </p:nvPicPr>
        <p:blipFill>
          <a:blip r:embed="rId5"/>
          <a:stretch>
            <a:fillRect/>
          </a:stretch>
        </p:blipFill>
        <p:spPr>
          <a:xfrm>
            <a:off x="349403" y="1379483"/>
            <a:ext cx="7807270" cy="4704530"/>
          </a:xfrm>
          <a:prstGeom prst="rect">
            <a:avLst/>
          </a:prstGeom>
        </p:spPr>
      </p:pic>
      <p:sp>
        <p:nvSpPr>
          <p:cNvPr id="7" name="文本框 6">
            <a:extLst>
              <a:ext uri="{FF2B5EF4-FFF2-40B4-BE49-F238E27FC236}">
                <a16:creationId xmlns:a16="http://schemas.microsoft.com/office/drawing/2014/main" id="{9432BEF4-4293-582F-1C23-7BDC705C1293}"/>
              </a:ext>
            </a:extLst>
          </p:cNvPr>
          <p:cNvSpPr txBox="1"/>
          <p:nvPr/>
        </p:nvSpPr>
        <p:spPr>
          <a:xfrm>
            <a:off x="8841069" y="3970289"/>
            <a:ext cx="2866893" cy="1757661"/>
          </a:xfrm>
          <a:prstGeom prst="rect">
            <a:avLst/>
          </a:prstGeom>
          <a:noFill/>
        </p:spPr>
        <p:txBody>
          <a:bodyPr wrap="square">
            <a:spAutoFit/>
          </a:bodyPr>
          <a:lstStyle/>
          <a:p>
            <a:pPr lvl="0">
              <a:lnSpc>
                <a:spcPct val="115000"/>
              </a:lnSpc>
              <a:spcAft>
                <a:spcPts val="800"/>
              </a:spcAft>
              <a:tabLst>
                <a:tab pos="457200" algn="l"/>
              </a:tabLst>
            </a:pPr>
            <a:r>
              <a:rPr lang="en-US" altLang="zh-CN" sz="2400" kern="100" dirty="0">
                <a:effectLst/>
                <a:latin typeface="Arial" panose="020B0604020202020204" pitchFamily="34" charset="0"/>
                <a:ea typeface="微软雅黑" panose="020B0503020204020204" pitchFamily="34" charset="-122"/>
                <a:cs typeface="Times New Roman" panose="02020603050405020304" pitchFamily="18" charset="0"/>
              </a:rPr>
              <a:t>——</a:t>
            </a:r>
            <a:r>
              <a:rPr lang="zh-CN" altLang="zh-CN" sz="2400" kern="100" dirty="0">
                <a:effectLst/>
                <a:latin typeface="Arial" panose="020B0604020202020204" pitchFamily="34" charset="0"/>
                <a:ea typeface="微软雅黑" panose="020B0503020204020204" pitchFamily="34" charset="-122"/>
                <a:cs typeface="Times New Roman" panose="02020603050405020304" pitchFamily="18" charset="0"/>
              </a:rPr>
              <a:t>中国光伏产业在全球供应链中具有非常强的话语权和制造优势。</a:t>
            </a:r>
          </a:p>
        </p:txBody>
      </p:sp>
      <p:grpSp>
        <p:nvGrpSpPr>
          <p:cNvPr id="8" name="组合 7">
            <a:extLst>
              <a:ext uri="{FF2B5EF4-FFF2-40B4-BE49-F238E27FC236}">
                <a16:creationId xmlns:a16="http://schemas.microsoft.com/office/drawing/2014/main" id="{E1BA2E26-90B7-80FE-29DA-1938351834B4}"/>
              </a:ext>
            </a:extLst>
          </p:cNvPr>
          <p:cNvGrpSpPr/>
          <p:nvPr/>
        </p:nvGrpSpPr>
        <p:grpSpPr>
          <a:xfrm>
            <a:off x="-240704" y="246620"/>
            <a:ext cx="6236912" cy="734108"/>
            <a:chOff x="-240704" y="246620"/>
            <a:chExt cx="3456384" cy="734108"/>
          </a:xfrm>
        </p:grpSpPr>
        <p:sp>
          <p:nvSpPr>
            <p:cNvPr id="9" name="矩形: 圆角 8">
              <a:extLst>
                <a:ext uri="{FF2B5EF4-FFF2-40B4-BE49-F238E27FC236}">
                  <a16:creationId xmlns:a16="http://schemas.microsoft.com/office/drawing/2014/main" id="{4B56F28F-E336-7DF0-69BB-71B728261FFD}"/>
                </a:ext>
              </a:extLst>
            </p:cNvPr>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Segoe UI Light"/>
                <a:ea typeface="微软雅黑 Light"/>
                <a:cs typeface="+mn-cs"/>
              </a:endParaRPr>
            </a:p>
          </p:txBody>
        </p:sp>
        <p:sp>
          <p:nvSpPr>
            <p:cNvPr id="10" name="文本占位符 3">
              <a:extLst>
                <a:ext uri="{FF2B5EF4-FFF2-40B4-BE49-F238E27FC236}">
                  <a16:creationId xmlns:a16="http://schemas.microsoft.com/office/drawing/2014/main" id="{A8B0F2C2-32D1-121A-DDE0-4EFE72AD90DF}"/>
                </a:ext>
              </a:extLst>
            </p:cNvPr>
            <p:cNvSpPr txBox="1">
              <a:spLocks/>
            </p:cNvSpPr>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b="1" dirty="0">
                  <a:solidFill>
                    <a:prstClr val="white"/>
                  </a:solidFill>
                  <a:latin typeface="微软雅黑" panose="020B0503020204020204" pitchFamily="34" charset="-122"/>
                  <a:ea typeface="微软雅黑" panose="020B0503020204020204" pitchFamily="34" charset="-122"/>
                </a:rPr>
                <a:t>1</a:t>
              </a:r>
              <a:r>
                <a:rPr lang="zh-CN" altLang="en-US" b="1" dirty="0">
                  <a:solidFill>
                    <a:prstClr val="white"/>
                  </a:solidFill>
                  <a:latin typeface="微软雅黑" panose="020B0503020204020204" pitchFamily="34" charset="-122"/>
                  <a:ea typeface="微软雅黑" panose="020B0503020204020204" pitchFamily="34" charset="-122"/>
                </a:rPr>
                <a:t>、国内出口体量与市场地位</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spTree>
    <p:extLst>
      <p:ext uri="{BB962C8B-B14F-4D97-AF65-F5344CB8AC3E}">
        <p14:creationId xmlns:p14="http://schemas.microsoft.com/office/powerpoint/2010/main" val="21021930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BCF6B-73F5-D6CB-A35E-48B443C3AAFB}"/>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3D1BCA87-1989-D0D7-4BF0-EC6305982AA2}"/>
              </a:ext>
            </a:extLst>
          </p:cNvPr>
          <p:cNvGrpSpPr/>
          <p:nvPr/>
        </p:nvGrpSpPr>
        <p:grpSpPr>
          <a:xfrm>
            <a:off x="-240704" y="246620"/>
            <a:ext cx="6120680" cy="734108"/>
            <a:chOff x="-240704" y="246620"/>
            <a:chExt cx="3456384" cy="734108"/>
          </a:xfrm>
        </p:grpSpPr>
        <p:sp>
          <p:nvSpPr>
            <p:cNvPr id="2" name="矩形: 圆角 1">
              <a:extLst>
                <a:ext uri="{FF2B5EF4-FFF2-40B4-BE49-F238E27FC236}">
                  <a16:creationId xmlns:a16="http://schemas.microsoft.com/office/drawing/2014/main" id="{361A1D33-03D7-F67B-47C8-89ADFC384659}"/>
                </a:ext>
              </a:extLst>
            </p:cNvPr>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Segoe UI Light"/>
                <a:ea typeface="微软雅黑 Light"/>
                <a:cs typeface="+mn-cs"/>
              </a:endParaRPr>
            </a:p>
          </p:txBody>
        </p:sp>
        <p:sp>
          <p:nvSpPr>
            <p:cNvPr id="3" name="文本占位符 3">
              <a:extLst>
                <a:ext uri="{FF2B5EF4-FFF2-40B4-BE49-F238E27FC236}">
                  <a16:creationId xmlns:a16="http://schemas.microsoft.com/office/drawing/2014/main" id="{EFD7C05B-1C3C-F52F-85E4-0F8612621805}"/>
                </a:ext>
              </a:extLst>
            </p:cNvPr>
            <p:cNvSpPr txBox="1">
              <a:spLocks/>
            </p:cNvSpPr>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a:t>
              </a: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、主要出口企业与市场格局</a:t>
              </a:r>
            </a:p>
          </p:txBody>
        </p:sp>
      </p:grpSp>
      <p:pic>
        <p:nvPicPr>
          <p:cNvPr id="25" name="图片 24">
            <a:extLst>
              <a:ext uri="{FF2B5EF4-FFF2-40B4-BE49-F238E27FC236}">
                <a16:creationId xmlns:a16="http://schemas.microsoft.com/office/drawing/2014/main" id="{5DDA9DCF-AC16-2500-4222-7F0D84504D9D}"/>
              </a:ext>
            </a:extLst>
          </p:cNvPr>
          <p:cNvPicPr>
            <a:picLocks noChangeAspect="1"/>
          </p:cNvPicPr>
          <p:nvPr/>
        </p:nvPicPr>
        <p:blipFill>
          <a:blip r:embed="rId3" cstate="print">
            <a:extLst>
              <a:ext uri="{BEBA8EAE-BF5A-486C-A8C5-ECC9F3942E4B}">
                <a14:imgProps xmlns:a14="http://schemas.microsoft.com/office/drawing/2010/main">
                  <a14:imgLayer r:embed="rId4">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sp>
        <p:nvSpPr>
          <p:cNvPr id="26" name="矩形 25">
            <a:extLst>
              <a:ext uri="{FF2B5EF4-FFF2-40B4-BE49-F238E27FC236}">
                <a16:creationId xmlns:a16="http://schemas.microsoft.com/office/drawing/2014/main" id="{5DC1F45F-7C32-231A-7157-43C91D616FD0}"/>
              </a:ext>
            </a:extLst>
          </p:cNvPr>
          <p:cNvSpPr/>
          <p:nvPr/>
        </p:nvSpPr>
        <p:spPr>
          <a:xfrm>
            <a:off x="375805" y="6426714"/>
            <a:ext cx="319991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300" normalizeH="0" baseline="0" noProof="0" dirty="0">
                <a:ln>
                  <a:noFill/>
                </a:ln>
                <a:solidFill>
                  <a:prstClr val="black">
                    <a:lumMod val="50000"/>
                    <a:lumOff val="50000"/>
                  </a:prstClr>
                </a:solidFill>
                <a:effectLst/>
                <a:uLnTx/>
                <a:uFillTx/>
                <a:latin typeface="微软雅黑" panose="020B0503020204020204" pitchFamily="34" charset="-122"/>
                <a:ea typeface="微软雅黑"/>
                <a:cs typeface="Arial" panose="020B0604020202020204" pitchFamily="34" charset="0"/>
              </a:rPr>
              <a:t>博学而笃志  切问而近思 </a:t>
            </a:r>
            <a:endParaRPr kumimoji="0" lang="zh-CN" altLang="en-US" sz="1800" b="0" i="0" u="none" strike="noStrike" kern="0" cap="none" spc="0" normalizeH="0" baseline="0" noProof="0" dirty="0">
              <a:ln>
                <a:noFill/>
              </a:ln>
              <a:solidFill>
                <a:prstClr val="black">
                  <a:lumMod val="50000"/>
                  <a:lumOff val="50000"/>
                </a:prstClr>
              </a:solidFill>
              <a:effectLst/>
              <a:uLnTx/>
              <a:uFillTx/>
              <a:latin typeface="Segoe UI Light"/>
              <a:ea typeface="微软雅黑 Light"/>
              <a:cs typeface="+mn-cs"/>
            </a:endParaRPr>
          </a:p>
        </p:txBody>
      </p:sp>
      <p:sp>
        <p:nvSpPr>
          <p:cNvPr id="31" name="right-quote-sign_56826">
            <a:extLst>
              <a:ext uri="{FF2B5EF4-FFF2-40B4-BE49-F238E27FC236}">
                <a16:creationId xmlns:a16="http://schemas.microsoft.com/office/drawing/2014/main" id="{33446D18-3F44-E11E-A111-6518F016ED94}"/>
              </a:ext>
            </a:extLst>
          </p:cNvPr>
          <p:cNvSpPr>
            <a:spLocks noChangeAspect="1"/>
          </p:cNvSpPr>
          <p:nvPr/>
        </p:nvSpPr>
        <p:spPr bwMode="auto">
          <a:xfrm>
            <a:off x="9819841" y="4835456"/>
            <a:ext cx="1345501" cy="1185832"/>
          </a:xfrm>
          <a:custGeom>
            <a:avLst/>
            <a:gdLst>
              <a:gd name="connsiteX0" fmla="*/ 387182 w 607899"/>
              <a:gd name="connsiteY0" fmla="*/ 0 h 535760"/>
              <a:gd name="connsiteX1" fmla="*/ 576756 w 607899"/>
              <a:gd name="connsiteY1" fmla="*/ 0 h 535760"/>
              <a:gd name="connsiteX2" fmla="*/ 607899 w 607899"/>
              <a:gd name="connsiteY2" fmla="*/ 31095 h 535760"/>
              <a:gd name="connsiteX3" fmla="*/ 607899 w 607899"/>
              <a:gd name="connsiteY3" fmla="*/ 179895 h 535760"/>
              <a:gd name="connsiteX4" fmla="*/ 588633 w 607899"/>
              <a:gd name="connsiteY4" fmla="*/ 352227 h 535760"/>
              <a:gd name="connsiteX5" fmla="*/ 517368 w 607899"/>
              <a:gd name="connsiteY5" fmla="*/ 465449 h 535760"/>
              <a:gd name="connsiteX6" fmla="*/ 412808 w 607899"/>
              <a:gd name="connsiteY6" fmla="*/ 533196 h 535760"/>
              <a:gd name="connsiteX7" fmla="*/ 372219 w 607899"/>
              <a:gd name="connsiteY7" fmla="*/ 517975 h 535760"/>
              <a:gd name="connsiteX8" fmla="*/ 349773 w 607899"/>
              <a:gd name="connsiteY8" fmla="*/ 470679 h 535760"/>
              <a:gd name="connsiteX9" fmla="*/ 365251 w 607899"/>
              <a:gd name="connsiteY9" fmla="*/ 428891 h 535760"/>
              <a:gd name="connsiteX10" fmla="*/ 443390 w 607899"/>
              <a:gd name="connsiteY10" fmla="*/ 370529 h 535760"/>
              <a:gd name="connsiteX11" fmla="*/ 477901 w 607899"/>
              <a:gd name="connsiteY11" fmla="*/ 251471 h 535760"/>
              <a:gd name="connsiteX12" fmla="*/ 387182 w 607899"/>
              <a:gd name="connsiteY12" fmla="*/ 251471 h 535760"/>
              <a:gd name="connsiteX13" fmla="*/ 356039 w 607899"/>
              <a:gd name="connsiteY13" fmla="*/ 220375 h 535760"/>
              <a:gd name="connsiteX14" fmla="*/ 356039 w 607899"/>
              <a:gd name="connsiteY14" fmla="*/ 31095 h 535760"/>
              <a:gd name="connsiteX15" fmla="*/ 387182 w 607899"/>
              <a:gd name="connsiteY15" fmla="*/ 0 h 535760"/>
              <a:gd name="connsiteX16" fmla="*/ 40424 w 607899"/>
              <a:gd name="connsiteY16" fmla="*/ 0 h 535760"/>
              <a:gd name="connsiteX17" fmla="*/ 229998 w 607899"/>
              <a:gd name="connsiteY17" fmla="*/ 0 h 535760"/>
              <a:gd name="connsiteX18" fmla="*/ 261141 w 607899"/>
              <a:gd name="connsiteY18" fmla="*/ 31094 h 535760"/>
              <a:gd name="connsiteX19" fmla="*/ 261141 w 607899"/>
              <a:gd name="connsiteY19" fmla="*/ 179887 h 535760"/>
              <a:gd name="connsiteX20" fmla="*/ 241875 w 607899"/>
              <a:gd name="connsiteY20" fmla="*/ 352631 h 535760"/>
              <a:gd name="connsiteX21" fmla="*/ 170189 w 607899"/>
              <a:gd name="connsiteY21" fmla="*/ 465428 h 535760"/>
              <a:gd name="connsiteX22" fmla="*/ 66144 w 607899"/>
              <a:gd name="connsiteY22" fmla="*/ 533032 h 535760"/>
              <a:gd name="connsiteX23" fmla="*/ 25414 w 607899"/>
              <a:gd name="connsiteY23" fmla="*/ 517859 h 535760"/>
              <a:gd name="connsiteX24" fmla="*/ 3015 w 607899"/>
              <a:gd name="connsiteY24" fmla="*/ 470657 h 535760"/>
              <a:gd name="connsiteX25" fmla="*/ 18493 w 607899"/>
              <a:gd name="connsiteY25" fmla="*/ 428872 h 535760"/>
              <a:gd name="connsiteX26" fmla="*/ 96632 w 607899"/>
              <a:gd name="connsiteY26" fmla="*/ 370513 h 535760"/>
              <a:gd name="connsiteX27" fmla="*/ 131143 w 607899"/>
              <a:gd name="connsiteY27" fmla="*/ 251459 h 535760"/>
              <a:gd name="connsiteX28" fmla="*/ 40424 w 607899"/>
              <a:gd name="connsiteY28" fmla="*/ 251459 h 535760"/>
              <a:gd name="connsiteX29" fmla="*/ 9281 w 607899"/>
              <a:gd name="connsiteY29" fmla="*/ 220365 h 535760"/>
              <a:gd name="connsiteX30" fmla="*/ 9281 w 607899"/>
              <a:gd name="connsiteY30" fmla="*/ 31094 h 535760"/>
              <a:gd name="connsiteX31" fmla="*/ 40424 w 607899"/>
              <a:gd name="connsiteY31" fmla="*/ 0 h 53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899" h="535760">
                <a:moveTo>
                  <a:pt x="387182" y="0"/>
                </a:moveTo>
                <a:lnTo>
                  <a:pt x="576756" y="0"/>
                </a:lnTo>
                <a:cubicBezTo>
                  <a:pt x="593964" y="0"/>
                  <a:pt x="607899" y="13914"/>
                  <a:pt x="607899" y="31095"/>
                </a:cubicBezTo>
                <a:lnTo>
                  <a:pt x="607899" y="179895"/>
                </a:lnTo>
                <a:cubicBezTo>
                  <a:pt x="607899" y="252731"/>
                  <a:pt x="601493" y="310113"/>
                  <a:pt x="588633" y="352227"/>
                </a:cubicBezTo>
                <a:cubicBezTo>
                  <a:pt x="575820" y="394294"/>
                  <a:pt x="552065" y="432020"/>
                  <a:pt x="517368" y="465449"/>
                </a:cubicBezTo>
                <a:cubicBezTo>
                  <a:pt x="488937" y="492856"/>
                  <a:pt x="454099" y="515361"/>
                  <a:pt x="412808" y="533196"/>
                </a:cubicBezTo>
                <a:cubicBezTo>
                  <a:pt x="397377" y="539826"/>
                  <a:pt x="379467" y="533196"/>
                  <a:pt x="372219" y="517975"/>
                </a:cubicBezTo>
                <a:lnTo>
                  <a:pt x="349773" y="470679"/>
                </a:lnTo>
                <a:cubicBezTo>
                  <a:pt x="342291" y="454851"/>
                  <a:pt x="349212" y="435941"/>
                  <a:pt x="365251" y="428891"/>
                </a:cubicBezTo>
                <a:cubicBezTo>
                  <a:pt x="400089" y="413530"/>
                  <a:pt x="426182" y="394061"/>
                  <a:pt x="443390" y="370529"/>
                </a:cubicBezTo>
                <a:cubicBezTo>
                  <a:pt x="465181" y="340695"/>
                  <a:pt x="476732" y="301055"/>
                  <a:pt x="477901" y="251471"/>
                </a:cubicBezTo>
                <a:lnTo>
                  <a:pt x="387182" y="251471"/>
                </a:lnTo>
                <a:cubicBezTo>
                  <a:pt x="369974" y="251471"/>
                  <a:pt x="356039" y="237557"/>
                  <a:pt x="356039" y="220375"/>
                </a:cubicBezTo>
                <a:lnTo>
                  <a:pt x="356039" y="31095"/>
                </a:lnTo>
                <a:cubicBezTo>
                  <a:pt x="356039" y="13914"/>
                  <a:pt x="369974" y="0"/>
                  <a:pt x="387182" y="0"/>
                </a:cubicBezTo>
                <a:close/>
                <a:moveTo>
                  <a:pt x="40424" y="0"/>
                </a:moveTo>
                <a:lnTo>
                  <a:pt x="229998" y="0"/>
                </a:lnTo>
                <a:cubicBezTo>
                  <a:pt x="247206" y="0"/>
                  <a:pt x="261141" y="13913"/>
                  <a:pt x="261141" y="31094"/>
                </a:cubicBezTo>
                <a:lnTo>
                  <a:pt x="261141" y="179887"/>
                </a:lnTo>
                <a:cubicBezTo>
                  <a:pt x="261141" y="253280"/>
                  <a:pt x="254735" y="310846"/>
                  <a:pt x="241875" y="352631"/>
                </a:cubicBezTo>
                <a:cubicBezTo>
                  <a:pt x="229062" y="394417"/>
                  <a:pt x="205167" y="432000"/>
                  <a:pt x="170189" y="465428"/>
                </a:cubicBezTo>
                <a:cubicBezTo>
                  <a:pt x="141571" y="492741"/>
                  <a:pt x="106920" y="515291"/>
                  <a:pt x="66144" y="533032"/>
                </a:cubicBezTo>
                <a:cubicBezTo>
                  <a:pt x="50665" y="539755"/>
                  <a:pt x="32662" y="533032"/>
                  <a:pt x="25414" y="517859"/>
                </a:cubicBezTo>
                <a:lnTo>
                  <a:pt x="3015" y="470657"/>
                </a:lnTo>
                <a:cubicBezTo>
                  <a:pt x="-4467" y="454830"/>
                  <a:pt x="2454" y="435922"/>
                  <a:pt x="18493" y="428872"/>
                </a:cubicBezTo>
                <a:cubicBezTo>
                  <a:pt x="53331" y="413512"/>
                  <a:pt x="79424" y="394043"/>
                  <a:pt x="96632" y="370513"/>
                </a:cubicBezTo>
                <a:cubicBezTo>
                  <a:pt x="118423" y="340679"/>
                  <a:pt x="129974" y="301041"/>
                  <a:pt x="131143" y="251459"/>
                </a:cubicBezTo>
                <a:lnTo>
                  <a:pt x="40424" y="251459"/>
                </a:lnTo>
                <a:cubicBezTo>
                  <a:pt x="23216" y="251459"/>
                  <a:pt x="9281" y="237546"/>
                  <a:pt x="9281" y="220365"/>
                </a:cubicBezTo>
                <a:lnTo>
                  <a:pt x="9281" y="31094"/>
                </a:lnTo>
                <a:cubicBezTo>
                  <a:pt x="9281" y="13913"/>
                  <a:pt x="23216" y="0"/>
                  <a:pt x="40424" y="0"/>
                </a:cubicBezTo>
                <a:close/>
              </a:path>
            </a:pathLst>
          </a:custGeom>
          <a:solidFill>
            <a:srgbClr val="0326A0">
              <a:alpha val="10000"/>
            </a:srgbClr>
          </a:solidFill>
          <a:ln>
            <a:noFill/>
          </a:ln>
        </p:spPr>
      </p:sp>
      <p:pic>
        <p:nvPicPr>
          <p:cNvPr id="34" name="图片 33">
            <a:extLst>
              <a:ext uri="{FF2B5EF4-FFF2-40B4-BE49-F238E27FC236}">
                <a16:creationId xmlns:a16="http://schemas.microsoft.com/office/drawing/2014/main" id="{96D058DC-D9A9-BA49-19A1-CF490385CD3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54261" y="60213"/>
            <a:ext cx="6438095" cy="6450793"/>
          </a:xfrm>
          <a:prstGeom prst="rect">
            <a:avLst/>
          </a:prstGeom>
        </p:spPr>
      </p:pic>
      <p:cxnSp>
        <p:nvCxnSpPr>
          <p:cNvPr id="6" name="直接连接符 5">
            <a:extLst>
              <a:ext uri="{FF2B5EF4-FFF2-40B4-BE49-F238E27FC236}">
                <a16:creationId xmlns:a16="http://schemas.microsoft.com/office/drawing/2014/main" id="{81F2A818-7A28-6215-5915-81FA49962300}"/>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graphicFrame>
        <p:nvGraphicFramePr>
          <p:cNvPr id="7" name="表格 6">
            <a:extLst>
              <a:ext uri="{FF2B5EF4-FFF2-40B4-BE49-F238E27FC236}">
                <a16:creationId xmlns:a16="http://schemas.microsoft.com/office/drawing/2014/main" id="{6733F930-ABD9-2BFB-C97D-4D8BC0DB3425}"/>
              </a:ext>
            </a:extLst>
          </p:cNvPr>
          <p:cNvGraphicFramePr/>
          <p:nvPr>
            <p:custDataLst>
              <p:tags r:id="rId1"/>
            </p:custDataLst>
            <p:extLst>
              <p:ext uri="{D42A27DB-BD31-4B8C-83A1-F6EECF244321}">
                <p14:modId xmlns:p14="http://schemas.microsoft.com/office/powerpoint/2010/main" val="4121785234"/>
              </p:ext>
            </p:extLst>
          </p:nvPr>
        </p:nvGraphicFramePr>
        <p:xfrm>
          <a:off x="1343472" y="1179553"/>
          <a:ext cx="9918155" cy="4261616"/>
        </p:xfrm>
        <a:graphic>
          <a:graphicData uri="http://schemas.openxmlformats.org/drawingml/2006/table">
            <a:tbl>
              <a:tblPr firstRow="1" bandRow="1">
                <a:tableStyleId>{5940675A-B579-460E-94D1-54222C63F5DA}</a:tableStyleId>
              </a:tblPr>
              <a:tblGrid>
                <a:gridCol w="2489199">
                  <a:extLst>
                    <a:ext uri="{9D8B030D-6E8A-4147-A177-3AD203B41FA5}">
                      <a16:colId xmlns:a16="http://schemas.microsoft.com/office/drawing/2014/main" val="20000"/>
                    </a:ext>
                  </a:extLst>
                </a:gridCol>
                <a:gridCol w="3172976">
                  <a:extLst>
                    <a:ext uri="{9D8B030D-6E8A-4147-A177-3AD203B41FA5}">
                      <a16:colId xmlns:a16="http://schemas.microsoft.com/office/drawing/2014/main" val="20001"/>
                    </a:ext>
                  </a:extLst>
                </a:gridCol>
                <a:gridCol w="4010333">
                  <a:extLst>
                    <a:ext uri="{9D8B030D-6E8A-4147-A177-3AD203B41FA5}">
                      <a16:colId xmlns:a16="http://schemas.microsoft.com/office/drawing/2014/main" val="20002"/>
                    </a:ext>
                  </a:extLst>
                </a:gridCol>
                <a:gridCol w="245647">
                  <a:extLst>
                    <a:ext uri="{9D8B030D-6E8A-4147-A177-3AD203B41FA5}">
                      <a16:colId xmlns:a16="http://schemas.microsoft.com/office/drawing/2014/main" val="20003"/>
                    </a:ext>
                  </a:extLst>
                </a:gridCol>
              </a:tblGrid>
              <a:tr h="571156">
                <a:tc gridSpan="4">
                  <a:txBody>
                    <a:bodyPr/>
                    <a:lstStyle/>
                    <a:p>
                      <a:pPr indent="0" algn="ctr">
                        <a:spcAft>
                          <a:spcPts val="600"/>
                        </a:spcAft>
                        <a:buNone/>
                      </a:pPr>
                      <a:r>
                        <a:rPr lang="en-US" altLang="zh-CN" sz="2000" b="1" kern="1200" dirty="0">
                          <a:gradFill>
                            <a:gsLst>
                              <a:gs pos="0">
                                <a:schemeClr val="accent3"/>
                              </a:gs>
                              <a:gs pos="100000">
                                <a:schemeClr val="accent1"/>
                              </a:gs>
                            </a:gsLst>
                            <a:lin ang="5400000" scaled="1"/>
                          </a:gradFill>
                          <a:latin typeface="Arial" panose="020B0604020202020204" pitchFamily="34" charset="0"/>
                          <a:ea typeface="微软雅黑" panose="020B0503020204020204" pitchFamily="34" charset="-122"/>
                          <a:cs typeface="+mn-cs"/>
                        </a:rPr>
                        <a:t>2024</a:t>
                      </a:r>
                      <a:r>
                        <a:rPr lang="zh-CN" altLang="zh-CN" sz="2000" b="1" kern="1200" dirty="0">
                          <a:gradFill>
                            <a:gsLst>
                              <a:gs pos="0">
                                <a:schemeClr val="accent3"/>
                              </a:gs>
                              <a:gs pos="100000">
                                <a:schemeClr val="accent1"/>
                              </a:gs>
                            </a:gsLst>
                            <a:lin ang="5400000" scaled="1"/>
                          </a:gradFill>
                          <a:latin typeface="Arial" panose="020B0604020202020204" pitchFamily="34" charset="0"/>
                          <a:ea typeface="微软雅黑" panose="020B0503020204020204" pitchFamily="34" charset="-122"/>
                          <a:cs typeface="+mn-cs"/>
                        </a:rPr>
                        <a:t>主要出口企业与市场格局</a:t>
                      </a:r>
                      <a:endParaRPr lang="en-US" altLang="en-US" sz="2000" b="1" kern="1200" dirty="0">
                        <a:gradFill>
                          <a:gsLst>
                            <a:gs pos="0">
                              <a:schemeClr val="accent3"/>
                            </a:gs>
                            <a:gs pos="100000">
                              <a:schemeClr val="accent1"/>
                            </a:gs>
                          </a:gsLst>
                          <a:lin ang="5400000" scaled="1"/>
                        </a:gradFill>
                        <a:latin typeface="Arial" panose="020B0604020202020204" pitchFamily="34" charset="0"/>
                        <a:ea typeface="微软雅黑" panose="020B0503020204020204" pitchFamily="34" charset="-122"/>
                        <a:cs typeface="黑体" panose="02010609060101010101" pitchFamily="49" charset="-122"/>
                      </a:endParaRPr>
                    </a:p>
                  </a:txBody>
                  <a:tcPr marL="68580" marR="68580" marT="0" marB="0" anchor="ctr">
                    <a:lnL w="12700" cap="flat" cmpd="sng">
                      <a:noFill/>
                      <a:prstDash val="solid"/>
                      <a:headEnd type="none" w="med" len="med"/>
                      <a:tailEnd type="none" w="med" len="med"/>
                    </a:lnL>
                    <a:lnR w="12700" cap="flat" cmpd="sng">
                      <a:noFill/>
                      <a:prstDash val="solid"/>
                      <a:headEnd type="none" w="med" len="med"/>
                      <a:tailEnd type="none" w="med" len="med"/>
                    </a:lnR>
                    <a:lnT cap="flat">
                      <a:noFill/>
                    </a:lnT>
                    <a:lnB w="19050" cap="flat" cmpd="sng" algn="ctr">
                      <a:solidFill>
                        <a:schemeClr val="accent1"/>
                      </a:solidFill>
                      <a:prstDash val="solid"/>
                      <a:round/>
                      <a:headEnd type="none" w="med" len="med"/>
                      <a:tailEnd type="none" w="med" len="med"/>
                    </a:lnB>
                    <a:lnTlToBr>
                      <a:noFill/>
                    </a:lnTlToBr>
                    <a:lnBlToTr>
                      <a:noFill/>
                    </a:lnBlToTr>
                    <a:noFill/>
                  </a:tcPr>
                </a:tc>
                <a:tc hMerge="1">
                  <a:txBody>
                    <a:bodyPr/>
                    <a:lstStyle/>
                    <a:p>
                      <a:endParaRPr lang="zh-CN"/>
                    </a:p>
                  </a:txBody>
                  <a:tcPr>
                    <a:lnT cap="flat">
                      <a:noFill/>
                    </a:lnT>
                    <a:lnB w="12700" cap="flat" cmpd="sng">
                      <a:solidFill>
                        <a:srgbClr val="5B519F"/>
                      </a:solidFill>
                      <a:prstDash val="solid"/>
                      <a:headEnd type="none" w="med" len="med"/>
                      <a:tailEnd type="none" w="med" len="med"/>
                    </a:lnB>
                  </a:tcPr>
                </a:tc>
                <a:tc hMerge="1">
                  <a:txBody>
                    <a:bodyPr/>
                    <a:lstStyle/>
                    <a:p>
                      <a:endParaRPr lang="zh-CN"/>
                    </a:p>
                  </a:txBody>
                  <a:tcPr>
                    <a:lnT cap="flat">
                      <a:noFill/>
                    </a:lnT>
                    <a:lnB w="12700" cap="flat" cmpd="sng">
                      <a:solidFill>
                        <a:srgbClr val="5B519F"/>
                      </a:solidFill>
                      <a:prstDash val="solid"/>
                      <a:headEnd type="none" w="med" len="med"/>
                      <a:tailEnd type="none" w="med" len="med"/>
                    </a:lnB>
                  </a:tcPr>
                </a:tc>
                <a:tc hMerge="1">
                  <a:txBody>
                    <a:bodyPr/>
                    <a:lstStyle/>
                    <a:p>
                      <a:endParaRPr lang="zh-CN"/>
                    </a:p>
                  </a:txBody>
                  <a:tcPr>
                    <a:lnT cap="flat">
                      <a:noFill/>
                    </a:lnT>
                    <a:lnB w="12700" cap="flat" cmpd="sng">
                      <a:solidFill>
                        <a:srgbClr val="5B519F"/>
                      </a:solidFill>
                      <a:prstDash val="solid"/>
                      <a:headEnd type="none" w="med" len="med"/>
                      <a:tailEnd type="none" w="med" len="med"/>
                    </a:lnB>
                  </a:tcPr>
                </a:tc>
                <a:extLst>
                  <a:ext uri="{0D108BD9-81ED-4DB2-BD59-A6C34878D82A}">
                    <a16:rowId xmlns:a16="http://schemas.microsoft.com/office/drawing/2014/main" val="10000"/>
                  </a:ext>
                </a:extLst>
              </a:tr>
              <a:tr h="223731">
                <a:tc gridSpan="4">
                  <a:txBody>
                    <a:bodyPr/>
                    <a:lstStyle/>
                    <a:p>
                      <a:pPr indent="0" algn="r">
                        <a:lnSpc>
                          <a:spcPct val="70000"/>
                        </a:lnSpc>
                        <a:buNone/>
                      </a:pPr>
                      <a:endParaRPr lang="en-US" altLang="en-US" sz="1200" b="1" dirty="0">
                        <a:solidFill>
                          <a:schemeClr val="tx1"/>
                        </a:solidFill>
                        <a:latin typeface="Arial" panose="020B0604020202020204" pitchFamily="34" charset="0"/>
                        <a:ea typeface="微软雅黑" panose="020B0503020204020204" pitchFamily="34" charset="-122"/>
                        <a:cs typeface="仿宋" panose="02010609060101010101" charset="-122"/>
                      </a:endParaRPr>
                    </a:p>
                  </a:txBody>
                  <a:tcPr marL="68580" marR="68580" marT="0" marB="0" anchor="ctr">
                    <a:lnL w="12700" cap="flat" cmpd="sng">
                      <a:noFill/>
                      <a:prstDash val="solid"/>
                      <a:headEnd type="none" w="med" len="med"/>
                      <a:tailEnd type="none" w="med" len="med"/>
                    </a:lnL>
                    <a:lnR w="12700" cap="flat" cmpd="sng">
                      <a:noFill/>
                      <a:prstDash val="solid"/>
                      <a:headEnd type="none" w="med" len="med"/>
                      <a:tailEnd type="none" w="med" len="med"/>
                    </a:lnR>
                    <a:lnT w="19050" cap="flat" cmpd="sng" algn="ctr">
                      <a:solidFill>
                        <a:schemeClr val="accent1"/>
                      </a:solidFill>
                      <a:prstDash val="solid"/>
                      <a:round/>
                      <a:headEnd type="none" w="med" len="med"/>
                      <a:tailEnd type="none" w="med" len="med"/>
                    </a:lnT>
                    <a:lnB w="6350" cap="flat" cmpd="sng" algn="ctr">
                      <a:solidFill>
                        <a:schemeClr val="accent1"/>
                      </a:solidFill>
                      <a:prstDash val="solid"/>
                      <a:round/>
                      <a:headEnd type="none" w="med" len="med"/>
                      <a:tailEnd type="none" w="med" len="med"/>
                    </a:lnB>
                    <a:lnTlToBr>
                      <a:noFill/>
                    </a:lnTlToBr>
                    <a:lnBlToTr>
                      <a:noFill/>
                    </a:lnBlToTr>
                    <a:noFill/>
                  </a:tcPr>
                </a:tc>
                <a:tc hMerge="1">
                  <a:txBody>
                    <a:bodyPr/>
                    <a:lstStyle/>
                    <a:p>
                      <a:endParaRPr lang="zh-CN"/>
                    </a:p>
                  </a:txBody>
                  <a:tcPr>
                    <a:lnT w="12700" cap="flat" cmpd="sng">
                      <a:solidFill>
                        <a:srgbClr val="5B519F"/>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5B519F"/>
                      </a:solidFill>
                      <a:prstDash val="solid"/>
                      <a:headEnd type="none" w="med" len="med"/>
                      <a:tailEnd type="none" w="med" len="med"/>
                    </a:lnT>
                    <a:lnB w="12700" cap="flat" cmpd="sng">
                      <a:solidFill>
                        <a:srgbClr val="000000"/>
                      </a:solidFill>
                      <a:prstDash val="solid"/>
                      <a:headEnd type="none" w="med" len="med"/>
                      <a:tailEnd type="none" w="med" len="med"/>
                    </a:lnB>
                  </a:tcPr>
                </a:tc>
                <a:tc hMerge="1">
                  <a:txBody>
                    <a:bodyPr/>
                    <a:lstStyle/>
                    <a:p>
                      <a:endParaRPr lang="zh-CN"/>
                    </a:p>
                  </a:txBody>
                  <a:tcPr>
                    <a:lnT w="12700" cap="flat" cmpd="sng">
                      <a:solidFill>
                        <a:srgbClr val="5B519F"/>
                      </a:solidFill>
                      <a:prstDash val="solid"/>
                      <a:headEnd type="none" w="med" len="med"/>
                      <a:tailEnd type="none" w="med" len="med"/>
                    </a:lnT>
                    <a:lnB w="12700" cap="flat" cmpd="sng">
                      <a:solidFill>
                        <a:srgbClr val="000000"/>
                      </a:solidFill>
                      <a:prstDash val="solid"/>
                      <a:headEnd type="none" w="med" len="med"/>
                      <a:tailEnd type="none" w="med" len="med"/>
                    </a:lnB>
                  </a:tcPr>
                </a:tc>
                <a:extLst>
                  <a:ext uri="{0D108BD9-81ED-4DB2-BD59-A6C34878D82A}">
                    <a16:rowId xmlns:a16="http://schemas.microsoft.com/office/drawing/2014/main" val="10001"/>
                  </a:ext>
                </a:extLst>
              </a:tr>
              <a:tr h="594186">
                <a:tc>
                  <a:txBody>
                    <a:bodyPr/>
                    <a:lstStyle/>
                    <a:p>
                      <a:pPr>
                        <a:lnSpc>
                          <a:spcPct val="115000"/>
                        </a:lnSpc>
                        <a:spcAft>
                          <a:spcPts val="800"/>
                        </a:spcAft>
                        <a:buNone/>
                      </a:pPr>
                      <a:r>
                        <a:rPr lang="zh-CN" sz="1600" b="1" kern="100" dirty="0">
                          <a:effectLst/>
                          <a:latin typeface="Arial" panose="020B0604020202020204" pitchFamily="34" charset="0"/>
                          <a:ea typeface="微软雅黑" panose="020B0503020204020204" pitchFamily="34" charset="-122"/>
                          <a:cs typeface="Times New Roman" panose="02020603050405020304" pitchFamily="18" charset="0"/>
                        </a:rPr>
                        <a:t>企业</a:t>
                      </a:r>
                      <a:endParaRPr lang="zh-CN" sz="1600" kern="100" dirty="0">
                        <a:effectLst/>
                        <a:latin typeface="Arial" panose="020B0604020202020204" pitchFamily="34" charset="0"/>
                        <a:ea typeface="微软雅黑" panose="020B0503020204020204" pitchFamily="34" charset="-122"/>
                        <a:cs typeface="Times New Roman" panose="02020603050405020304" pitchFamily="18" charset="0"/>
                      </a:endParaRPr>
                    </a:p>
                  </a:txBody>
                  <a:tcPr marL="0" marR="0" marT="0" marB="0" anchor="ctr">
                    <a:lnL w="12700" cap="flat" cmpd="sng">
                      <a:noFill/>
                      <a:prstDash val="solid"/>
                      <a:headEnd type="none" w="med" len="med"/>
                      <a:tailEnd type="none" w="med" len="med"/>
                    </a:lnL>
                    <a:lnR w="12700" cap="flat" cmpd="sng">
                      <a:noFill/>
                      <a:prstDash val="solid"/>
                      <a:headEnd type="none" w="med" len="med"/>
                      <a:tailEnd type="none" w="med" len="med"/>
                    </a:lnR>
                    <a:lnT w="6350" cap="flat" cmpd="sng" algn="ctr">
                      <a:solidFill>
                        <a:schemeClr val="accent1"/>
                      </a:solidFill>
                      <a:prstDash val="solid"/>
                      <a:round/>
                      <a:headEnd type="none" w="med" len="med"/>
                      <a:tailEnd type="none" w="med" len="med"/>
                    </a:lnT>
                    <a:lnB w="12700" cap="flat" cmpd="sng">
                      <a:noFill/>
                      <a:prstDash val="solid"/>
                      <a:headEnd type="none" w="med" len="med"/>
                      <a:tailEnd type="none" w="med" len="med"/>
                    </a:lnB>
                    <a:lnTlToBr>
                      <a:noFill/>
                    </a:lnTlToBr>
                    <a:lnBlToTr>
                      <a:noFill/>
                    </a:lnBlToTr>
                    <a:noFill/>
                  </a:tcPr>
                </a:tc>
                <a:tc>
                  <a:txBody>
                    <a:bodyPr/>
                    <a:lstStyle/>
                    <a:p>
                      <a:pPr>
                        <a:lnSpc>
                          <a:spcPct val="115000"/>
                        </a:lnSpc>
                        <a:spcAft>
                          <a:spcPts val="800"/>
                        </a:spcAft>
                        <a:buNone/>
                      </a:pPr>
                      <a:r>
                        <a:rPr lang="en-US" sz="1600" b="1" kern="100" dirty="0">
                          <a:effectLst/>
                          <a:latin typeface="Arial" panose="020B0604020202020204" pitchFamily="34" charset="0"/>
                          <a:ea typeface="微软雅黑" panose="020B0503020204020204" pitchFamily="34" charset="-122"/>
                          <a:cs typeface="Times New Roman" panose="02020603050405020304" pitchFamily="18" charset="0"/>
                        </a:rPr>
                        <a:t>2024 </a:t>
                      </a:r>
                      <a:r>
                        <a:rPr lang="zh-CN" sz="1600" b="1" kern="100" dirty="0">
                          <a:effectLst/>
                          <a:latin typeface="Arial" panose="020B0604020202020204" pitchFamily="34" charset="0"/>
                          <a:ea typeface="微软雅黑" panose="020B0503020204020204" pitchFamily="34" charset="-122"/>
                          <a:cs typeface="Times New Roman" panose="02020603050405020304" pitchFamily="18" charset="0"/>
                        </a:rPr>
                        <a:t>年出货规模（</a:t>
                      </a:r>
                      <a:r>
                        <a:rPr lang="en-US" sz="1600" b="1" kern="100" dirty="0">
                          <a:effectLst/>
                          <a:latin typeface="Arial" panose="020B0604020202020204" pitchFamily="34" charset="0"/>
                          <a:ea typeface="微软雅黑" panose="020B0503020204020204" pitchFamily="34" charset="-122"/>
                          <a:cs typeface="Times New Roman" panose="02020603050405020304" pitchFamily="18" charset="0"/>
                        </a:rPr>
                        <a:t>GW</a:t>
                      </a:r>
                      <a:r>
                        <a:rPr lang="zh-CN" sz="1600" b="1" kern="100" dirty="0">
                          <a:effectLst/>
                          <a:latin typeface="Arial" panose="020B0604020202020204" pitchFamily="34" charset="0"/>
                          <a:ea typeface="微软雅黑" panose="020B0503020204020204" pitchFamily="34" charset="-122"/>
                          <a:cs typeface="Times New Roman" panose="02020603050405020304" pitchFamily="18" charset="0"/>
                        </a:rPr>
                        <a:t>）</a:t>
                      </a:r>
                      <a:endParaRPr lang="zh-CN" sz="1600" kern="100" dirty="0">
                        <a:effectLst/>
                        <a:latin typeface="Arial" panose="020B0604020202020204" pitchFamily="34" charset="0"/>
                        <a:ea typeface="微软雅黑" panose="020B0503020204020204" pitchFamily="34" charset="-122"/>
                        <a:cs typeface="Times New Roman" panose="02020603050405020304" pitchFamily="18" charset="0"/>
                      </a:endParaRPr>
                    </a:p>
                  </a:txBody>
                  <a:tcPr marL="0" marR="0" marT="0" marB="0" anchor="ctr">
                    <a:lnL w="12700" cap="flat" cmpd="sng">
                      <a:noFill/>
                      <a:prstDash val="solid"/>
                      <a:headEnd type="none" w="med" len="med"/>
                      <a:tailEnd type="none" w="med" len="med"/>
                    </a:lnL>
                    <a:lnR w="12700" cap="flat" cmpd="sng">
                      <a:noFill/>
                      <a:prstDash val="solid"/>
                      <a:headEnd type="none" w="med" len="med"/>
                      <a:tailEnd type="none" w="med" len="med"/>
                    </a:lnR>
                    <a:lnT w="6350" cap="flat" cmpd="sng" algn="ctr">
                      <a:solidFill>
                        <a:schemeClr val="accent1"/>
                      </a:solidFill>
                      <a:prstDash val="solid"/>
                      <a:round/>
                      <a:headEnd type="none" w="med" len="med"/>
                      <a:tailEnd type="none" w="med" len="med"/>
                    </a:lnT>
                    <a:lnB w="12700" cap="flat" cmpd="sng">
                      <a:noFill/>
                      <a:prstDash val="solid"/>
                      <a:headEnd type="none" w="med" len="med"/>
                      <a:tailEnd type="none" w="med" len="med"/>
                    </a:lnB>
                    <a:lnTlToBr>
                      <a:noFill/>
                    </a:lnTlToBr>
                    <a:lnBlToTr>
                      <a:noFill/>
                    </a:lnBlToTr>
                    <a:noFill/>
                  </a:tcPr>
                </a:tc>
                <a:tc>
                  <a:txBody>
                    <a:bodyPr/>
                    <a:lstStyle/>
                    <a:p>
                      <a:pPr>
                        <a:lnSpc>
                          <a:spcPct val="115000"/>
                        </a:lnSpc>
                        <a:spcAft>
                          <a:spcPts val="800"/>
                        </a:spcAft>
                        <a:buNone/>
                      </a:pPr>
                      <a:r>
                        <a:rPr lang="zh-CN" sz="1600" b="1" kern="100" dirty="0">
                          <a:effectLst/>
                          <a:latin typeface="Arial" panose="020B0604020202020204" pitchFamily="34" charset="0"/>
                          <a:ea typeface="微软雅黑" panose="020B0503020204020204" pitchFamily="34" charset="-122"/>
                          <a:cs typeface="Times New Roman" panose="02020603050405020304" pitchFamily="18" charset="0"/>
                        </a:rPr>
                        <a:t>海外出口</a:t>
                      </a:r>
                      <a:r>
                        <a:rPr lang="en-US" sz="1600" b="1" kern="100" dirty="0">
                          <a:effectLst/>
                          <a:latin typeface="Arial" panose="020B0604020202020204" pitchFamily="34" charset="0"/>
                          <a:ea typeface="微软雅黑" panose="020B0503020204020204" pitchFamily="34" charset="-122"/>
                          <a:cs typeface="Times New Roman" panose="02020603050405020304" pitchFamily="18" charset="0"/>
                        </a:rPr>
                        <a:t>/</a:t>
                      </a:r>
                      <a:r>
                        <a:rPr lang="zh-CN" sz="1600" b="1" kern="100" dirty="0">
                          <a:effectLst/>
                          <a:latin typeface="Arial" panose="020B0604020202020204" pitchFamily="34" charset="0"/>
                          <a:ea typeface="微软雅黑" panose="020B0503020204020204" pitchFamily="34" charset="-122"/>
                          <a:cs typeface="Times New Roman" panose="02020603050405020304" pitchFamily="18" charset="0"/>
                        </a:rPr>
                        <a:t>海外布局情况</a:t>
                      </a:r>
                      <a:endParaRPr lang="zh-CN" sz="1600" kern="100" dirty="0">
                        <a:effectLst/>
                        <a:latin typeface="Arial" panose="020B0604020202020204" pitchFamily="34" charset="0"/>
                        <a:ea typeface="微软雅黑" panose="020B0503020204020204" pitchFamily="34" charset="-122"/>
                        <a:cs typeface="Times New Roman" panose="02020603050405020304" pitchFamily="18" charset="0"/>
                      </a:endParaRPr>
                    </a:p>
                  </a:txBody>
                  <a:tcPr marL="0" marR="0" marT="0" marB="0" anchor="ctr">
                    <a:lnL w="12700" cap="flat" cmpd="sng">
                      <a:noFill/>
                      <a:prstDash val="solid"/>
                      <a:headEnd type="none" w="med" len="med"/>
                      <a:tailEnd type="none" w="med" len="med"/>
                    </a:lnL>
                    <a:lnR w="12700" cap="flat" cmpd="sng">
                      <a:noFill/>
                      <a:prstDash val="solid"/>
                      <a:headEnd type="none" w="med" len="med"/>
                      <a:tailEnd type="none" w="med" len="med"/>
                    </a:lnR>
                    <a:lnT w="6350" cap="flat" cmpd="sng" algn="ctr">
                      <a:solidFill>
                        <a:schemeClr val="accent1"/>
                      </a:solidFill>
                      <a:prstDash val="solid"/>
                      <a:round/>
                      <a:headEnd type="none" w="med" len="med"/>
                      <a:tailEnd type="none" w="med" len="med"/>
                    </a:lnT>
                    <a:lnB w="12700" cap="flat" cmpd="sng">
                      <a:noFill/>
                      <a:prstDash val="solid"/>
                      <a:headEnd type="none" w="med" len="med"/>
                      <a:tailEnd type="none" w="med" len="med"/>
                    </a:lnB>
                    <a:lnTlToBr>
                      <a:noFill/>
                    </a:lnTlToBr>
                    <a:lnBlToTr>
                      <a:noFill/>
                    </a:lnBlToTr>
                    <a:noFill/>
                  </a:tcPr>
                </a:tc>
                <a:tc rowSpan="5">
                  <a:txBody>
                    <a:bodyPr/>
                    <a:lstStyle/>
                    <a:p>
                      <a:pPr indent="0" algn="ctr">
                        <a:buNone/>
                      </a:pPr>
                      <a:endParaRPr lang="en-US" altLang="en-US" sz="1400" b="0" dirty="0">
                        <a:solidFill>
                          <a:schemeClr val="tx1"/>
                        </a:solidFill>
                        <a:latin typeface="Arial" panose="020B0604020202020204" pitchFamily="34" charset="0"/>
                        <a:ea typeface="微软雅黑" panose="020B0503020204020204" pitchFamily="34" charset="-122"/>
                        <a:cs typeface="微软雅黑" panose="020B0503020204020204" pitchFamily="34" charset="-122"/>
                      </a:endParaRPr>
                    </a:p>
                  </a:txBody>
                  <a:tcPr marL="68580" marR="68580" marT="0" marB="0" anchor="ctr">
                    <a:lnL w="12700" cap="flat" cmpd="sng">
                      <a:noFill/>
                      <a:prstDash val="solid"/>
                      <a:headEnd type="none" w="med" len="med"/>
                      <a:tailEnd type="none" w="med" len="med"/>
                    </a:lnL>
                    <a:lnR w="12700" cap="flat" cmpd="sng">
                      <a:noFill/>
                      <a:prstDash val="solid"/>
                      <a:headEnd type="none" w="med" len="med"/>
                      <a:tailEnd type="none" w="med" len="med"/>
                    </a:lnR>
                    <a:lnT w="6350" cap="flat" cmpd="sng" algn="ctr">
                      <a:solidFill>
                        <a:schemeClr val="accent1"/>
                      </a:solidFill>
                      <a:prstDash val="solid"/>
                      <a:round/>
                      <a:headEnd type="none" w="med" len="med"/>
                      <a:tailEnd type="none" w="med" len="med"/>
                    </a:lnT>
                    <a:lnB w="12700" cap="flat" cmpd="sng">
                      <a:no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57750">
                <a:tc>
                  <a:txBody>
                    <a:bodyPr/>
                    <a:lstStyle/>
                    <a:p>
                      <a:pPr>
                        <a:lnSpc>
                          <a:spcPct val="115000"/>
                        </a:lnSpc>
                        <a:spcAft>
                          <a:spcPts val="800"/>
                        </a:spcAft>
                        <a:buNone/>
                      </a:pPr>
                      <a:r>
                        <a:rPr lang="en-US" sz="1600" kern="100" dirty="0" err="1">
                          <a:effectLst/>
                          <a:latin typeface="Arial" panose="020B0604020202020204" pitchFamily="34" charset="0"/>
                          <a:ea typeface="微软雅黑" panose="020B0503020204020204" pitchFamily="34" charset="-122"/>
                          <a:cs typeface="Times New Roman" panose="02020603050405020304" pitchFamily="18" charset="0"/>
                        </a:rPr>
                        <a:t>JinkoSolar</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（晶科）</a:t>
                      </a:r>
                    </a:p>
                  </a:txBody>
                  <a:tcPr marL="0" marR="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tc>
                  <a:txBody>
                    <a:bodyPr/>
                    <a:lstStyle/>
                    <a:p>
                      <a:pPr>
                        <a:lnSpc>
                          <a:spcPct val="115000"/>
                        </a:lnSpc>
                        <a:spcAft>
                          <a:spcPts val="800"/>
                        </a:spcAft>
                        <a:buNone/>
                      </a:pP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约 </a:t>
                      </a:r>
                      <a:r>
                        <a:rPr lang="en-US" sz="1600" b="1" kern="100" dirty="0">
                          <a:effectLst/>
                          <a:latin typeface="Arial" panose="020B0604020202020204" pitchFamily="34" charset="0"/>
                          <a:ea typeface="微软雅黑" panose="020B0503020204020204" pitchFamily="34" charset="-122"/>
                          <a:cs typeface="Times New Roman" panose="02020603050405020304" pitchFamily="18" charset="0"/>
                        </a:rPr>
                        <a:t>99.6 GW</a:t>
                      </a:r>
                      <a:r>
                        <a:rPr lang="en-US" sz="1600" kern="100" dirty="0">
                          <a:effectLst/>
                          <a:latin typeface="Arial" panose="020B0604020202020204" pitchFamily="34" charset="0"/>
                          <a:ea typeface="微软雅黑" panose="020B0503020204020204" pitchFamily="34" charset="-122"/>
                          <a:cs typeface="Times New Roman" panose="02020603050405020304" pitchFamily="18" charset="0"/>
                        </a:rPr>
                        <a:t> </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出货规模。</a:t>
                      </a:r>
                    </a:p>
                  </a:txBody>
                  <a:tcPr marL="0" marR="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tc>
                  <a:txBody>
                    <a:bodyPr/>
                    <a:lstStyle/>
                    <a:p>
                      <a:pPr>
                        <a:lnSpc>
                          <a:spcPct val="115000"/>
                        </a:lnSpc>
                        <a:spcAft>
                          <a:spcPts val="800"/>
                        </a:spcAft>
                        <a:buNone/>
                      </a:pPr>
                      <a:r>
                        <a:rPr lang="en-US" altLang="zh-CN" sz="1600" kern="100" dirty="0">
                          <a:effectLst/>
                          <a:latin typeface="Arial" panose="020B0604020202020204" pitchFamily="34" charset="0"/>
                          <a:ea typeface="微软雅黑" panose="020B0503020204020204" pitchFamily="34" charset="-122"/>
                          <a:cs typeface="Times New Roman" panose="02020603050405020304" pitchFamily="18" charset="0"/>
                        </a:rPr>
                        <a:t>  </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在越南、马来西亚等设厂，产品出口覆盖全球。</a:t>
                      </a:r>
                    </a:p>
                  </a:txBody>
                  <a:tcPr marL="0" marR="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tc vMerge="1">
                  <a:txBody>
                    <a:bodyPr/>
                    <a:lstStyle/>
                    <a:p>
                      <a:pPr indent="0" algn="ctr">
                        <a:buNone/>
                      </a:pPr>
                      <a:endParaRPr lang="en-US" altLang="en-US" sz="1200" b="0" dirty="0">
                        <a:solidFill>
                          <a:schemeClr val="tx1"/>
                        </a:solidFill>
                        <a:latin typeface="+mn-ea"/>
                        <a:ea typeface="+mn-ea"/>
                        <a:cs typeface="Times New Roman" panose="02020603050405020304" pitchFamily="18" charset="0"/>
                      </a:endParaRPr>
                    </a:p>
                  </a:txBody>
                  <a:tcPr marL="68580" marR="6858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23201">
                <a:tc>
                  <a:txBody>
                    <a:bodyPr/>
                    <a:lstStyle/>
                    <a:p>
                      <a:pPr>
                        <a:lnSpc>
                          <a:spcPct val="115000"/>
                        </a:lnSpc>
                        <a:spcAft>
                          <a:spcPts val="800"/>
                        </a:spcAft>
                        <a:buNone/>
                      </a:pPr>
                      <a:r>
                        <a:rPr lang="en-US" sz="1600" kern="100">
                          <a:effectLst/>
                          <a:latin typeface="Arial" panose="020B0604020202020204" pitchFamily="34" charset="0"/>
                          <a:ea typeface="微软雅黑" panose="020B0503020204020204" pitchFamily="34" charset="-122"/>
                          <a:cs typeface="Times New Roman" panose="02020603050405020304" pitchFamily="18" charset="0"/>
                        </a:rPr>
                        <a:t>JA Solar</a:t>
                      </a:r>
                      <a:r>
                        <a:rPr lang="zh-CN" sz="1600" kern="100">
                          <a:effectLst/>
                          <a:latin typeface="Arial" panose="020B0604020202020204" pitchFamily="34" charset="0"/>
                          <a:ea typeface="微软雅黑" panose="020B0503020204020204" pitchFamily="34" charset="-122"/>
                          <a:cs typeface="Times New Roman" panose="02020603050405020304" pitchFamily="18" charset="0"/>
                        </a:rPr>
                        <a:t>（晶澳）</a:t>
                      </a:r>
                    </a:p>
                  </a:txBody>
                  <a:tcPr marL="0" marR="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tc>
                  <a:txBody>
                    <a:bodyPr/>
                    <a:lstStyle/>
                    <a:p>
                      <a:pPr>
                        <a:lnSpc>
                          <a:spcPct val="115000"/>
                        </a:lnSpc>
                        <a:spcAft>
                          <a:spcPts val="800"/>
                        </a:spcAft>
                        <a:buNone/>
                      </a:pP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约 </a:t>
                      </a:r>
                      <a:r>
                        <a:rPr lang="en-US" sz="1600" b="1" kern="100" dirty="0">
                          <a:effectLst/>
                          <a:latin typeface="Arial" panose="020B0604020202020204" pitchFamily="34" charset="0"/>
                          <a:ea typeface="微软雅黑" panose="020B0503020204020204" pitchFamily="34" charset="-122"/>
                          <a:cs typeface="Times New Roman" panose="02020603050405020304" pitchFamily="18" charset="0"/>
                        </a:rPr>
                        <a:t>79.45 GW</a:t>
                      </a:r>
                      <a:r>
                        <a:rPr lang="en-US" sz="1600" kern="100" dirty="0">
                          <a:effectLst/>
                          <a:latin typeface="Arial" panose="020B0604020202020204" pitchFamily="34" charset="0"/>
                          <a:ea typeface="微软雅黑" panose="020B0503020204020204" pitchFamily="34" charset="-122"/>
                          <a:cs typeface="Times New Roman" panose="02020603050405020304" pitchFamily="18" charset="0"/>
                        </a:rPr>
                        <a:t> </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出货规模，海外市场占比约</a:t>
                      </a:r>
                      <a:r>
                        <a:rPr lang="en-US" sz="1600" kern="100" dirty="0">
                          <a:effectLst/>
                          <a:latin typeface="Arial" panose="020B0604020202020204" pitchFamily="34" charset="0"/>
                          <a:ea typeface="微软雅黑" panose="020B0503020204020204" pitchFamily="34" charset="-122"/>
                          <a:cs typeface="Times New Roman" panose="02020603050405020304" pitchFamily="18" charset="0"/>
                        </a:rPr>
                        <a:t> 49%</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a:t>
                      </a:r>
                    </a:p>
                  </a:txBody>
                  <a:tcPr marL="0" marR="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tc>
                  <a:txBody>
                    <a:bodyPr/>
                    <a:lstStyle/>
                    <a:p>
                      <a:pPr>
                        <a:lnSpc>
                          <a:spcPct val="115000"/>
                        </a:lnSpc>
                        <a:spcAft>
                          <a:spcPts val="800"/>
                        </a:spcAft>
                        <a:buNone/>
                      </a:pPr>
                      <a:r>
                        <a:rPr lang="en-US" altLang="zh-CN" sz="1600" kern="100" dirty="0">
                          <a:effectLst/>
                          <a:latin typeface="Arial" panose="020B0604020202020204" pitchFamily="34" charset="0"/>
                          <a:ea typeface="微软雅黑" panose="020B0503020204020204" pitchFamily="34" charset="-122"/>
                          <a:cs typeface="Times New Roman" panose="02020603050405020304" pitchFamily="18" charset="0"/>
                        </a:rPr>
                        <a:t>  </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出口至</a:t>
                      </a:r>
                      <a:r>
                        <a:rPr lang="en-US" sz="1600" kern="100" dirty="0">
                          <a:effectLst/>
                          <a:latin typeface="Arial" panose="020B0604020202020204" pitchFamily="34" charset="0"/>
                          <a:ea typeface="微软雅黑" panose="020B0503020204020204" pitchFamily="34" charset="-122"/>
                          <a:cs typeface="Times New Roman" panose="02020603050405020304" pitchFamily="18" charset="0"/>
                        </a:rPr>
                        <a:t> 178 </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个国家</a:t>
                      </a:r>
                      <a:r>
                        <a:rPr lang="en-US" sz="1600" kern="100" dirty="0">
                          <a:effectLst/>
                          <a:latin typeface="Arial" panose="020B0604020202020204" pitchFamily="34" charset="0"/>
                          <a:ea typeface="微软雅黑" panose="020B0503020204020204" pitchFamily="34" charset="-122"/>
                          <a:cs typeface="Times New Roman" panose="02020603050405020304" pitchFamily="18" charset="0"/>
                        </a:rPr>
                        <a:t>/</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地区。</a:t>
                      </a:r>
                    </a:p>
                  </a:txBody>
                  <a:tcPr marL="0" marR="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tc vMerge="1">
                  <a:txBody>
                    <a:bodyPr/>
                    <a:lstStyle/>
                    <a:p>
                      <a:pPr indent="0" algn="ctr">
                        <a:buNone/>
                      </a:pPr>
                      <a:endParaRPr lang="en-US" altLang="en-US" sz="1200" b="0">
                        <a:solidFill>
                          <a:schemeClr val="tx1"/>
                        </a:solidFill>
                        <a:latin typeface="+mn-ea"/>
                        <a:ea typeface="+mn-ea"/>
                        <a:cs typeface="Times New Roman" panose="02020603050405020304" pitchFamily="18" charset="0"/>
                      </a:endParaRPr>
                    </a:p>
                  </a:txBody>
                  <a:tcPr marL="68580" marR="6858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68391">
                <a:tc>
                  <a:txBody>
                    <a:bodyPr/>
                    <a:lstStyle/>
                    <a:p>
                      <a:pPr>
                        <a:lnSpc>
                          <a:spcPct val="115000"/>
                        </a:lnSpc>
                        <a:spcAft>
                          <a:spcPts val="800"/>
                        </a:spcAft>
                        <a:buNone/>
                      </a:pPr>
                      <a:r>
                        <a:rPr lang="en-US" sz="1600" kern="100">
                          <a:effectLst/>
                          <a:latin typeface="Arial" panose="020B0604020202020204" pitchFamily="34" charset="0"/>
                          <a:ea typeface="微软雅黑" panose="020B0503020204020204" pitchFamily="34" charset="-122"/>
                          <a:cs typeface="Times New Roman" panose="02020603050405020304" pitchFamily="18" charset="0"/>
                        </a:rPr>
                        <a:t>Trina Solar</a:t>
                      </a:r>
                      <a:r>
                        <a:rPr lang="zh-CN" sz="1600" kern="100">
                          <a:effectLst/>
                          <a:latin typeface="Arial" panose="020B0604020202020204" pitchFamily="34" charset="0"/>
                          <a:ea typeface="微软雅黑" panose="020B0503020204020204" pitchFamily="34" charset="-122"/>
                          <a:cs typeface="Times New Roman" panose="02020603050405020304" pitchFamily="18" charset="0"/>
                        </a:rPr>
                        <a:t>（天合）</a:t>
                      </a:r>
                    </a:p>
                  </a:txBody>
                  <a:tcPr marL="0" marR="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tc>
                  <a:txBody>
                    <a:bodyPr/>
                    <a:lstStyle/>
                    <a:p>
                      <a:pPr>
                        <a:lnSpc>
                          <a:spcPct val="115000"/>
                        </a:lnSpc>
                        <a:spcAft>
                          <a:spcPts val="800"/>
                        </a:spcAft>
                        <a:buNone/>
                      </a:pPr>
                      <a:r>
                        <a:rPr lang="en-US" sz="1600" kern="100" dirty="0">
                          <a:effectLst/>
                          <a:latin typeface="Arial" panose="020B0604020202020204" pitchFamily="34" charset="0"/>
                          <a:ea typeface="微软雅黑" panose="020B0503020204020204" pitchFamily="34" charset="-122"/>
                          <a:cs typeface="Times New Roman" panose="02020603050405020304" pitchFamily="18" charset="0"/>
                        </a:rPr>
                        <a:t>H1 </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出货约</a:t>
                      </a:r>
                      <a:r>
                        <a:rPr lang="en-US" sz="1600" kern="100" dirty="0">
                          <a:effectLst/>
                          <a:latin typeface="Arial" panose="020B0604020202020204" pitchFamily="34" charset="0"/>
                          <a:ea typeface="微软雅黑" panose="020B0503020204020204" pitchFamily="34" charset="-122"/>
                          <a:cs typeface="Times New Roman" panose="02020603050405020304" pitchFamily="18" charset="0"/>
                        </a:rPr>
                        <a:t> 34 GW</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，推算全年约 </a:t>
                      </a:r>
                      <a:r>
                        <a:rPr lang="en-US" sz="1600" b="1" kern="100" dirty="0">
                          <a:effectLst/>
                          <a:latin typeface="Arial" panose="020B0604020202020204" pitchFamily="34" charset="0"/>
                          <a:ea typeface="微软雅黑" panose="020B0503020204020204" pitchFamily="34" charset="-122"/>
                          <a:cs typeface="Times New Roman" panose="02020603050405020304" pitchFamily="18" charset="0"/>
                        </a:rPr>
                        <a:t>70-80 GW</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a:t>
                      </a:r>
                    </a:p>
                  </a:txBody>
                  <a:tcPr marL="0" marR="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tc>
                  <a:txBody>
                    <a:bodyPr/>
                    <a:lstStyle/>
                    <a:p>
                      <a:pPr>
                        <a:lnSpc>
                          <a:spcPct val="115000"/>
                        </a:lnSpc>
                        <a:spcAft>
                          <a:spcPts val="800"/>
                        </a:spcAft>
                        <a:buNone/>
                      </a:pPr>
                      <a:r>
                        <a:rPr lang="en-US" altLang="zh-CN" sz="1600" kern="100" dirty="0">
                          <a:effectLst/>
                          <a:latin typeface="Arial" panose="020B0604020202020204" pitchFamily="34" charset="0"/>
                          <a:ea typeface="微软雅黑" panose="020B0503020204020204" pitchFamily="34" charset="-122"/>
                          <a:cs typeface="Times New Roman" panose="02020603050405020304" pitchFamily="18" charset="0"/>
                        </a:rPr>
                        <a:t>  </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在越南泰原设大型生产基地（硅片＋电池＋组件一体化）。</a:t>
                      </a:r>
                    </a:p>
                  </a:txBody>
                  <a:tcPr marL="0" marR="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tc vMerge="1">
                  <a:txBody>
                    <a:bodyPr/>
                    <a:lstStyle/>
                    <a:p>
                      <a:pPr indent="0" algn="ctr">
                        <a:buNone/>
                      </a:pPr>
                      <a:endParaRPr lang="en-US" altLang="en-US" sz="1200" b="0" dirty="0">
                        <a:solidFill>
                          <a:schemeClr val="tx1"/>
                        </a:solidFill>
                        <a:latin typeface="+mn-ea"/>
                        <a:ea typeface="+mn-ea"/>
                        <a:cs typeface="Times New Roman" panose="02020603050405020304" pitchFamily="18" charset="0"/>
                      </a:endParaRPr>
                    </a:p>
                  </a:txBody>
                  <a:tcPr marL="68580" marR="6858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823201">
                <a:tc>
                  <a:txBody>
                    <a:bodyPr/>
                    <a:lstStyle/>
                    <a:p>
                      <a:pPr>
                        <a:lnSpc>
                          <a:spcPct val="115000"/>
                        </a:lnSpc>
                        <a:spcAft>
                          <a:spcPts val="800"/>
                        </a:spcAft>
                        <a:buNone/>
                      </a:pPr>
                      <a:r>
                        <a:rPr lang="en-US" sz="1600" kern="100" dirty="0" err="1">
                          <a:effectLst/>
                          <a:latin typeface="Arial" panose="020B0604020202020204" pitchFamily="34" charset="0"/>
                          <a:ea typeface="微软雅黑" panose="020B0503020204020204" pitchFamily="34" charset="-122"/>
                          <a:cs typeface="Times New Roman" panose="02020603050405020304" pitchFamily="18" charset="0"/>
                        </a:rPr>
                        <a:t>LONGi</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（隆基）</a:t>
                      </a:r>
                    </a:p>
                  </a:txBody>
                  <a:tcPr marL="0" marR="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tc>
                  <a:txBody>
                    <a:bodyPr/>
                    <a:lstStyle/>
                    <a:p>
                      <a:pPr>
                        <a:lnSpc>
                          <a:spcPct val="115000"/>
                        </a:lnSpc>
                        <a:spcAft>
                          <a:spcPts val="800"/>
                        </a:spcAft>
                        <a:buNone/>
                      </a:pPr>
                      <a:r>
                        <a:rPr lang="en-US" sz="1600" kern="100" dirty="0">
                          <a:effectLst/>
                          <a:latin typeface="Arial" panose="020B0604020202020204" pitchFamily="34" charset="0"/>
                          <a:ea typeface="微软雅黑" panose="020B0503020204020204" pitchFamily="34" charset="-122"/>
                          <a:cs typeface="Times New Roman" panose="02020603050405020304" pitchFamily="18" charset="0"/>
                        </a:rPr>
                        <a:t>2024 </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年前</a:t>
                      </a:r>
                      <a:r>
                        <a:rPr lang="en-US" sz="1600" kern="100" dirty="0">
                          <a:effectLst/>
                          <a:latin typeface="Arial" panose="020B0604020202020204" pitchFamily="34" charset="0"/>
                          <a:ea typeface="微软雅黑" panose="020B0503020204020204" pitchFamily="34" charset="-122"/>
                          <a:cs typeface="Times New Roman" panose="02020603050405020304" pitchFamily="18" charset="0"/>
                        </a:rPr>
                        <a:t> 9 </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个月出货约 </a:t>
                      </a:r>
                      <a:r>
                        <a:rPr lang="en-US" sz="1600" b="1" kern="100" dirty="0">
                          <a:effectLst/>
                          <a:latin typeface="Arial" panose="020B0604020202020204" pitchFamily="34" charset="0"/>
                          <a:ea typeface="微软雅黑" panose="020B0503020204020204" pitchFamily="34" charset="-122"/>
                          <a:cs typeface="Times New Roman" panose="02020603050405020304" pitchFamily="18" charset="0"/>
                        </a:rPr>
                        <a:t>51.23 GW</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全年估计在 </a:t>
                      </a:r>
                      <a:r>
                        <a:rPr lang="en-US" sz="1600" b="1" kern="100" dirty="0">
                          <a:effectLst/>
                          <a:latin typeface="Arial" panose="020B0604020202020204" pitchFamily="34" charset="0"/>
                          <a:ea typeface="微软雅黑" panose="020B0503020204020204" pitchFamily="34" charset="-122"/>
                          <a:cs typeface="Times New Roman" panose="02020603050405020304" pitchFamily="18" charset="0"/>
                        </a:rPr>
                        <a:t>50-80 GW</a:t>
                      </a:r>
                      <a:r>
                        <a:rPr lang="en-US" sz="1600" kern="100" dirty="0">
                          <a:effectLst/>
                          <a:latin typeface="Arial" panose="020B0604020202020204" pitchFamily="34" charset="0"/>
                          <a:ea typeface="微软雅黑" panose="020B0503020204020204" pitchFamily="34" charset="-122"/>
                          <a:cs typeface="Times New Roman" panose="02020603050405020304" pitchFamily="18" charset="0"/>
                        </a:rPr>
                        <a:t> </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区间。</a:t>
                      </a:r>
                    </a:p>
                  </a:txBody>
                  <a:tcPr marL="0" marR="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tc>
                  <a:txBody>
                    <a:bodyPr/>
                    <a:lstStyle/>
                    <a:p>
                      <a:pPr>
                        <a:lnSpc>
                          <a:spcPct val="115000"/>
                        </a:lnSpc>
                        <a:spcAft>
                          <a:spcPts val="800"/>
                        </a:spcAft>
                        <a:buNone/>
                      </a:pPr>
                      <a:r>
                        <a:rPr lang="en-US" altLang="zh-CN" sz="1600" kern="100" dirty="0">
                          <a:effectLst/>
                          <a:latin typeface="Arial" panose="020B0604020202020204" pitchFamily="34" charset="0"/>
                          <a:ea typeface="微软雅黑" panose="020B0503020204020204" pitchFamily="34" charset="-122"/>
                          <a:cs typeface="Times New Roman" panose="02020603050405020304" pitchFamily="18" charset="0"/>
                        </a:rPr>
                        <a:t>  </a:t>
                      </a:r>
                      <a:r>
                        <a:rPr lang="zh-CN" sz="1600" kern="100" dirty="0">
                          <a:effectLst/>
                          <a:latin typeface="Arial" panose="020B0604020202020204" pitchFamily="34" charset="0"/>
                          <a:ea typeface="微软雅黑" panose="020B0503020204020204" pitchFamily="34" charset="-122"/>
                          <a:cs typeface="Times New Roman" panose="02020603050405020304" pitchFamily="18" charset="0"/>
                        </a:rPr>
                        <a:t>在东南亚及美国有布局。</a:t>
                      </a:r>
                    </a:p>
                  </a:txBody>
                  <a:tcPr marL="0" marR="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tc vMerge="1">
                  <a:txBody>
                    <a:bodyPr/>
                    <a:lstStyle/>
                    <a:p>
                      <a:pPr indent="0" algn="ctr">
                        <a:buNone/>
                      </a:pPr>
                      <a:endParaRPr lang="en-US" altLang="en-US" sz="1200" b="0" dirty="0">
                        <a:solidFill>
                          <a:schemeClr val="tx1"/>
                        </a:solidFill>
                        <a:latin typeface="+mn-ea"/>
                        <a:ea typeface="+mn-ea"/>
                        <a:cs typeface="Times New Roman" panose="02020603050405020304" pitchFamily="18" charset="0"/>
                      </a:endParaRPr>
                    </a:p>
                  </a:txBody>
                  <a:tcPr marL="68580" marR="68580" marT="0" marB="0" anchor="ctr">
                    <a:lnL w="12700" cap="flat" cmpd="sng">
                      <a:noFill/>
                      <a:prstDash val="solid"/>
                      <a:headEnd type="none" w="med" len="med"/>
                      <a:tailEnd type="none" w="med" len="med"/>
                    </a:lnL>
                    <a:lnR w="12700" cap="flat" cmpd="sng">
                      <a:noFill/>
                      <a:prstDash val="solid"/>
                      <a:headEnd type="none" w="med" len="med"/>
                      <a:tailEnd type="none" w="med" len="med"/>
                    </a:lnR>
                    <a:lnT w="12700" cap="flat" cmpd="sng">
                      <a:noFill/>
                      <a:prstDash val="solid"/>
                      <a:headEnd type="none" w="med" len="med"/>
                      <a:tailEnd type="none" w="med" len="med"/>
                    </a:lnT>
                    <a:lnB w="12700" cap="flat" cmpd="sng">
                      <a:no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17780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7490E-BE52-E4B9-9043-00015CF81B14}"/>
            </a:ext>
          </a:extLst>
        </p:cNvPr>
        <p:cNvGrpSpPr/>
        <p:nvPr/>
      </p:nvGrpSpPr>
      <p:grpSpPr>
        <a:xfrm>
          <a:off x="0" y="0"/>
          <a:ext cx="0" cy="0"/>
          <a:chOff x="0" y="0"/>
          <a:chExt cx="0" cy="0"/>
        </a:xfrm>
      </p:grpSpPr>
      <p:pic>
        <p:nvPicPr>
          <p:cNvPr id="25" name="图片 24">
            <a:extLst>
              <a:ext uri="{FF2B5EF4-FFF2-40B4-BE49-F238E27FC236}">
                <a16:creationId xmlns:a16="http://schemas.microsoft.com/office/drawing/2014/main" id="{14AF9B07-90C9-91BC-8F19-94AB2FEE5CA5}"/>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sp>
        <p:nvSpPr>
          <p:cNvPr id="31" name="right-quote-sign_56826">
            <a:extLst>
              <a:ext uri="{FF2B5EF4-FFF2-40B4-BE49-F238E27FC236}">
                <a16:creationId xmlns:a16="http://schemas.microsoft.com/office/drawing/2014/main" id="{6494A27C-9487-371E-5BC3-6895FC266BBA}"/>
              </a:ext>
            </a:extLst>
          </p:cNvPr>
          <p:cNvSpPr>
            <a:spLocks noChangeAspect="1"/>
          </p:cNvSpPr>
          <p:nvPr/>
        </p:nvSpPr>
        <p:spPr bwMode="auto">
          <a:xfrm>
            <a:off x="9819841" y="4835456"/>
            <a:ext cx="1345501" cy="1185832"/>
          </a:xfrm>
          <a:custGeom>
            <a:avLst/>
            <a:gdLst>
              <a:gd name="connsiteX0" fmla="*/ 387182 w 607899"/>
              <a:gd name="connsiteY0" fmla="*/ 0 h 535760"/>
              <a:gd name="connsiteX1" fmla="*/ 576756 w 607899"/>
              <a:gd name="connsiteY1" fmla="*/ 0 h 535760"/>
              <a:gd name="connsiteX2" fmla="*/ 607899 w 607899"/>
              <a:gd name="connsiteY2" fmla="*/ 31095 h 535760"/>
              <a:gd name="connsiteX3" fmla="*/ 607899 w 607899"/>
              <a:gd name="connsiteY3" fmla="*/ 179895 h 535760"/>
              <a:gd name="connsiteX4" fmla="*/ 588633 w 607899"/>
              <a:gd name="connsiteY4" fmla="*/ 352227 h 535760"/>
              <a:gd name="connsiteX5" fmla="*/ 517368 w 607899"/>
              <a:gd name="connsiteY5" fmla="*/ 465449 h 535760"/>
              <a:gd name="connsiteX6" fmla="*/ 412808 w 607899"/>
              <a:gd name="connsiteY6" fmla="*/ 533196 h 535760"/>
              <a:gd name="connsiteX7" fmla="*/ 372219 w 607899"/>
              <a:gd name="connsiteY7" fmla="*/ 517975 h 535760"/>
              <a:gd name="connsiteX8" fmla="*/ 349773 w 607899"/>
              <a:gd name="connsiteY8" fmla="*/ 470679 h 535760"/>
              <a:gd name="connsiteX9" fmla="*/ 365251 w 607899"/>
              <a:gd name="connsiteY9" fmla="*/ 428891 h 535760"/>
              <a:gd name="connsiteX10" fmla="*/ 443390 w 607899"/>
              <a:gd name="connsiteY10" fmla="*/ 370529 h 535760"/>
              <a:gd name="connsiteX11" fmla="*/ 477901 w 607899"/>
              <a:gd name="connsiteY11" fmla="*/ 251471 h 535760"/>
              <a:gd name="connsiteX12" fmla="*/ 387182 w 607899"/>
              <a:gd name="connsiteY12" fmla="*/ 251471 h 535760"/>
              <a:gd name="connsiteX13" fmla="*/ 356039 w 607899"/>
              <a:gd name="connsiteY13" fmla="*/ 220375 h 535760"/>
              <a:gd name="connsiteX14" fmla="*/ 356039 w 607899"/>
              <a:gd name="connsiteY14" fmla="*/ 31095 h 535760"/>
              <a:gd name="connsiteX15" fmla="*/ 387182 w 607899"/>
              <a:gd name="connsiteY15" fmla="*/ 0 h 535760"/>
              <a:gd name="connsiteX16" fmla="*/ 40424 w 607899"/>
              <a:gd name="connsiteY16" fmla="*/ 0 h 535760"/>
              <a:gd name="connsiteX17" fmla="*/ 229998 w 607899"/>
              <a:gd name="connsiteY17" fmla="*/ 0 h 535760"/>
              <a:gd name="connsiteX18" fmla="*/ 261141 w 607899"/>
              <a:gd name="connsiteY18" fmla="*/ 31094 h 535760"/>
              <a:gd name="connsiteX19" fmla="*/ 261141 w 607899"/>
              <a:gd name="connsiteY19" fmla="*/ 179887 h 535760"/>
              <a:gd name="connsiteX20" fmla="*/ 241875 w 607899"/>
              <a:gd name="connsiteY20" fmla="*/ 352631 h 535760"/>
              <a:gd name="connsiteX21" fmla="*/ 170189 w 607899"/>
              <a:gd name="connsiteY21" fmla="*/ 465428 h 535760"/>
              <a:gd name="connsiteX22" fmla="*/ 66144 w 607899"/>
              <a:gd name="connsiteY22" fmla="*/ 533032 h 535760"/>
              <a:gd name="connsiteX23" fmla="*/ 25414 w 607899"/>
              <a:gd name="connsiteY23" fmla="*/ 517859 h 535760"/>
              <a:gd name="connsiteX24" fmla="*/ 3015 w 607899"/>
              <a:gd name="connsiteY24" fmla="*/ 470657 h 535760"/>
              <a:gd name="connsiteX25" fmla="*/ 18493 w 607899"/>
              <a:gd name="connsiteY25" fmla="*/ 428872 h 535760"/>
              <a:gd name="connsiteX26" fmla="*/ 96632 w 607899"/>
              <a:gd name="connsiteY26" fmla="*/ 370513 h 535760"/>
              <a:gd name="connsiteX27" fmla="*/ 131143 w 607899"/>
              <a:gd name="connsiteY27" fmla="*/ 251459 h 535760"/>
              <a:gd name="connsiteX28" fmla="*/ 40424 w 607899"/>
              <a:gd name="connsiteY28" fmla="*/ 251459 h 535760"/>
              <a:gd name="connsiteX29" fmla="*/ 9281 w 607899"/>
              <a:gd name="connsiteY29" fmla="*/ 220365 h 535760"/>
              <a:gd name="connsiteX30" fmla="*/ 9281 w 607899"/>
              <a:gd name="connsiteY30" fmla="*/ 31094 h 535760"/>
              <a:gd name="connsiteX31" fmla="*/ 40424 w 607899"/>
              <a:gd name="connsiteY31" fmla="*/ 0 h 535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607899" h="535760">
                <a:moveTo>
                  <a:pt x="387182" y="0"/>
                </a:moveTo>
                <a:lnTo>
                  <a:pt x="576756" y="0"/>
                </a:lnTo>
                <a:cubicBezTo>
                  <a:pt x="593964" y="0"/>
                  <a:pt x="607899" y="13914"/>
                  <a:pt x="607899" y="31095"/>
                </a:cubicBezTo>
                <a:lnTo>
                  <a:pt x="607899" y="179895"/>
                </a:lnTo>
                <a:cubicBezTo>
                  <a:pt x="607899" y="252731"/>
                  <a:pt x="601493" y="310113"/>
                  <a:pt x="588633" y="352227"/>
                </a:cubicBezTo>
                <a:cubicBezTo>
                  <a:pt x="575820" y="394294"/>
                  <a:pt x="552065" y="432020"/>
                  <a:pt x="517368" y="465449"/>
                </a:cubicBezTo>
                <a:cubicBezTo>
                  <a:pt x="488937" y="492856"/>
                  <a:pt x="454099" y="515361"/>
                  <a:pt x="412808" y="533196"/>
                </a:cubicBezTo>
                <a:cubicBezTo>
                  <a:pt x="397377" y="539826"/>
                  <a:pt x="379467" y="533196"/>
                  <a:pt x="372219" y="517975"/>
                </a:cubicBezTo>
                <a:lnTo>
                  <a:pt x="349773" y="470679"/>
                </a:lnTo>
                <a:cubicBezTo>
                  <a:pt x="342291" y="454851"/>
                  <a:pt x="349212" y="435941"/>
                  <a:pt x="365251" y="428891"/>
                </a:cubicBezTo>
                <a:cubicBezTo>
                  <a:pt x="400089" y="413530"/>
                  <a:pt x="426182" y="394061"/>
                  <a:pt x="443390" y="370529"/>
                </a:cubicBezTo>
                <a:cubicBezTo>
                  <a:pt x="465181" y="340695"/>
                  <a:pt x="476732" y="301055"/>
                  <a:pt x="477901" y="251471"/>
                </a:cubicBezTo>
                <a:lnTo>
                  <a:pt x="387182" y="251471"/>
                </a:lnTo>
                <a:cubicBezTo>
                  <a:pt x="369974" y="251471"/>
                  <a:pt x="356039" y="237557"/>
                  <a:pt x="356039" y="220375"/>
                </a:cubicBezTo>
                <a:lnTo>
                  <a:pt x="356039" y="31095"/>
                </a:lnTo>
                <a:cubicBezTo>
                  <a:pt x="356039" y="13914"/>
                  <a:pt x="369974" y="0"/>
                  <a:pt x="387182" y="0"/>
                </a:cubicBezTo>
                <a:close/>
                <a:moveTo>
                  <a:pt x="40424" y="0"/>
                </a:moveTo>
                <a:lnTo>
                  <a:pt x="229998" y="0"/>
                </a:lnTo>
                <a:cubicBezTo>
                  <a:pt x="247206" y="0"/>
                  <a:pt x="261141" y="13913"/>
                  <a:pt x="261141" y="31094"/>
                </a:cubicBezTo>
                <a:lnTo>
                  <a:pt x="261141" y="179887"/>
                </a:lnTo>
                <a:cubicBezTo>
                  <a:pt x="261141" y="253280"/>
                  <a:pt x="254735" y="310846"/>
                  <a:pt x="241875" y="352631"/>
                </a:cubicBezTo>
                <a:cubicBezTo>
                  <a:pt x="229062" y="394417"/>
                  <a:pt x="205167" y="432000"/>
                  <a:pt x="170189" y="465428"/>
                </a:cubicBezTo>
                <a:cubicBezTo>
                  <a:pt x="141571" y="492741"/>
                  <a:pt x="106920" y="515291"/>
                  <a:pt x="66144" y="533032"/>
                </a:cubicBezTo>
                <a:cubicBezTo>
                  <a:pt x="50665" y="539755"/>
                  <a:pt x="32662" y="533032"/>
                  <a:pt x="25414" y="517859"/>
                </a:cubicBezTo>
                <a:lnTo>
                  <a:pt x="3015" y="470657"/>
                </a:lnTo>
                <a:cubicBezTo>
                  <a:pt x="-4467" y="454830"/>
                  <a:pt x="2454" y="435922"/>
                  <a:pt x="18493" y="428872"/>
                </a:cubicBezTo>
                <a:cubicBezTo>
                  <a:pt x="53331" y="413512"/>
                  <a:pt x="79424" y="394043"/>
                  <a:pt x="96632" y="370513"/>
                </a:cubicBezTo>
                <a:cubicBezTo>
                  <a:pt x="118423" y="340679"/>
                  <a:pt x="129974" y="301041"/>
                  <a:pt x="131143" y="251459"/>
                </a:cubicBezTo>
                <a:lnTo>
                  <a:pt x="40424" y="251459"/>
                </a:lnTo>
                <a:cubicBezTo>
                  <a:pt x="23216" y="251459"/>
                  <a:pt x="9281" y="237546"/>
                  <a:pt x="9281" y="220365"/>
                </a:cubicBezTo>
                <a:lnTo>
                  <a:pt x="9281" y="31094"/>
                </a:lnTo>
                <a:cubicBezTo>
                  <a:pt x="9281" y="13913"/>
                  <a:pt x="23216" y="0"/>
                  <a:pt x="40424" y="0"/>
                </a:cubicBezTo>
                <a:close/>
              </a:path>
            </a:pathLst>
          </a:custGeom>
          <a:solidFill>
            <a:srgbClr val="0326A0">
              <a:alpha val="10000"/>
            </a:srgbClr>
          </a:solidFill>
          <a:ln>
            <a:noFill/>
          </a:ln>
        </p:spPr>
      </p:sp>
      <p:pic>
        <p:nvPicPr>
          <p:cNvPr id="34" name="图片 33">
            <a:extLst>
              <a:ext uri="{FF2B5EF4-FFF2-40B4-BE49-F238E27FC236}">
                <a16:creationId xmlns:a16="http://schemas.microsoft.com/office/drawing/2014/main" id="{11D26F8D-C1F3-B404-B32A-EEA7A916AF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4261" y="60213"/>
            <a:ext cx="6438095" cy="6450793"/>
          </a:xfrm>
          <a:prstGeom prst="rect">
            <a:avLst/>
          </a:prstGeom>
        </p:spPr>
      </p:pic>
      <p:cxnSp>
        <p:nvCxnSpPr>
          <p:cNvPr id="5" name="直接连接符 4">
            <a:extLst>
              <a:ext uri="{FF2B5EF4-FFF2-40B4-BE49-F238E27FC236}">
                <a16:creationId xmlns:a16="http://schemas.microsoft.com/office/drawing/2014/main" id="{651D9C63-4BD8-ACEB-6FD5-BB19F884C19A}"/>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78276AE3-FDDC-B5E2-200E-EC3450F754C5}"/>
              </a:ext>
            </a:extLst>
          </p:cNvPr>
          <p:cNvGrpSpPr/>
          <p:nvPr/>
        </p:nvGrpSpPr>
        <p:grpSpPr>
          <a:xfrm>
            <a:off x="727885" y="1700808"/>
            <a:ext cx="4012497" cy="1005943"/>
            <a:chOff x="1008288" y="1828840"/>
            <a:chExt cx="4503420" cy="1508997"/>
          </a:xfrm>
        </p:grpSpPr>
        <p:sp>
          <p:nvSpPr>
            <p:cNvPr id="7" name="文本框 6">
              <a:extLst>
                <a:ext uri="{FF2B5EF4-FFF2-40B4-BE49-F238E27FC236}">
                  <a16:creationId xmlns:a16="http://schemas.microsoft.com/office/drawing/2014/main" id="{5F58A54B-BC75-B4E2-1640-CBEDF6C13809}"/>
                </a:ext>
              </a:extLst>
            </p:cNvPr>
            <p:cNvSpPr txBox="1"/>
            <p:nvPr/>
          </p:nvSpPr>
          <p:spPr>
            <a:xfrm>
              <a:off x="1045587" y="2265185"/>
              <a:ext cx="4428822" cy="944156"/>
            </a:xfrm>
            <a:prstGeom prst="rect">
              <a:avLst/>
            </a:prstGeom>
            <a:noFill/>
          </p:spPr>
          <p:txBody>
            <a:bodyPr wrap="square" rtlCol="0">
              <a:spAutoFit/>
            </a:bodyPr>
            <a:lstStyle/>
            <a:p>
              <a:pPr lvl="0">
                <a:lnSpc>
                  <a:spcPct val="130000"/>
                </a:lnSpc>
                <a:spcBef>
                  <a:spcPts val="1200"/>
                </a:spcBef>
                <a:buClr>
                  <a:srgbClr val="02ACE3"/>
                </a:buClr>
                <a:defRPr/>
              </a:pPr>
              <a:r>
                <a:rPr lang="zh-CN" altLang="zh-CN" sz="1400" dirty="0">
                  <a:latin typeface="Arial" panose="020B0604020202020204" pitchFamily="34" charset="0"/>
                  <a:ea typeface="微软雅黑" panose="020B0503020204020204" pitchFamily="34" charset="-122"/>
                </a:rPr>
                <a:t>美洲地区累计进口中国模块约 </a:t>
              </a:r>
              <a:r>
                <a:rPr lang="en-US" altLang="zh-CN" sz="1400" b="1" dirty="0">
                  <a:latin typeface="Arial" panose="020B0604020202020204" pitchFamily="34" charset="0"/>
                  <a:ea typeface="微软雅黑" panose="020B0503020204020204" pitchFamily="34" charset="-122"/>
                </a:rPr>
                <a:t>33.28 GW</a:t>
              </a:r>
              <a:r>
                <a:rPr lang="zh-CN" altLang="zh-CN" sz="1400" dirty="0">
                  <a:latin typeface="Arial" panose="020B0604020202020204" pitchFamily="34" charset="0"/>
                  <a:ea typeface="微软雅黑" panose="020B0503020204020204" pitchFamily="34" charset="-122"/>
                </a:rPr>
                <a:t>（</a:t>
              </a:r>
              <a:r>
                <a:rPr lang="en-US" altLang="zh-CN" sz="1400" dirty="0">
                  <a:latin typeface="Arial" panose="020B0604020202020204" pitchFamily="34" charset="0"/>
                  <a:ea typeface="微软雅黑" panose="020B0503020204020204" pitchFamily="34" charset="-122"/>
                </a:rPr>
                <a:t>2024</a:t>
              </a:r>
              <a:r>
                <a:rPr lang="zh-CN" altLang="zh-CN" sz="1400" dirty="0">
                  <a:latin typeface="Arial" panose="020B0604020202020204" pitchFamily="34" charset="0"/>
                  <a:ea typeface="微软雅黑" panose="020B0503020204020204" pitchFamily="34" charset="-122"/>
                </a:rPr>
                <a:t>年），同比增长约</a:t>
              </a:r>
              <a:r>
                <a:rPr lang="en-US" altLang="zh-CN" sz="1400" dirty="0">
                  <a:latin typeface="Arial" panose="020B0604020202020204" pitchFamily="34" charset="0"/>
                  <a:ea typeface="微软雅黑" panose="020B0503020204020204" pitchFamily="34" charset="-122"/>
                </a:rPr>
                <a:t> 10%</a:t>
              </a:r>
              <a:r>
                <a:rPr lang="zh-CN" altLang="zh-CN" sz="1400" dirty="0">
                  <a:latin typeface="Arial" panose="020B0604020202020204" pitchFamily="34" charset="0"/>
                  <a:ea typeface="微软雅黑" panose="020B0503020204020204" pitchFamily="34" charset="-122"/>
                </a:rPr>
                <a:t>。</a:t>
              </a:r>
              <a:endParaRPr kumimoji="0" lang="en-US" altLang="zh-CN" sz="11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8" name="矩形: 圆角 7">
              <a:extLst>
                <a:ext uri="{FF2B5EF4-FFF2-40B4-BE49-F238E27FC236}">
                  <a16:creationId xmlns:a16="http://schemas.microsoft.com/office/drawing/2014/main" id="{82D8EAC1-64E8-6973-0798-19354460C58D}"/>
                </a:ext>
              </a:extLst>
            </p:cNvPr>
            <p:cNvSpPr/>
            <p:nvPr/>
          </p:nvSpPr>
          <p:spPr>
            <a:xfrm>
              <a:off x="1008288" y="2220510"/>
              <a:ext cx="4503420" cy="1117327"/>
            </a:xfrm>
            <a:prstGeom prst="roundRect">
              <a:avLst>
                <a:gd name="adj" fmla="val 10443"/>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9" name="文本框 8">
              <a:extLst>
                <a:ext uri="{FF2B5EF4-FFF2-40B4-BE49-F238E27FC236}">
                  <a16:creationId xmlns:a16="http://schemas.microsoft.com/office/drawing/2014/main" id="{02B6A00F-02A7-4F45-D1C1-B20E5A3D02D4}"/>
                </a:ext>
              </a:extLst>
            </p:cNvPr>
            <p:cNvSpPr txBox="1"/>
            <p:nvPr/>
          </p:nvSpPr>
          <p:spPr>
            <a:xfrm>
              <a:off x="1356834" y="1828840"/>
              <a:ext cx="311304" cy="5540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gradFill>
                    <a:gsLst>
                      <a:gs pos="2000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rPr>
                <a:t>1</a:t>
              </a:r>
              <a:endParaRPr kumimoji="0" lang="zh-CN" altLang="en-US" sz="1800" b="0" i="0" u="none" strike="noStrike" kern="1200" cap="none" spc="0" normalizeH="0" baseline="0" noProof="0" dirty="0">
                <a:ln>
                  <a:noFill/>
                </a:ln>
                <a:gradFill>
                  <a:gsLst>
                    <a:gs pos="2000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endParaRPr>
            </a:p>
          </p:txBody>
        </p:sp>
        <p:grpSp>
          <p:nvGrpSpPr>
            <p:cNvPr id="10" name="组合 9">
              <a:extLst>
                <a:ext uri="{FF2B5EF4-FFF2-40B4-BE49-F238E27FC236}">
                  <a16:creationId xmlns:a16="http://schemas.microsoft.com/office/drawing/2014/main" id="{59026D36-B6B6-32DD-0D0E-C19F7DD65D5C}"/>
                </a:ext>
              </a:extLst>
            </p:cNvPr>
            <p:cNvGrpSpPr/>
            <p:nvPr/>
          </p:nvGrpSpPr>
          <p:grpSpPr>
            <a:xfrm>
              <a:off x="1097807" y="1883993"/>
              <a:ext cx="207222" cy="259026"/>
              <a:chOff x="1027478" y="1940627"/>
              <a:chExt cx="299657" cy="374571"/>
            </a:xfrm>
          </p:grpSpPr>
          <p:sp>
            <p:nvSpPr>
              <p:cNvPr id="11" name="任意多边形: 形状 10">
                <a:extLst>
                  <a:ext uri="{FF2B5EF4-FFF2-40B4-BE49-F238E27FC236}">
                    <a16:creationId xmlns:a16="http://schemas.microsoft.com/office/drawing/2014/main" id="{ABF6B5EA-A7EB-FAFF-45DC-81440BE55248}"/>
                  </a:ext>
                </a:extLst>
              </p:cNvPr>
              <p:cNvSpPr/>
              <p:nvPr/>
            </p:nvSpPr>
            <p:spPr>
              <a:xfrm>
                <a:off x="1027478" y="1940627"/>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12" name="任意多边形: 形状 11">
                <a:extLst>
                  <a:ext uri="{FF2B5EF4-FFF2-40B4-BE49-F238E27FC236}">
                    <a16:creationId xmlns:a16="http://schemas.microsoft.com/office/drawing/2014/main" id="{92585B0A-A9D9-7033-9F6F-09BF9A6F1035}"/>
                  </a:ext>
                </a:extLst>
              </p:cNvPr>
              <p:cNvSpPr/>
              <p:nvPr/>
            </p:nvSpPr>
            <p:spPr>
              <a:xfrm>
                <a:off x="1102392" y="2090455"/>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13" name="任意多边形: 形状 12">
                <a:extLst>
                  <a:ext uri="{FF2B5EF4-FFF2-40B4-BE49-F238E27FC236}">
                    <a16:creationId xmlns:a16="http://schemas.microsoft.com/office/drawing/2014/main" id="{8BA9FEE7-0ABA-0D94-924F-5DBC014EFB93}"/>
                  </a:ext>
                </a:extLst>
              </p:cNvPr>
              <p:cNvSpPr/>
              <p:nvPr/>
            </p:nvSpPr>
            <p:spPr>
              <a:xfrm>
                <a:off x="1102392" y="2165370"/>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grpSp>
      </p:grpSp>
      <p:grpSp>
        <p:nvGrpSpPr>
          <p:cNvPr id="14" name="组合 13">
            <a:extLst>
              <a:ext uri="{FF2B5EF4-FFF2-40B4-BE49-F238E27FC236}">
                <a16:creationId xmlns:a16="http://schemas.microsoft.com/office/drawing/2014/main" id="{8D8A1762-2361-8F77-6A39-6C74A961DB07}"/>
              </a:ext>
            </a:extLst>
          </p:cNvPr>
          <p:cNvGrpSpPr/>
          <p:nvPr/>
        </p:nvGrpSpPr>
        <p:grpSpPr>
          <a:xfrm>
            <a:off x="727885" y="2839184"/>
            <a:ext cx="4012497" cy="1071435"/>
            <a:chOff x="6680292" y="1828840"/>
            <a:chExt cx="4503420" cy="1508997"/>
          </a:xfrm>
        </p:grpSpPr>
        <p:sp>
          <p:nvSpPr>
            <p:cNvPr id="15" name="文本框 14">
              <a:extLst>
                <a:ext uri="{FF2B5EF4-FFF2-40B4-BE49-F238E27FC236}">
                  <a16:creationId xmlns:a16="http://schemas.microsoft.com/office/drawing/2014/main" id="{D7F479D5-CBD5-A7E0-CAA0-B578AF2B6CC6}"/>
                </a:ext>
              </a:extLst>
            </p:cNvPr>
            <p:cNvSpPr txBox="1"/>
            <p:nvPr/>
          </p:nvSpPr>
          <p:spPr>
            <a:xfrm>
              <a:off x="6717591" y="2265186"/>
              <a:ext cx="4428822" cy="879942"/>
            </a:xfrm>
            <a:prstGeom prst="rect">
              <a:avLst/>
            </a:prstGeom>
            <a:noFill/>
          </p:spPr>
          <p:txBody>
            <a:bodyPr wrap="square" rtlCol="0">
              <a:spAutoFit/>
            </a:bodyPr>
            <a:lstStyle/>
            <a:p>
              <a:pPr lvl="0">
                <a:lnSpc>
                  <a:spcPct val="130000"/>
                </a:lnSpc>
                <a:spcBef>
                  <a:spcPts val="1200"/>
                </a:spcBef>
                <a:buClr>
                  <a:srgbClr val="02ACE3"/>
                </a:buClr>
                <a:defRPr/>
              </a:pPr>
              <a:r>
                <a:rPr lang="zh-CN" altLang="zh-CN" sz="1400" dirty="0">
                  <a:latin typeface="Arial" panose="020B0604020202020204" pitchFamily="34" charset="0"/>
                  <a:ea typeface="微软雅黑" panose="020B0503020204020204" pitchFamily="34" charset="-122"/>
                </a:rPr>
                <a:t>中东地区（包括中东／非洲）在</a:t>
              </a:r>
              <a:r>
                <a:rPr lang="en-US" altLang="zh-CN" sz="1400" dirty="0">
                  <a:latin typeface="Arial" panose="020B0604020202020204" pitchFamily="34" charset="0"/>
                  <a:ea typeface="微软雅黑" panose="020B0503020204020204" pitchFamily="34" charset="-122"/>
                </a:rPr>
                <a:t> 2024 </a:t>
              </a:r>
              <a:r>
                <a:rPr lang="zh-CN" altLang="zh-CN" sz="1400" dirty="0">
                  <a:latin typeface="Arial" panose="020B0604020202020204" pitchFamily="34" charset="0"/>
                  <a:ea typeface="微软雅黑" panose="020B0503020204020204" pitchFamily="34" charset="-122"/>
                </a:rPr>
                <a:t>年达到约 </a:t>
              </a:r>
              <a:r>
                <a:rPr lang="en-US" altLang="zh-CN" sz="1400" b="1" dirty="0">
                  <a:latin typeface="Arial" panose="020B0604020202020204" pitchFamily="34" charset="0"/>
                  <a:ea typeface="微软雅黑" panose="020B0503020204020204" pitchFamily="34" charset="-122"/>
                </a:rPr>
                <a:t>28.79 GW</a:t>
              </a:r>
              <a:r>
                <a:rPr lang="zh-CN" altLang="zh-CN" sz="1400" dirty="0">
                  <a:latin typeface="Arial" panose="020B0604020202020204" pitchFamily="34" charset="0"/>
                  <a:ea typeface="微软雅黑" panose="020B0503020204020204" pitchFamily="34" charset="-122"/>
                </a:rPr>
                <a:t>。</a:t>
              </a:r>
              <a:endParaRPr kumimoji="0" lang="en-US" altLang="zh-CN" sz="11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16" name="矩形: 圆角 15">
              <a:extLst>
                <a:ext uri="{FF2B5EF4-FFF2-40B4-BE49-F238E27FC236}">
                  <a16:creationId xmlns:a16="http://schemas.microsoft.com/office/drawing/2014/main" id="{70513F65-718F-FA0F-AF02-0CA137A22FED}"/>
                </a:ext>
              </a:extLst>
            </p:cNvPr>
            <p:cNvSpPr/>
            <p:nvPr/>
          </p:nvSpPr>
          <p:spPr>
            <a:xfrm>
              <a:off x="6680292" y="2220510"/>
              <a:ext cx="4503420" cy="1117327"/>
            </a:xfrm>
            <a:prstGeom prst="roundRect">
              <a:avLst>
                <a:gd name="adj" fmla="val 10443"/>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17" name="文本框 16">
              <a:extLst>
                <a:ext uri="{FF2B5EF4-FFF2-40B4-BE49-F238E27FC236}">
                  <a16:creationId xmlns:a16="http://schemas.microsoft.com/office/drawing/2014/main" id="{7911C959-49B6-D031-D154-D1ED7221A6D4}"/>
                </a:ext>
              </a:extLst>
            </p:cNvPr>
            <p:cNvSpPr txBox="1"/>
            <p:nvPr/>
          </p:nvSpPr>
          <p:spPr>
            <a:xfrm>
              <a:off x="7028838" y="1828840"/>
              <a:ext cx="351190" cy="520163"/>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gradFill>
                    <a:gsLst>
                      <a:gs pos="2000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rPr>
                <a:t>2</a:t>
              </a:r>
              <a:endParaRPr kumimoji="0" lang="zh-CN" altLang="en-US" sz="1800" b="0" i="0" u="none" strike="noStrike" kern="1200" cap="none" spc="0" normalizeH="0" baseline="0" noProof="0" dirty="0">
                <a:ln>
                  <a:noFill/>
                </a:ln>
                <a:gradFill>
                  <a:gsLst>
                    <a:gs pos="2000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endParaRPr>
            </a:p>
          </p:txBody>
        </p:sp>
        <p:grpSp>
          <p:nvGrpSpPr>
            <p:cNvPr id="18" name="组合 17">
              <a:extLst>
                <a:ext uri="{FF2B5EF4-FFF2-40B4-BE49-F238E27FC236}">
                  <a16:creationId xmlns:a16="http://schemas.microsoft.com/office/drawing/2014/main" id="{D6B3EF64-2327-6398-51CC-DDE1F7A819B7}"/>
                </a:ext>
              </a:extLst>
            </p:cNvPr>
            <p:cNvGrpSpPr/>
            <p:nvPr/>
          </p:nvGrpSpPr>
          <p:grpSpPr>
            <a:xfrm>
              <a:off x="6769811" y="1883993"/>
              <a:ext cx="207222" cy="259026"/>
              <a:chOff x="1027478" y="1940627"/>
              <a:chExt cx="299657" cy="374571"/>
            </a:xfrm>
          </p:grpSpPr>
          <p:sp>
            <p:nvSpPr>
              <p:cNvPr id="19" name="任意多边形: 形状 18">
                <a:extLst>
                  <a:ext uri="{FF2B5EF4-FFF2-40B4-BE49-F238E27FC236}">
                    <a16:creationId xmlns:a16="http://schemas.microsoft.com/office/drawing/2014/main" id="{AA7EFC84-7181-1CB6-90D9-955B04C8738D}"/>
                  </a:ext>
                </a:extLst>
              </p:cNvPr>
              <p:cNvSpPr/>
              <p:nvPr/>
            </p:nvSpPr>
            <p:spPr>
              <a:xfrm>
                <a:off x="1027478" y="1940627"/>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0" name="任意多边形: 形状 19">
                <a:extLst>
                  <a:ext uri="{FF2B5EF4-FFF2-40B4-BE49-F238E27FC236}">
                    <a16:creationId xmlns:a16="http://schemas.microsoft.com/office/drawing/2014/main" id="{43370824-96EC-95D8-03D3-E31001FD2EC4}"/>
                  </a:ext>
                </a:extLst>
              </p:cNvPr>
              <p:cNvSpPr/>
              <p:nvPr/>
            </p:nvSpPr>
            <p:spPr>
              <a:xfrm>
                <a:off x="1102392" y="2090455"/>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1" name="任意多边形: 形状 20">
                <a:extLst>
                  <a:ext uri="{FF2B5EF4-FFF2-40B4-BE49-F238E27FC236}">
                    <a16:creationId xmlns:a16="http://schemas.microsoft.com/office/drawing/2014/main" id="{5861ACF1-1226-2652-7DB5-0C3972BC46C1}"/>
                  </a:ext>
                </a:extLst>
              </p:cNvPr>
              <p:cNvSpPr/>
              <p:nvPr/>
            </p:nvSpPr>
            <p:spPr>
              <a:xfrm>
                <a:off x="1102392" y="2165370"/>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grpSp>
      </p:grpSp>
      <p:grpSp>
        <p:nvGrpSpPr>
          <p:cNvPr id="22" name="组合 21">
            <a:extLst>
              <a:ext uri="{FF2B5EF4-FFF2-40B4-BE49-F238E27FC236}">
                <a16:creationId xmlns:a16="http://schemas.microsoft.com/office/drawing/2014/main" id="{56C59A29-2A8E-4D75-50E8-CBAC54F1B537}"/>
              </a:ext>
            </a:extLst>
          </p:cNvPr>
          <p:cNvGrpSpPr/>
          <p:nvPr/>
        </p:nvGrpSpPr>
        <p:grpSpPr>
          <a:xfrm>
            <a:off x="727885" y="4017263"/>
            <a:ext cx="4012497" cy="1090401"/>
            <a:chOff x="970989" y="3402841"/>
            <a:chExt cx="4503420" cy="1590846"/>
          </a:xfrm>
        </p:grpSpPr>
        <p:sp>
          <p:nvSpPr>
            <p:cNvPr id="23" name="文本框 22">
              <a:extLst>
                <a:ext uri="{FF2B5EF4-FFF2-40B4-BE49-F238E27FC236}">
                  <a16:creationId xmlns:a16="http://schemas.microsoft.com/office/drawing/2014/main" id="{FA7CBBFC-C189-4B74-F230-004C414A0106}"/>
                </a:ext>
              </a:extLst>
            </p:cNvPr>
            <p:cNvSpPr txBox="1"/>
            <p:nvPr/>
          </p:nvSpPr>
          <p:spPr>
            <a:xfrm>
              <a:off x="1008288" y="3921035"/>
              <a:ext cx="4428822" cy="468688"/>
            </a:xfrm>
            <a:prstGeom prst="rect">
              <a:avLst/>
            </a:prstGeom>
            <a:noFill/>
          </p:spPr>
          <p:txBody>
            <a:bodyPr wrap="square" rtlCol="0">
              <a:spAutoFit/>
            </a:bodyPr>
            <a:lstStyle/>
            <a:p>
              <a:pPr lvl="0">
                <a:lnSpc>
                  <a:spcPct val="130000"/>
                </a:lnSpc>
                <a:spcBef>
                  <a:spcPts val="1200"/>
                </a:spcBef>
                <a:buClr>
                  <a:srgbClr val="02ACE3"/>
                </a:buClr>
                <a:defRPr/>
              </a:pPr>
              <a:r>
                <a:rPr lang="zh-CN" altLang="zh-CN" sz="1400" dirty="0">
                  <a:latin typeface="Arial" panose="020B0604020202020204" pitchFamily="34" charset="0"/>
                  <a:ea typeface="微软雅黑" panose="020B0503020204020204" pitchFamily="34" charset="-122"/>
                </a:rPr>
                <a:t>亚太地区中国模块出口约 </a:t>
              </a:r>
              <a:r>
                <a:rPr lang="en-US" altLang="zh-CN" sz="1400" b="1" dirty="0">
                  <a:latin typeface="Arial" panose="020B0604020202020204" pitchFamily="34" charset="0"/>
                  <a:ea typeface="微软雅黑" panose="020B0503020204020204" pitchFamily="34" charset="-122"/>
                </a:rPr>
                <a:t>68.11 GW</a:t>
              </a:r>
              <a:r>
                <a:rPr lang="zh-CN" altLang="zh-CN" sz="1400" dirty="0">
                  <a:latin typeface="Arial" panose="020B0604020202020204" pitchFamily="34" charset="0"/>
                  <a:ea typeface="微软雅黑" panose="020B0503020204020204" pitchFamily="34" charset="-122"/>
                </a:rPr>
                <a:t>。</a:t>
              </a:r>
              <a:endParaRPr kumimoji="0" lang="en-US" altLang="zh-CN" sz="11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24" name="矩形: 圆角 23">
              <a:extLst>
                <a:ext uri="{FF2B5EF4-FFF2-40B4-BE49-F238E27FC236}">
                  <a16:creationId xmlns:a16="http://schemas.microsoft.com/office/drawing/2014/main" id="{0E37DF88-A06F-6E10-3F60-A506425A903E}"/>
                </a:ext>
              </a:extLst>
            </p:cNvPr>
            <p:cNvSpPr/>
            <p:nvPr/>
          </p:nvSpPr>
          <p:spPr>
            <a:xfrm>
              <a:off x="970989" y="3876360"/>
              <a:ext cx="4503420" cy="1117327"/>
            </a:xfrm>
            <a:prstGeom prst="roundRect">
              <a:avLst>
                <a:gd name="adj" fmla="val 10443"/>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7" name="文本框 26">
              <a:extLst>
                <a:ext uri="{FF2B5EF4-FFF2-40B4-BE49-F238E27FC236}">
                  <a16:creationId xmlns:a16="http://schemas.microsoft.com/office/drawing/2014/main" id="{0A7B250E-4433-EA3B-A5E0-24DEFD5A68F4}"/>
                </a:ext>
              </a:extLst>
            </p:cNvPr>
            <p:cNvSpPr txBox="1"/>
            <p:nvPr/>
          </p:nvSpPr>
          <p:spPr>
            <a:xfrm>
              <a:off x="1319535" y="3402841"/>
              <a:ext cx="351190" cy="5021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gradFill>
                    <a:gsLst>
                      <a:gs pos="2000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rPr>
                <a:t>3</a:t>
              </a:r>
              <a:endParaRPr kumimoji="0" lang="zh-CN" altLang="en-US" sz="1800" b="0" i="0" u="none" strike="noStrike" kern="1200" cap="none" spc="0" normalizeH="0" baseline="0" noProof="0" dirty="0">
                <a:ln>
                  <a:noFill/>
                </a:ln>
                <a:gradFill>
                  <a:gsLst>
                    <a:gs pos="2000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endParaRPr>
            </a:p>
          </p:txBody>
        </p:sp>
        <p:grpSp>
          <p:nvGrpSpPr>
            <p:cNvPr id="28" name="组合 27">
              <a:extLst>
                <a:ext uri="{FF2B5EF4-FFF2-40B4-BE49-F238E27FC236}">
                  <a16:creationId xmlns:a16="http://schemas.microsoft.com/office/drawing/2014/main" id="{84EC883F-B911-C634-7050-572F538ADC0A}"/>
                </a:ext>
              </a:extLst>
            </p:cNvPr>
            <p:cNvGrpSpPr/>
            <p:nvPr/>
          </p:nvGrpSpPr>
          <p:grpSpPr>
            <a:xfrm>
              <a:off x="1060508" y="3539843"/>
              <a:ext cx="207222" cy="259026"/>
              <a:chOff x="1027478" y="1940627"/>
              <a:chExt cx="299657" cy="374571"/>
            </a:xfrm>
          </p:grpSpPr>
          <p:sp>
            <p:nvSpPr>
              <p:cNvPr id="30" name="任意多边形: 形状 29">
                <a:extLst>
                  <a:ext uri="{FF2B5EF4-FFF2-40B4-BE49-F238E27FC236}">
                    <a16:creationId xmlns:a16="http://schemas.microsoft.com/office/drawing/2014/main" id="{188A31AC-1842-B847-E4A7-1D320FF7F81E}"/>
                  </a:ext>
                </a:extLst>
              </p:cNvPr>
              <p:cNvSpPr/>
              <p:nvPr/>
            </p:nvSpPr>
            <p:spPr>
              <a:xfrm>
                <a:off x="1027478" y="1940627"/>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32" name="任意多边形: 形状 31">
                <a:extLst>
                  <a:ext uri="{FF2B5EF4-FFF2-40B4-BE49-F238E27FC236}">
                    <a16:creationId xmlns:a16="http://schemas.microsoft.com/office/drawing/2014/main" id="{80B73B1B-4BF4-3DF9-473A-2BB6A36C33CF}"/>
                  </a:ext>
                </a:extLst>
              </p:cNvPr>
              <p:cNvSpPr/>
              <p:nvPr/>
            </p:nvSpPr>
            <p:spPr>
              <a:xfrm>
                <a:off x="1102392" y="2090455"/>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33" name="任意多边形: 形状 32">
                <a:extLst>
                  <a:ext uri="{FF2B5EF4-FFF2-40B4-BE49-F238E27FC236}">
                    <a16:creationId xmlns:a16="http://schemas.microsoft.com/office/drawing/2014/main" id="{B7FF4393-D85F-6598-2057-5A03A878C21B}"/>
                  </a:ext>
                </a:extLst>
              </p:cNvPr>
              <p:cNvSpPr/>
              <p:nvPr/>
            </p:nvSpPr>
            <p:spPr>
              <a:xfrm>
                <a:off x="1102392" y="2165370"/>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grpSp>
      </p:grpSp>
      <p:grpSp>
        <p:nvGrpSpPr>
          <p:cNvPr id="35" name="组合 34">
            <a:extLst>
              <a:ext uri="{FF2B5EF4-FFF2-40B4-BE49-F238E27FC236}">
                <a16:creationId xmlns:a16="http://schemas.microsoft.com/office/drawing/2014/main" id="{33A8F533-C56A-0454-DED5-EAF230C4EA56}"/>
              </a:ext>
            </a:extLst>
          </p:cNvPr>
          <p:cNvGrpSpPr/>
          <p:nvPr/>
        </p:nvGrpSpPr>
        <p:grpSpPr>
          <a:xfrm>
            <a:off x="668411" y="5172724"/>
            <a:ext cx="4131445" cy="1153420"/>
            <a:chOff x="6622572" y="3417676"/>
            <a:chExt cx="4503420" cy="1508997"/>
          </a:xfrm>
        </p:grpSpPr>
        <p:sp>
          <p:nvSpPr>
            <p:cNvPr id="36" name="文本框 35">
              <a:extLst>
                <a:ext uri="{FF2B5EF4-FFF2-40B4-BE49-F238E27FC236}">
                  <a16:creationId xmlns:a16="http://schemas.microsoft.com/office/drawing/2014/main" id="{F40ADB5F-35F7-13ED-565D-53AE042072C1}"/>
                </a:ext>
              </a:extLst>
            </p:cNvPr>
            <p:cNvSpPr txBox="1"/>
            <p:nvPr/>
          </p:nvSpPr>
          <p:spPr>
            <a:xfrm>
              <a:off x="6659871" y="3854022"/>
              <a:ext cx="4428822" cy="817395"/>
            </a:xfrm>
            <a:prstGeom prst="rect">
              <a:avLst/>
            </a:prstGeom>
            <a:noFill/>
          </p:spPr>
          <p:txBody>
            <a:bodyPr wrap="square" rtlCol="0">
              <a:spAutoFit/>
            </a:bodyPr>
            <a:lstStyle/>
            <a:p>
              <a:pPr lvl="0">
                <a:lnSpc>
                  <a:spcPct val="130000"/>
                </a:lnSpc>
                <a:spcBef>
                  <a:spcPts val="1200"/>
                </a:spcBef>
                <a:buClr>
                  <a:srgbClr val="02ACE3"/>
                </a:buClr>
                <a:defRPr/>
              </a:pPr>
              <a:r>
                <a:rPr lang="zh-CN" altLang="zh-CN" sz="1400" dirty="0">
                  <a:latin typeface="Arial" panose="020B0604020202020204" pitchFamily="34" charset="0"/>
                  <a:ea typeface="微软雅黑" panose="020B0503020204020204" pitchFamily="34" charset="-122"/>
                </a:rPr>
                <a:t>欧洲地区为中国模块出口最大的单一区域，但</a:t>
              </a:r>
              <a:r>
                <a:rPr lang="en-US" altLang="zh-CN" sz="1400" dirty="0">
                  <a:latin typeface="Arial" panose="020B0604020202020204" pitchFamily="34" charset="0"/>
                  <a:ea typeface="微软雅黑" panose="020B0503020204020204" pitchFamily="34" charset="-122"/>
                </a:rPr>
                <a:t> 2024 </a:t>
              </a:r>
              <a:r>
                <a:rPr lang="zh-CN" altLang="zh-CN" sz="1400" dirty="0">
                  <a:latin typeface="Arial" panose="020B0604020202020204" pitchFamily="34" charset="0"/>
                  <a:ea typeface="微软雅黑" panose="020B0503020204020204" pitchFamily="34" charset="-122"/>
                </a:rPr>
                <a:t>年为约 </a:t>
              </a:r>
              <a:r>
                <a:rPr lang="en-US" altLang="zh-CN" sz="1400" b="1" dirty="0">
                  <a:latin typeface="Arial" panose="020B0604020202020204" pitchFamily="34" charset="0"/>
                  <a:ea typeface="微软雅黑" panose="020B0503020204020204" pitchFamily="34" charset="-122"/>
                </a:rPr>
                <a:t>94.4 GW</a:t>
              </a:r>
              <a:r>
                <a:rPr lang="zh-CN" altLang="zh-CN" sz="1400" dirty="0">
                  <a:latin typeface="Arial" panose="020B0604020202020204" pitchFamily="34" charset="0"/>
                  <a:ea typeface="微软雅黑" panose="020B0503020204020204" pitchFamily="34" charset="-122"/>
                </a:rPr>
                <a:t>，同比下降约</a:t>
              </a:r>
              <a:r>
                <a:rPr lang="en-US" altLang="zh-CN" sz="1400" dirty="0">
                  <a:latin typeface="Arial" panose="020B0604020202020204" pitchFamily="34" charset="0"/>
                  <a:ea typeface="微软雅黑" panose="020B0503020204020204" pitchFamily="34" charset="-122"/>
                </a:rPr>
                <a:t> 7%</a:t>
              </a:r>
              <a:r>
                <a:rPr lang="zh-CN" altLang="zh-CN" sz="1400" dirty="0">
                  <a:latin typeface="Arial" panose="020B0604020202020204" pitchFamily="34" charset="0"/>
                  <a:ea typeface="微软雅黑" panose="020B0503020204020204" pitchFamily="34" charset="-122"/>
                </a:rPr>
                <a:t>。</a:t>
              </a:r>
              <a:endParaRPr kumimoji="0" lang="en-US" altLang="zh-CN" sz="11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37" name="矩形: 圆角 36">
              <a:extLst>
                <a:ext uri="{FF2B5EF4-FFF2-40B4-BE49-F238E27FC236}">
                  <a16:creationId xmlns:a16="http://schemas.microsoft.com/office/drawing/2014/main" id="{6573D42A-18B9-0DCA-ED12-518F0A396A81}"/>
                </a:ext>
              </a:extLst>
            </p:cNvPr>
            <p:cNvSpPr/>
            <p:nvPr/>
          </p:nvSpPr>
          <p:spPr>
            <a:xfrm>
              <a:off x="6622572" y="3809346"/>
              <a:ext cx="4503420" cy="1117327"/>
            </a:xfrm>
            <a:prstGeom prst="roundRect">
              <a:avLst>
                <a:gd name="adj" fmla="val 10443"/>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38" name="文本框 37">
              <a:extLst>
                <a:ext uri="{FF2B5EF4-FFF2-40B4-BE49-F238E27FC236}">
                  <a16:creationId xmlns:a16="http://schemas.microsoft.com/office/drawing/2014/main" id="{B247569A-27FA-E8CD-1C93-38176828E691}"/>
                </a:ext>
              </a:extLst>
            </p:cNvPr>
            <p:cNvSpPr txBox="1"/>
            <p:nvPr/>
          </p:nvSpPr>
          <p:spPr>
            <a:xfrm>
              <a:off x="6971118" y="3417676"/>
              <a:ext cx="341079" cy="48319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gradFill>
                    <a:gsLst>
                      <a:gs pos="2000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rPr>
                <a:t>4</a:t>
              </a:r>
              <a:endParaRPr kumimoji="0" lang="zh-CN" altLang="en-US" sz="1800" b="0" i="0" u="none" strike="noStrike" kern="1200" cap="none" spc="0" normalizeH="0" baseline="0" noProof="0" dirty="0">
                <a:ln>
                  <a:noFill/>
                </a:ln>
                <a:gradFill>
                  <a:gsLst>
                    <a:gs pos="2000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endParaRPr>
            </a:p>
          </p:txBody>
        </p:sp>
        <p:grpSp>
          <p:nvGrpSpPr>
            <p:cNvPr id="39" name="组合 38">
              <a:extLst>
                <a:ext uri="{FF2B5EF4-FFF2-40B4-BE49-F238E27FC236}">
                  <a16:creationId xmlns:a16="http://schemas.microsoft.com/office/drawing/2014/main" id="{9BA9E8FB-44A7-2E8A-F9FB-720C7D10F5E5}"/>
                </a:ext>
              </a:extLst>
            </p:cNvPr>
            <p:cNvGrpSpPr/>
            <p:nvPr/>
          </p:nvGrpSpPr>
          <p:grpSpPr>
            <a:xfrm>
              <a:off x="6712091" y="3472829"/>
              <a:ext cx="207222" cy="259026"/>
              <a:chOff x="1027478" y="1940627"/>
              <a:chExt cx="299657" cy="374571"/>
            </a:xfrm>
          </p:grpSpPr>
          <p:sp>
            <p:nvSpPr>
              <p:cNvPr id="40" name="任意多边形: 形状 39">
                <a:extLst>
                  <a:ext uri="{FF2B5EF4-FFF2-40B4-BE49-F238E27FC236}">
                    <a16:creationId xmlns:a16="http://schemas.microsoft.com/office/drawing/2014/main" id="{F880A9CD-BD6D-6338-26B5-E1684912E9E3}"/>
                  </a:ext>
                </a:extLst>
              </p:cNvPr>
              <p:cNvSpPr/>
              <p:nvPr/>
            </p:nvSpPr>
            <p:spPr>
              <a:xfrm>
                <a:off x="1027478" y="1940627"/>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41" name="任意多边形: 形状 40">
                <a:extLst>
                  <a:ext uri="{FF2B5EF4-FFF2-40B4-BE49-F238E27FC236}">
                    <a16:creationId xmlns:a16="http://schemas.microsoft.com/office/drawing/2014/main" id="{6F1CF610-D88E-DA8A-3BEF-F3F100F7C394}"/>
                  </a:ext>
                </a:extLst>
              </p:cNvPr>
              <p:cNvSpPr/>
              <p:nvPr/>
            </p:nvSpPr>
            <p:spPr>
              <a:xfrm>
                <a:off x="1102392" y="2090455"/>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42" name="任意多边形: 形状 41">
                <a:extLst>
                  <a:ext uri="{FF2B5EF4-FFF2-40B4-BE49-F238E27FC236}">
                    <a16:creationId xmlns:a16="http://schemas.microsoft.com/office/drawing/2014/main" id="{E81E4B5D-22AF-9DED-41F0-8655D069058B}"/>
                  </a:ext>
                </a:extLst>
              </p:cNvPr>
              <p:cNvSpPr/>
              <p:nvPr/>
            </p:nvSpPr>
            <p:spPr>
              <a:xfrm>
                <a:off x="1102392" y="2165370"/>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grpSp>
      </p:grpSp>
      <p:pic>
        <p:nvPicPr>
          <p:cNvPr id="43" name="Picture 2" descr="250204_InfoLink_china module export_en3">
            <a:extLst>
              <a:ext uri="{FF2B5EF4-FFF2-40B4-BE49-F238E27FC236}">
                <a16:creationId xmlns:a16="http://schemas.microsoft.com/office/drawing/2014/main" id="{ED8424D3-3046-5EF7-439A-B8C50BCAC91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87552" y="1252183"/>
            <a:ext cx="4003703" cy="2004459"/>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6" descr="250204_InfoLink_china module export_en4">
            <a:extLst>
              <a:ext uri="{FF2B5EF4-FFF2-40B4-BE49-F238E27FC236}">
                <a16:creationId xmlns:a16="http://schemas.microsoft.com/office/drawing/2014/main" id="{5C00C9D4-36A1-4ACB-8995-932232F6471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566188" y="1322738"/>
            <a:ext cx="3685263" cy="1845030"/>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8" descr="250204_InfoLink_china module export_en5">
            <a:extLst>
              <a:ext uri="{FF2B5EF4-FFF2-40B4-BE49-F238E27FC236}">
                <a16:creationId xmlns:a16="http://schemas.microsoft.com/office/drawing/2014/main" id="{D4C747C1-3B69-43E4-A068-E034E855DA5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20785" y="3456033"/>
            <a:ext cx="4062731" cy="2034010"/>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0" descr="250204_InfoLink_china module export_en6">
            <a:extLst>
              <a:ext uri="{FF2B5EF4-FFF2-40B4-BE49-F238E27FC236}">
                <a16:creationId xmlns:a16="http://schemas.microsoft.com/office/drawing/2014/main" id="{9F311CBC-6546-A158-5809-937FB3AC5716}"/>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566188" y="3566952"/>
            <a:ext cx="3680476" cy="1845030"/>
          </a:xfrm>
          <a:prstGeom prst="rect">
            <a:avLst/>
          </a:prstGeom>
          <a:noFill/>
          <a:extLst>
            <a:ext uri="{909E8E84-426E-40DD-AFC4-6F175D3DCCD1}">
              <a14:hiddenFill xmlns:a14="http://schemas.microsoft.com/office/drawing/2010/main">
                <a:solidFill>
                  <a:srgbClr val="FFFFFF"/>
                </a:solidFill>
              </a14:hiddenFill>
            </a:ext>
          </a:extLst>
        </p:spPr>
      </p:pic>
      <p:sp>
        <p:nvSpPr>
          <p:cNvPr id="47" name="文本框 46">
            <a:extLst>
              <a:ext uri="{FF2B5EF4-FFF2-40B4-BE49-F238E27FC236}">
                <a16:creationId xmlns:a16="http://schemas.microsoft.com/office/drawing/2014/main" id="{4131841A-426A-06E5-FB5B-A13FE19B6948}"/>
              </a:ext>
            </a:extLst>
          </p:cNvPr>
          <p:cNvSpPr txBox="1"/>
          <p:nvPr/>
        </p:nvSpPr>
        <p:spPr>
          <a:xfrm>
            <a:off x="5604206" y="5742699"/>
            <a:ext cx="6125918" cy="711477"/>
          </a:xfrm>
          <a:prstGeom prst="rect">
            <a:avLst/>
          </a:prstGeom>
          <a:noFill/>
        </p:spPr>
        <p:txBody>
          <a:bodyPr wrap="square">
            <a:spAutoFit/>
          </a:bodyPr>
          <a:lstStyle/>
          <a:p>
            <a:pPr>
              <a:lnSpc>
                <a:spcPct val="115000"/>
              </a:lnSpc>
              <a:spcAft>
                <a:spcPts val="800"/>
              </a:spcAft>
              <a:buNone/>
            </a:pPr>
            <a:r>
              <a:rPr lang="en-US" altLang="zh-CN" sz="1800" kern="100" dirty="0">
                <a:effectLst/>
                <a:latin typeface="Arial" panose="020B0604020202020204" pitchFamily="34" charset="0"/>
                <a:ea typeface="微软雅黑" panose="020B0503020204020204" pitchFamily="34" charset="-122"/>
                <a:cs typeface="Times New Roman" panose="02020603050405020304" pitchFamily="18" charset="0"/>
              </a:rPr>
              <a:t>——</a:t>
            </a:r>
            <a:r>
              <a:rPr lang="zh-CN" altLang="zh-CN" sz="1800" kern="100" dirty="0">
                <a:effectLst/>
                <a:latin typeface="Arial" panose="020B0604020202020204" pitchFamily="34" charset="0"/>
                <a:ea typeface="微软雅黑" panose="020B0503020204020204" pitchFamily="34" charset="-122"/>
                <a:cs typeface="Times New Roman" panose="02020603050405020304" pitchFamily="18" charset="0"/>
              </a:rPr>
              <a:t>中国光伏出口既具有规模优势，也在出口地域上有明显分布，但同时面对区域差异化挑战。</a:t>
            </a:r>
          </a:p>
        </p:txBody>
      </p:sp>
      <p:grpSp>
        <p:nvGrpSpPr>
          <p:cNvPr id="48" name="组合 47">
            <a:extLst>
              <a:ext uri="{FF2B5EF4-FFF2-40B4-BE49-F238E27FC236}">
                <a16:creationId xmlns:a16="http://schemas.microsoft.com/office/drawing/2014/main" id="{11CF0D18-4FB0-1BF2-9E81-F401073EFA3A}"/>
              </a:ext>
            </a:extLst>
          </p:cNvPr>
          <p:cNvGrpSpPr/>
          <p:nvPr/>
        </p:nvGrpSpPr>
        <p:grpSpPr>
          <a:xfrm>
            <a:off x="-251454" y="258260"/>
            <a:ext cx="6120680" cy="734108"/>
            <a:chOff x="-240704" y="246620"/>
            <a:chExt cx="3456384" cy="734108"/>
          </a:xfrm>
        </p:grpSpPr>
        <p:sp>
          <p:nvSpPr>
            <p:cNvPr id="49" name="矩形: 圆角 48">
              <a:extLst>
                <a:ext uri="{FF2B5EF4-FFF2-40B4-BE49-F238E27FC236}">
                  <a16:creationId xmlns:a16="http://schemas.microsoft.com/office/drawing/2014/main" id="{F69F8B87-576C-BF58-0980-0F44B300622A}"/>
                </a:ext>
              </a:extLst>
            </p:cNvPr>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Segoe UI Light"/>
                <a:ea typeface="微软雅黑 Light"/>
                <a:cs typeface="+mn-cs"/>
              </a:endParaRPr>
            </a:p>
          </p:txBody>
        </p:sp>
        <p:sp>
          <p:nvSpPr>
            <p:cNvPr id="50" name="文本占位符 3">
              <a:extLst>
                <a:ext uri="{FF2B5EF4-FFF2-40B4-BE49-F238E27FC236}">
                  <a16:creationId xmlns:a16="http://schemas.microsoft.com/office/drawing/2014/main" id="{62D609AD-B675-A731-1F11-856891476616}"/>
                </a:ext>
              </a:extLst>
            </p:cNvPr>
            <p:cNvSpPr txBox="1">
              <a:spLocks/>
            </p:cNvSpPr>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altLang="zh-CN"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2</a:t>
              </a:r>
              <a:r>
                <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、主要出口企业与市场格局</a:t>
              </a:r>
            </a:p>
          </p:txBody>
        </p:sp>
      </p:grpSp>
      <p:sp>
        <p:nvSpPr>
          <p:cNvPr id="51" name="文本占位符 7">
            <a:extLst>
              <a:ext uri="{FF2B5EF4-FFF2-40B4-BE49-F238E27FC236}">
                <a16:creationId xmlns:a16="http://schemas.microsoft.com/office/drawing/2014/main" id="{2DF2672A-3E57-F91D-8F35-F161600C0EBB}"/>
              </a:ext>
            </a:extLst>
          </p:cNvPr>
          <p:cNvSpPr txBox="1">
            <a:spLocks/>
          </p:cNvSpPr>
          <p:nvPr/>
        </p:nvSpPr>
        <p:spPr>
          <a:xfrm>
            <a:off x="813470" y="1215854"/>
            <a:ext cx="5524500" cy="424732"/>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400" dirty="0">
                <a:latin typeface="Arial" panose="020B0604020202020204" pitchFamily="34" charset="0"/>
                <a:ea typeface="微软雅黑" panose="020B0503020204020204" pitchFamily="34" charset="-122"/>
              </a:rPr>
              <a:t>——</a:t>
            </a:r>
            <a:r>
              <a:rPr lang="zh-CN" altLang="en-US" sz="2400" dirty="0">
                <a:latin typeface="Arial" panose="020B0604020202020204" pitchFamily="34" charset="0"/>
                <a:ea typeface="微软雅黑" panose="020B0503020204020204" pitchFamily="34" charset="-122"/>
              </a:rPr>
              <a:t>出口目的地</a:t>
            </a:r>
          </a:p>
        </p:txBody>
      </p:sp>
    </p:spTree>
    <p:extLst>
      <p:ext uri="{BB962C8B-B14F-4D97-AF65-F5344CB8AC3E}">
        <p14:creationId xmlns:p14="http://schemas.microsoft.com/office/powerpoint/2010/main" val="3723147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9ED38-9BB7-6FC6-5F91-8BED87E47B7B}"/>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0C16A14F-DC3E-D668-D33A-243AB57C5D43}"/>
              </a:ext>
            </a:extLst>
          </p:cNvPr>
          <p:cNvGrpSpPr/>
          <p:nvPr/>
        </p:nvGrpSpPr>
        <p:grpSpPr>
          <a:xfrm>
            <a:off x="-240704" y="246620"/>
            <a:ext cx="8496944" cy="734108"/>
            <a:chOff x="-240704" y="246620"/>
            <a:chExt cx="3456384" cy="734108"/>
          </a:xfrm>
        </p:grpSpPr>
        <p:sp>
          <p:nvSpPr>
            <p:cNvPr id="2" name="矩形: 圆角 1">
              <a:extLst>
                <a:ext uri="{FF2B5EF4-FFF2-40B4-BE49-F238E27FC236}">
                  <a16:creationId xmlns:a16="http://schemas.microsoft.com/office/drawing/2014/main" id="{A5EE2352-25A3-219B-4186-30C58A18B50D}"/>
                </a:ext>
              </a:extLst>
            </p:cNvPr>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Segoe UI Light"/>
                <a:ea typeface="微软雅黑 Light"/>
                <a:cs typeface="+mn-cs"/>
              </a:endParaRPr>
            </a:p>
          </p:txBody>
        </p:sp>
        <p:sp>
          <p:nvSpPr>
            <p:cNvPr id="3" name="文本占位符 3">
              <a:extLst>
                <a:ext uri="{FF2B5EF4-FFF2-40B4-BE49-F238E27FC236}">
                  <a16:creationId xmlns:a16="http://schemas.microsoft.com/office/drawing/2014/main" id="{240DFA1C-6210-23E4-E571-26572BF519EC}"/>
                </a:ext>
              </a:extLst>
            </p:cNvPr>
            <p:cNvSpPr txBox="1">
              <a:spLocks/>
            </p:cNvSpPr>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b="1" dirty="0">
                  <a:solidFill>
                    <a:prstClr val="white"/>
                  </a:solidFill>
                  <a:latin typeface="微软雅黑" panose="020B0503020204020204" pitchFamily="34" charset="-122"/>
                  <a:ea typeface="微软雅黑" panose="020B0503020204020204" pitchFamily="34" charset="-122"/>
                </a:rPr>
                <a:t>出口模式：主流方式与光伏产业典型运用</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25" name="图片 24">
            <a:extLst>
              <a:ext uri="{FF2B5EF4-FFF2-40B4-BE49-F238E27FC236}">
                <a16:creationId xmlns:a16="http://schemas.microsoft.com/office/drawing/2014/main" id="{4D6ED005-DA89-7992-D95F-0A26A24B8612}"/>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sp>
        <p:nvSpPr>
          <p:cNvPr id="26" name="矩形 25">
            <a:extLst>
              <a:ext uri="{FF2B5EF4-FFF2-40B4-BE49-F238E27FC236}">
                <a16:creationId xmlns:a16="http://schemas.microsoft.com/office/drawing/2014/main" id="{46822912-7E00-285A-2510-C185016351BD}"/>
              </a:ext>
            </a:extLst>
          </p:cNvPr>
          <p:cNvSpPr/>
          <p:nvPr/>
        </p:nvSpPr>
        <p:spPr>
          <a:xfrm>
            <a:off x="335360" y="6426714"/>
            <a:ext cx="319991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300" normalizeH="0" baseline="0" noProof="0" dirty="0">
                <a:ln>
                  <a:noFill/>
                </a:ln>
                <a:solidFill>
                  <a:prstClr val="black">
                    <a:lumMod val="50000"/>
                    <a:lumOff val="50000"/>
                  </a:prstClr>
                </a:solidFill>
                <a:effectLst/>
                <a:uLnTx/>
                <a:uFillTx/>
                <a:latin typeface="微软雅黑" panose="020B0503020204020204" pitchFamily="34" charset="-122"/>
                <a:ea typeface="微软雅黑"/>
                <a:cs typeface="Arial" panose="020B0604020202020204" pitchFamily="34" charset="0"/>
              </a:rPr>
              <a:t>博学而笃志  切问而近思 </a:t>
            </a:r>
            <a:endParaRPr kumimoji="0" lang="zh-CN" altLang="en-US" sz="1800" b="0" i="0" u="none" strike="noStrike" kern="0" cap="none" spc="0" normalizeH="0" baseline="0" noProof="0" dirty="0">
              <a:ln>
                <a:noFill/>
              </a:ln>
              <a:solidFill>
                <a:prstClr val="black">
                  <a:lumMod val="50000"/>
                  <a:lumOff val="50000"/>
                </a:prstClr>
              </a:solidFill>
              <a:effectLst/>
              <a:uLnTx/>
              <a:uFillTx/>
              <a:latin typeface="Segoe UI Light"/>
              <a:ea typeface="微软雅黑 Light"/>
              <a:cs typeface="+mn-cs"/>
            </a:endParaRPr>
          </a:p>
        </p:txBody>
      </p:sp>
      <p:pic>
        <p:nvPicPr>
          <p:cNvPr id="34" name="图片 33">
            <a:extLst>
              <a:ext uri="{FF2B5EF4-FFF2-40B4-BE49-F238E27FC236}">
                <a16:creationId xmlns:a16="http://schemas.microsoft.com/office/drawing/2014/main" id="{543FE21F-3E32-6FEA-61B9-4B0BB49AF9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31058"/>
            <a:ext cx="6438095" cy="6450793"/>
          </a:xfrm>
          <a:prstGeom prst="rect">
            <a:avLst/>
          </a:prstGeom>
        </p:spPr>
      </p:pic>
      <p:cxnSp>
        <p:nvCxnSpPr>
          <p:cNvPr id="10" name="直接连接符 9">
            <a:extLst>
              <a:ext uri="{FF2B5EF4-FFF2-40B4-BE49-F238E27FC236}">
                <a16:creationId xmlns:a16="http://schemas.microsoft.com/office/drawing/2014/main" id="{5AB02C7E-9A06-1818-FED8-ADEF17D3B0E3}"/>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3C2FA712-584A-86C8-95DC-BA935682CA52}"/>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F41EC336-4993-787B-1976-75FE66F38867}"/>
              </a:ext>
            </a:extLst>
          </p:cNvPr>
          <p:cNvSpPr txBox="1"/>
          <p:nvPr/>
        </p:nvSpPr>
        <p:spPr>
          <a:xfrm>
            <a:off x="1208204" y="1484784"/>
            <a:ext cx="4616973" cy="2257093"/>
          </a:xfrm>
          <a:prstGeom prst="rect">
            <a:avLst/>
          </a:prstGeom>
          <a:noFill/>
        </p:spPr>
        <p:txBody>
          <a:bodyPr wrap="square" rtlCol="0">
            <a:spAutoFit/>
          </a:bodyPr>
          <a:lstStyle/>
          <a:p>
            <a:pPr lvl="0">
              <a:lnSpc>
                <a:spcPct val="130000"/>
              </a:lnSpc>
              <a:spcBef>
                <a:spcPts val="1200"/>
              </a:spcBef>
              <a:buClr>
                <a:srgbClr val="02ACE3"/>
              </a:buClr>
              <a:defRPr/>
            </a:pPr>
            <a:r>
              <a:rPr lang="zh-CN" altLang="zh-CN" b="1" dirty="0">
                <a:latin typeface="Arial" panose="020B0604020202020204" pitchFamily="34" charset="0"/>
                <a:ea typeface="微软雅黑" panose="020B0503020204020204" pitchFamily="34" charset="-122"/>
              </a:rPr>
              <a:t>整机（组件）直接出口</a:t>
            </a:r>
            <a:br>
              <a:rPr lang="en-US" altLang="zh-CN" dirty="0">
                <a:latin typeface="Arial" panose="020B0604020202020204" pitchFamily="34" charset="0"/>
                <a:ea typeface="微软雅黑" panose="020B0503020204020204" pitchFamily="34" charset="-122"/>
              </a:rPr>
            </a:br>
            <a:r>
              <a:rPr lang="zh-CN" altLang="zh-CN" sz="1600" dirty="0">
                <a:latin typeface="Arial" panose="020B0604020202020204" pitchFamily="34" charset="0"/>
                <a:ea typeface="微软雅黑" panose="020B0503020204020204" pitchFamily="34" charset="-122"/>
              </a:rPr>
              <a:t>中国企业仍保持大规模模块生产并通过中国工厂直接出口至多国市场。以</a:t>
            </a:r>
            <a:r>
              <a:rPr lang="en-US" altLang="zh-CN" sz="1600" dirty="0">
                <a:latin typeface="Arial" panose="020B0604020202020204" pitchFamily="34" charset="0"/>
                <a:ea typeface="微软雅黑" panose="020B0503020204020204" pitchFamily="34" charset="-122"/>
              </a:rPr>
              <a:t> 2024 </a:t>
            </a:r>
            <a:r>
              <a:rPr lang="zh-CN" altLang="zh-CN" sz="1600" dirty="0">
                <a:latin typeface="Arial" panose="020B0604020202020204" pitchFamily="34" charset="0"/>
                <a:ea typeface="微软雅黑" panose="020B0503020204020204" pitchFamily="34" charset="-122"/>
              </a:rPr>
              <a:t>年出口</a:t>
            </a:r>
            <a:r>
              <a:rPr lang="en-US" altLang="zh-CN" sz="1600" dirty="0">
                <a:latin typeface="Arial" panose="020B0604020202020204" pitchFamily="34" charset="0"/>
                <a:ea typeface="微软雅黑" panose="020B0503020204020204" pitchFamily="34" charset="-122"/>
              </a:rPr>
              <a:t>235.93 GW</a:t>
            </a:r>
            <a:r>
              <a:rPr lang="zh-CN" altLang="zh-CN" sz="1600" dirty="0">
                <a:latin typeface="Arial" panose="020B0604020202020204" pitchFamily="34" charset="0"/>
                <a:ea typeface="微软雅黑" panose="020B0503020204020204" pitchFamily="34" charset="-122"/>
              </a:rPr>
              <a:t>为例，绝大部分为组件形式。</a:t>
            </a:r>
            <a:endParaRPr lang="en-US" altLang="zh-CN" sz="1600" dirty="0">
              <a:latin typeface="Arial" panose="020B0604020202020204" pitchFamily="34" charset="0"/>
              <a:ea typeface="微软雅黑" panose="020B0503020204020204" pitchFamily="34" charset="-122"/>
            </a:endParaRPr>
          </a:p>
          <a:p>
            <a:pPr lvl="0">
              <a:lnSpc>
                <a:spcPct val="130000"/>
              </a:lnSpc>
              <a:spcBef>
                <a:spcPts val="1200"/>
              </a:spcBef>
              <a:buClr>
                <a:srgbClr val="02ACE3"/>
              </a:buClr>
              <a:defRPr/>
            </a:pPr>
            <a:r>
              <a:rPr lang="zh-CN" altLang="zh-CN" sz="1600" dirty="0">
                <a:latin typeface="Arial" panose="020B0604020202020204" pitchFamily="34" charset="0"/>
                <a:ea typeface="微软雅黑" panose="020B0503020204020204" pitchFamily="34" charset="-122"/>
              </a:rPr>
              <a:t>优势在于规模效应、制造成本低，但在关税与反倾销环境中易受冲击。</a:t>
            </a:r>
            <a:endParaRPr kumimoji="0" lang="en-US" altLang="zh-CN" sz="110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sp>
        <p:nvSpPr>
          <p:cNvPr id="8" name="文本框 7">
            <a:extLst>
              <a:ext uri="{FF2B5EF4-FFF2-40B4-BE49-F238E27FC236}">
                <a16:creationId xmlns:a16="http://schemas.microsoft.com/office/drawing/2014/main" id="{E3134CEE-267F-B236-2B17-243083F81136}"/>
              </a:ext>
            </a:extLst>
          </p:cNvPr>
          <p:cNvSpPr txBox="1"/>
          <p:nvPr/>
        </p:nvSpPr>
        <p:spPr>
          <a:xfrm>
            <a:off x="6859261" y="1484784"/>
            <a:ext cx="4573585" cy="1846659"/>
          </a:xfrm>
          <a:prstGeom prst="rect">
            <a:avLst/>
          </a:prstGeom>
          <a:noFill/>
        </p:spPr>
        <p:txBody>
          <a:bodyPr wrap="square" rtlCol="0">
            <a:spAutoFit/>
          </a:bodyPr>
          <a:lstStyle/>
          <a:p>
            <a:pPr lvl="0"/>
            <a:r>
              <a:rPr lang="zh-CN" altLang="zh-CN" b="1" dirty="0">
                <a:latin typeface="Arial" panose="020B0604020202020204" pitchFamily="34" charset="0"/>
                <a:ea typeface="微软雅黑" panose="020B0503020204020204" pitchFamily="34" charset="-122"/>
              </a:rPr>
              <a:t>转口贸易／第三国加工出口</a:t>
            </a:r>
            <a:br>
              <a:rPr lang="en-US" altLang="zh-CN" dirty="0">
                <a:latin typeface="Arial" panose="020B0604020202020204" pitchFamily="34" charset="0"/>
                <a:ea typeface="微软雅黑" panose="020B0503020204020204" pitchFamily="34" charset="-122"/>
              </a:rPr>
            </a:br>
            <a:r>
              <a:rPr lang="zh-CN" altLang="zh-CN" sz="1600" dirty="0">
                <a:latin typeface="Arial" panose="020B0604020202020204" pitchFamily="34" charset="0"/>
                <a:ea typeface="微软雅黑" panose="020B0503020204020204" pitchFamily="34" charset="-122"/>
              </a:rPr>
              <a:t>例如美国市场近年来从越南、马来、泰国、柬埔寨等国家大量进口。</a:t>
            </a:r>
            <a:r>
              <a:rPr lang="en-US" altLang="zh-CN" sz="1600" dirty="0">
                <a:latin typeface="Arial" panose="020B0604020202020204" pitchFamily="34" charset="0"/>
                <a:ea typeface="微软雅黑" panose="020B0503020204020204" pitchFamily="34" charset="-122"/>
              </a:rPr>
              <a:t>2024 </a:t>
            </a:r>
            <a:r>
              <a:rPr lang="zh-CN" altLang="zh-CN" sz="1600" dirty="0">
                <a:latin typeface="Arial" panose="020B0604020202020204" pitchFamily="34" charset="0"/>
                <a:ea typeface="微软雅黑" panose="020B0503020204020204" pitchFamily="34" charset="-122"/>
              </a:rPr>
              <a:t>年数据显示美国从中国大陆直接进口极少（仅几百兆瓦级）。</a:t>
            </a:r>
            <a:endParaRPr lang="en-US" altLang="zh-CN" sz="1600" dirty="0">
              <a:latin typeface="Arial" panose="020B0604020202020204" pitchFamily="34" charset="0"/>
              <a:ea typeface="微软雅黑" panose="020B0503020204020204" pitchFamily="34" charset="-122"/>
            </a:endParaRPr>
          </a:p>
          <a:p>
            <a:pPr lvl="0"/>
            <a:br>
              <a:rPr lang="en-US" altLang="zh-CN" sz="1600" dirty="0">
                <a:latin typeface="Arial" panose="020B0604020202020204" pitchFamily="34" charset="0"/>
                <a:ea typeface="微软雅黑" panose="020B0503020204020204" pitchFamily="34" charset="-122"/>
              </a:rPr>
            </a:br>
            <a:r>
              <a:rPr lang="zh-CN" altLang="en-US" sz="1600" dirty="0">
                <a:latin typeface="Arial" panose="020B0604020202020204" pitchFamily="34" charset="0"/>
                <a:ea typeface="微软雅黑" panose="020B0503020204020204" pitchFamily="34" charset="-122"/>
              </a:rPr>
              <a:t>优势：</a:t>
            </a:r>
            <a:r>
              <a:rPr lang="zh-CN" altLang="zh-CN" sz="1600" dirty="0">
                <a:latin typeface="Arial" panose="020B0604020202020204" pitchFamily="34" charset="0"/>
                <a:ea typeface="微软雅黑" panose="020B0503020204020204" pitchFamily="34" charset="-122"/>
              </a:rPr>
              <a:t>可规避直接制裁／关税，但当目的国扩大调查或加征税时风险大。</a:t>
            </a:r>
          </a:p>
        </p:txBody>
      </p:sp>
      <p:grpSp>
        <p:nvGrpSpPr>
          <p:cNvPr id="9" name="组合 8">
            <a:extLst>
              <a:ext uri="{FF2B5EF4-FFF2-40B4-BE49-F238E27FC236}">
                <a16:creationId xmlns:a16="http://schemas.microsoft.com/office/drawing/2014/main" id="{B83F3F78-A467-9814-B9A3-3A75C2DD535B}"/>
              </a:ext>
            </a:extLst>
          </p:cNvPr>
          <p:cNvGrpSpPr/>
          <p:nvPr/>
        </p:nvGrpSpPr>
        <p:grpSpPr>
          <a:xfrm>
            <a:off x="759154" y="1592453"/>
            <a:ext cx="329088" cy="337314"/>
            <a:chOff x="1233250" y="4161374"/>
            <a:chExt cx="190500" cy="195262"/>
          </a:xfrm>
        </p:grpSpPr>
        <p:sp>
          <p:nvSpPr>
            <p:cNvPr id="13" name="任意多边形: 形状 12">
              <a:extLst>
                <a:ext uri="{FF2B5EF4-FFF2-40B4-BE49-F238E27FC236}">
                  <a16:creationId xmlns:a16="http://schemas.microsoft.com/office/drawing/2014/main" id="{D83B9C3B-F0F2-754C-51EF-685E5E05E827}"/>
                </a:ext>
              </a:extLst>
            </p:cNvPr>
            <p:cNvSpPr/>
            <p:nvPr/>
          </p:nvSpPr>
          <p:spPr>
            <a:xfrm>
              <a:off x="1233250" y="4161374"/>
              <a:ext cx="76200" cy="76200"/>
            </a:xfrm>
            <a:custGeom>
              <a:avLst/>
              <a:gdLst>
                <a:gd name="connsiteX0" fmla="*/ 66675 w 76200"/>
                <a:gd name="connsiteY0" fmla="*/ 0 h 76200"/>
                <a:gd name="connsiteX1" fmla="*/ 9525 w 76200"/>
                <a:gd name="connsiteY1" fmla="*/ 0 h 76200"/>
                <a:gd name="connsiteX2" fmla="*/ 0 w 76200"/>
                <a:gd name="connsiteY2" fmla="*/ 9525 h 76200"/>
                <a:gd name="connsiteX3" fmla="*/ 0 w 76200"/>
                <a:gd name="connsiteY3" fmla="*/ 66675 h 76200"/>
                <a:gd name="connsiteX4" fmla="*/ 9525 w 76200"/>
                <a:gd name="connsiteY4" fmla="*/ 76200 h 76200"/>
                <a:gd name="connsiteX5" fmla="*/ 66675 w 76200"/>
                <a:gd name="connsiteY5" fmla="*/ 76200 h 76200"/>
                <a:gd name="connsiteX6" fmla="*/ 76200 w 76200"/>
                <a:gd name="connsiteY6" fmla="*/ 66675 h 76200"/>
                <a:gd name="connsiteX7" fmla="*/ 76200 w 76200"/>
                <a:gd name="connsiteY7" fmla="*/ 9525 h 76200"/>
                <a:gd name="connsiteX8" fmla="*/ 66675 w 76200"/>
                <a:gd name="connsiteY8" fmla="*/ 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00" h="76200">
                  <a:moveTo>
                    <a:pt x="66675" y="0"/>
                  </a:moveTo>
                  <a:lnTo>
                    <a:pt x="9525" y="0"/>
                  </a:lnTo>
                  <a:cubicBezTo>
                    <a:pt x="4264" y="0"/>
                    <a:pt x="0" y="4264"/>
                    <a:pt x="0" y="9525"/>
                  </a:cubicBezTo>
                  <a:lnTo>
                    <a:pt x="0" y="66675"/>
                  </a:lnTo>
                  <a:cubicBezTo>
                    <a:pt x="0" y="71936"/>
                    <a:pt x="4264" y="76200"/>
                    <a:pt x="9525" y="76200"/>
                  </a:cubicBezTo>
                  <a:lnTo>
                    <a:pt x="66675" y="76200"/>
                  </a:lnTo>
                  <a:cubicBezTo>
                    <a:pt x="71936" y="76200"/>
                    <a:pt x="76200" y="71936"/>
                    <a:pt x="76200" y="66675"/>
                  </a:cubicBezTo>
                  <a:lnTo>
                    <a:pt x="76200" y="9525"/>
                  </a:lnTo>
                  <a:cubicBezTo>
                    <a:pt x="76200" y="4264"/>
                    <a:pt x="71936" y="0"/>
                    <a:pt x="66675" y="0"/>
                  </a:cubicBezTo>
                  <a:close/>
                </a:path>
              </a:pathLst>
            </a:custGeom>
            <a:noFill/>
            <a:ln w="17859" cap="flat">
              <a:gradFill>
                <a:gsLst>
                  <a:gs pos="0">
                    <a:schemeClr val="accent3"/>
                  </a:gs>
                  <a:gs pos="100000">
                    <a:schemeClr val="accent1"/>
                  </a:gs>
                </a:gsLst>
                <a:lin ang="5400000" scaled="1"/>
              </a:gradFill>
              <a:prstDash val="solid"/>
              <a:round/>
            </a:ln>
          </p:spPr>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14" name="任意多边形: 形状 13">
              <a:extLst>
                <a:ext uri="{FF2B5EF4-FFF2-40B4-BE49-F238E27FC236}">
                  <a16:creationId xmlns:a16="http://schemas.microsoft.com/office/drawing/2014/main" id="{CBAE1E32-E52F-1F12-CEA6-37731F632567}"/>
                </a:ext>
              </a:extLst>
            </p:cNvPr>
            <p:cNvSpPr/>
            <p:nvPr/>
          </p:nvSpPr>
          <p:spPr>
            <a:xfrm>
              <a:off x="1233250" y="4275674"/>
              <a:ext cx="76200" cy="76200"/>
            </a:xfrm>
            <a:custGeom>
              <a:avLst/>
              <a:gdLst>
                <a:gd name="connsiteX0" fmla="*/ 66675 w 76200"/>
                <a:gd name="connsiteY0" fmla="*/ 0 h 76200"/>
                <a:gd name="connsiteX1" fmla="*/ 9525 w 76200"/>
                <a:gd name="connsiteY1" fmla="*/ 0 h 76200"/>
                <a:gd name="connsiteX2" fmla="*/ 0 w 76200"/>
                <a:gd name="connsiteY2" fmla="*/ 9525 h 76200"/>
                <a:gd name="connsiteX3" fmla="*/ 0 w 76200"/>
                <a:gd name="connsiteY3" fmla="*/ 66675 h 76200"/>
                <a:gd name="connsiteX4" fmla="*/ 9525 w 76200"/>
                <a:gd name="connsiteY4" fmla="*/ 76200 h 76200"/>
                <a:gd name="connsiteX5" fmla="*/ 66675 w 76200"/>
                <a:gd name="connsiteY5" fmla="*/ 76200 h 76200"/>
                <a:gd name="connsiteX6" fmla="*/ 76200 w 76200"/>
                <a:gd name="connsiteY6" fmla="*/ 66675 h 76200"/>
                <a:gd name="connsiteX7" fmla="*/ 76200 w 76200"/>
                <a:gd name="connsiteY7" fmla="*/ 9525 h 76200"/>
                <a:gd name="connsiteX8" fmla="*/ 66675 w 76200"/>
                <a:gd name="connsiteY8" fmla="*/ 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00" h="76200">
                  <a:moveTo>
                    <a:pt x="66675" y="0"/>
                  </a:moveTo>
                  <a:lnTo>
                    <a:pt x="9525" y="0"/>
                  </a:lnTo>
                  <a:cubicBezTo>
                    <a:pt x="4264" y="0"/>
                    <a:pt x="0" y="4264"/>
                    <a:pt x="0" y="9525"/>
                  </a:cubicBezTo>
                  <a:lnTo>
                    <a:pt x="0" y="66675"/>
                  </a:lnTo>
                  <a:cubicBezTo>
                    <a:pt x="0" y="71936"/>
                    <a:pt x="4264" y="76200"/>
                    <a:pt x="9525" y="76200"/>
                  </a:cubicBezTo>
                  <a:lnTo>
                    <a:pt x="66675" y="76200"/>
                  </a:lnTo>
                  <a:cubicBezTo>
                    <a:pt x="71936" y="76200"/>
                    <a:pt x="76200" y="71936"/>
                    <a:pt x="76200" y="66675"/>
                  </a:cubicBezTo>
                  <a:lnTo>
                    <a:pt x="76200" y="9525"/>
                  </a:lnTo>
                  <a:cubicBezTo>
                    <a:pt x="76200" y="4264"/>
                    <a:pt x="71936" y="0"/>
                    <a:pt x="66675" y="0"/>
                  </a:cubicBezTo>
                  <a:close/>
                </a:path>
              </a:pathLst>
            </a:custGeom>
            <a:noFill/>
            <a:ln w="17859" cap="flat">
              <a:gradFill>
                <a:gsLst>
                  <a:gs pos="0">
                    <a:schemeClr val="accent3"/>
                  </a:gs>
                  <a:gs pos="100000">
                    <a:schemeClr val="accent1"/>
                  </a:gs>
                </a:gsLst>
                <a:lin ang="5400000" scaled="1"/>
              </a:gradFill>
              <a:prstDash val="solid"/>
              <a:round/>
            </a:ln>
          </p:spPr>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15" name="任意多边形: 形状 14">
              <a:extLst>
                <a:ext uri="{FF2B5EF4-FFF2-40B4-BE49-F238E27FC236}">
                  <a16:creationId xmlns:a16="http://schemas.microsoft.com/office/drawing/2014/main" id="{93FF5A58-6D7D-BA15-7E95-A0C42329FF40}"/>
                </a:ext>
              </a:extLst>
            </p:cNvPr>
            <p:cNvSpPr/>
            <p:nvPr/>
          </p:nvSpPr>
          <p:spPr>
            <a:xfrm>
              <a:off x="1347550" y="4161374"/>
              <a:ext cx="76200" cy="76200"/>
            </a:xfrm>
            <a:custGeom>
              <a:avLst/>
              <a:gdLst>
                <a:gd name="connsiteX0" fmla="*/ 66675 w 76200"/>
                <a:gd name="connsiteY0" fmla="*/ 0 h 76200"/>
                <a:gd name="connsiteX1" fmla="*/ 9525 w 76200"/>
                <a:gd name="connsiteY1" fmla="*/ 0 h 76200"/>
                <a:gd name="connsiteX2" fmla="*/ 0 w 76200"/>
                <a:gd name="connsiteY2" fmla="*/ 9525 h 76200"/>
                <a:gd name="connsiteX3" fmla="*/ 0 w 76200"/>
                <a:gd name="connsiteY3" fmla="*/ 66675 h 76200"/>
                <a:gd name="connsiteX4" fmla="*/ 9525 w 76200"/>
                <a:gd name="connsiteY4" fmla="*/ 76200 h 76200"/>
                <a:gd name="connsiteX5" fmla="*/ 66675 w 76200"/>
                <a:gd name="connsiteY5" fmla="*/ 76200 h 76200"/>
                <a:gd name="connsiteX6" fmla="*/ 76200 w 76200"/>
                <a:gd name="connsiteY6" fmla="*/ 66675 h 76200"/>
                <a:gd name="connsiteX7" fmla="*/ 76200 w 76200"/>
                <a:gd name="connsiteY7" fmla="*/ 9525 h 76200"/>
                <a:gd name="connsiteX8" fmla="*/ 66675 w 76200"/>
                <a:gd name="connsiteY8" fmla="*/ 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200" h="76200">
                  <a:moveTo>
                    <a:pt x="66675" y="0"/>
                  </a:moveTo>
                  <a:lnTo>
                    <a:pt x="9525" y="0"/>
                  </a:lnTo>
                  <a:cubicBezTo>
                    <a:pt x="4264" y="0"/>
                    <a:pt x="0" y="4264"/>
                    <a:pt x="0" y="9525"/>
                  </a:cubicBezTo>
                  <a:lnTo>
                    <a:pt x="0" y="66675"/>
                  </a:lnTo>
                  <a:cubicBezTo>
                    <a:pt x="0" y="71936"/>
                    <a:pt x="4264" y="76200"/>
                    <a:pt x="9525" y="76200"/>
                  </a:cubicBezTo>
                  <a:lnTo>
                    <a:pt x="66675" y="76200"/>
                  </a:lnTo>
                  <a:cubicBezTo>
                    <a:pt x="71936" y="76200"/>
                    <a:pt x="76200" y="71936"/>
                    <a:pt x="76200" y="66675"/>
                  </a:cubicBezTo>
                  <a:lnTo>
                    <a:pt x="76200" y="9525"/>
                  </a:lnTo>
                  <a:cubicBezTo>
                    <a:pt x="76200" y="4264"/>
                    <a:pt x="71936" y="0"/>
                    <a:pt x="66675" y="0"/>
                  </a:cubicBezTo>
                  <a:close/>
                </a:path>
              </a:pathLst>
            </a:custGeom>
            <a:noFill/>
            <a:ln w="17859" cap="flat">
              <a:gradFill>
                <a:gsLst>
                  <a:gs pos="0">
                    <a:schemeClr val="accent3"/>
                  </a:gs>
                  <a:gs pos="100000">
                    <a:schemeClr val="accent1"/>
                  </a:gs>
                </a:gsLst>
                <a:lin ang="5400000" scaled="1"/>
              </a:gradFill>
              <a:prstDash val="solid"/>
              <a:round/>
            </a:ln>
          </p:spPr>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16" name="任意多边形: 形状 15">
              <a:extLst>
                <a:ext uri="{FF2B5EF4-FFF2-40B4-BE49-F238E27FC236}">
                  <a16:creationId xmlns:a16="http://schemas.microsoft.com/office/drawing/2014/main" id="{693F06D0-5A79-55F6-7152-D01AE20B4FAA}"/>
                </a:ext>
              </a:extLst>
            </p:cNvPr>
            <p:cNvSpPr/>
            <p:nvPr/>
          </p:nvSpPr>
          <p:spPr>
            <a:xfrm>
              <a:off x="1347550" y="4275674"/>
              <a:ext cx="76200" cy="4762"/>
            </a:xfrm>
            <a:custGeom>
              <a:avLst/>
              <a:gdLst>
                <a:gd name="connsiteX0" fmla="*/ 0 w 76200"/>
                <a:gd name="connsiteY0" fmla="*/ 0 h 4762"/>
                <a:gd name="connsiteX1" fmla="*/ 76200 w 76200"/>
                <a:gd name="connsiteY1" fmla="*/ 0 h 4762"/>
              </a:gdLst>
              <a:ahLst/>
              <a:cxnLst>
                <a:cxn ang="0">
                  <a:pos x="connsiteX0" y="connsiteY0"/>
                </a:cxn>
                <a:cxn ang="0">
                  <a:pos x="connsiteX1" y="connsiteY1"/>
                </a:cxn>
              </a:cxnLst>
              <a:rect l="l" t="t" r="r" b="b"/>
              <a:pathLst>
                <a:path w="76200" h="4762">
                  <a:moveTo>
                    <a:pt x="0" y="0"/>
                  </a:moveTo>
                  <a:lnTo>
                    <a:pt x="76200" y="0"/>
                  </a:lnTo>
                </a:path>
              </a:pathLst>
            </a:custGeom>
            <a:noFill/>
            <a:ln w="17859" cap="flat">
              <a:gradFill>
                <a:gsLst>
                  <a:gs pos="0">
                    <a:schemeClr val="accent3"/>
                  </a:gs>
                  <a:gs pos="100000">
                    <a:schemeClr val="accent1"/>
                  </a:gs>
                </a:gsLst>
                <a:lin ang="5400000" scaled="1"/>
              </a:gradFill>
              <a:prstDash val="solid"/>
              <a:round/>
            </a:ln>
          </p:spPr>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17" name="任意多边形: 形状 16">
              <a:extLst>
                <a:ext uri="{FF2B5EF4-FFF2-40B4-BE49-F238E27FC236}">
                  <a16:creationId xmlns:a16="http://schemas.microsoft.com/office/drawing/2014/main" id="{E1E68F20-DDA1-4488-81AE-D7EA2CC50C45}"/>
                </a:ext>
              </a:extLst>
            </p:cNvPr>
            <p:cNvSpPr/>
            <p:nvPr/>
          </p:nvSpPr>
          <p:spPr>
            <a:xfrm>
              <a:off x="1385650" y="4313774"/>
              <a:ext cx="38100" cy="4762"/>
            </a:xfrm>
            <a:custGeom>
              <a:avLst/>
              <a:gdLst>
                <a:gd name="connsiteX0" fmla="*/ 0 w 38100"/>
                <a:gd name="connsiteY0" fmla="*/ 0 h 4762"/>
                <a:gd name="connsiteX1" fmla="*/ 38100 w 38100"/>
                <a:gd name="connsiteY1" fmla="*/ 0 h 4762"/>
              </a:gdLst>
              <a:ahLst/>
              <a:cxnLst>
                <a:cxn ang="0">
                  <a:pos x="connsiteX0" y="connsiteY0"/>
                </a:cxn>
                <a:cxn ang="0">
                  <a:pos x="connsiteX1" y="connsiteY1"/>
                </a:cxn>
              </a:cxnLst>
              <a:rect l="l" t="t" r="r" b="b"/>
              <a:pathLst>
                <a:path w="38100" h="4762">
                  <a:moveTo>
                    <a:pt x="0" y="0"/>
                  </a:moveTo>
                  <a:lnTo>
                    <a:pt x="38100" y="0"/>
                  </a:lnTo>
                </a:path>
              </a:pathLst>
            </a:custGeom>
            <a:noFill/>
            <a:ln w="17859" cap="flat">
              <a:gradFill>
                <a:gsLst>
                  <a:gs pos="0">
                    <a:schemeClr val="accent3"/>
                  </a:gs>
                  <a:gs pos="100000">
                    <a:schemeClr val="accent1"/>
                  </a:gs>
                </a:gsLst>
                <a:lin ang="5400000" scaled="1"/>
              </a:gradFill>
              <a:prstDash val="solid"/>
              <a:round/>
            </a:ln>
          </p:spPr>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18" name="任意多边形: 形状 17">
              <a:extLst>
                <a:ext uri="{FF2B5EF4-FFF2-40B4-BE49-F238E27FC236}">
                  <a16:creationId xmlns:a16="http://schemas.microsoft.com/office/drawing/2014/main" id="{E3ECE498-8D12-36A2-54EE-A3C8559F41C0}"/>
                </a:ext>
              </a:extLst>
            </p:cNvPr>
            <p:cNvSpPr/>
            <p:nvPr/>
          </p:nvSpPr>
          <p:spPr>
            <a:xfrm>
              <a:off x="1347550" y="4351874"/>
              <a:ext cx="76200" cy="4762"/>
            </a:xfrm>
            <a:custGeom>
              <a:avLst/>
              <a:gdLst>
                <a:gd name="connsiteX0" fmla="*/ 0 w 76200"/>
                <a:gd name="connsiteY0" fmla="*/ 0 h 4762"/>
                <a:gd name="connsiteX1" fmla="*/ 76200 w 76200"/>
                <a:gd name="connsiteY1" fmla="*/ 0 h 4762"/>
              </a:gdLst>
              <a:ahLst/>
              <a:cxnLst>
                <a:cxn ang="0">
                  <a:pos x="connsiteX0" y="connsiteY0"/>
                </a:cxn>
                <a:cxn ang="0">
                  <a:pos x="connsiteX1" y="connsiteY1"/>
                </a:cxn>
              </a:cxnLst>
              <a:rect l="l" t="t" r="r" b="b"/>
              <a:pathLst>
                <a:path w="76200" h="4762">
                  <a:moveTo>
                    <a:pt x="0" y="0"/>
                  </a:moveTo>
                  <a:lnTo>
                    <a:pt x="76200" y="0"/>
                  </a:lnTo>
                </a:path>
              </a:pathLst>
            </a:custGeom>
            <a:noFill/>
            <a:ln w="17859" cap="flat">
              <a:gradFill>
                <a:gsLst>
                  <a:gs pos="0">
                    <a:schemeClr val="accent3"/>
                  </a:gs>
                  <a:gs pos="100000">
                    <a:schemeClr val="accent1"/>
                  </a:gs>
                </a:gsLst>
                <a:lin ang="5400000" scaled="1"/>
              </a:gradFill>
              <a:prstDash val="solid"/>
              <a:round/>
            </a:ln>
          </p:spPr>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grpSp>
      <p:grpSp>
        <p:nvGrpSpPr>
          <p:cNvPr id="19" name="组合 18">
            <a:extLst>
              <a:ext uri="{FF2B5EF4-FFF2-40B4-BE49-F238E27FC236}">
                <a16:creationId xmlns:a16="http://schemas.microsoft.com/office/drawing/2014/main" id="{071BFC7F-427C-51AE-EDAB-463C7272A3EB}"/>
              </a:ext>
            </a:extLst>
          </p:cNvPr>
          <p:cNvGrpSpPr/>
          <p:nvPr/>
        </p:nvGrpSpPr>
        <p:grpSpPr>
          <a:xfrm>
            <a:off x="6403244" y="1598823"/>
            <a:ext cx="324574" cy="324575"/>
            <a:chOff x="6328251" y="4448049"/>
            <a:chExt cx="324574" cy="324575"/>
          </a:xfrm>
        </p:grpSpPr>
        <p:sp>
          <p:nvSpPr>
            <p:cNvPr id="20" name="任意多边形: 形状 19">
              <a:extLst>
                <a:ext uri="{FF2B5EF4-FFF2-40B4-BE49-F238E27FC236}">
                  <a16:creationId xmlns:a16="http://schemas.microsoft.com/office/drawing/2014/main" id="{7FDD4EBE-7299-D15E-7F85-833B815635D9}"/>
                </a:ext>
              </a:extLst>
            </p:cNvPr>
            <p:cNvSpPr/>
            <p:nvPr/>
          </p:nvSpPr>
          <p:spPr>
            <a:xfrm>
              <a:off x="6328251" y="4448049"/>
              <a:ext cx="292666" cy="292666"/>
            </a:xfrm>
            <a:custGeom>
              <a:avLst/>
              <a:gdLst>
                <a:gd name="connsiteX0" fmla="*/ 146333 w 292666"/>
                <a:gd name="connsiteY0" fmla="*/ 292666 h 292666"/>
                <a:gd name="connsiteX1" fmla="*/ 292666 w 292666"/>
                <a:gd name="connsiteY1" fmla="*/ 146333 h 292666"/>
                <a:gd name="connsiteX2" fmla="*/ 146333 w 292666"/>
                <a:gd name="connsiteY2" fmla="*/ 0 h 292666"/>
                <a:gd name="connsiteX3" fmla="*/ 0 w 292666"/>
                <a:gd name="connsiteY3" fmla="*/ 146333 h 292666"/>
                <a:gd name="connsiteX4" fmla="*/ 146333 w 292666"/>
                <a:gd name="connsiteY4" fmla="*/ 292666 h 2926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2666" h="292666">
                  <a:moveTo>
                    <a:pt x="146333" y="292666"/>
                  </a:moveTo>
                  <a:cubicBezTo>
                    <a:pt x="227150" y="292666"/>
                    <a:pt x="292666" y="227150"/>
                    <a:pt x="292666" y="146333"/>
                  </a:cubicBezTo>
                  <a:cubicBezTo>
                    <a:pt x="292666" y="65516"/>
                    <a:pt x="227150" y="0"/>
                    <a:pt x="146333" y="0"/>
                  </a:cubicBezTo>
                  <a:cubicBezTo>
                    <a:pt x="65516" y="0"/>
                    <a:pt x="0" y="65516"/>
                    <a:pt x="0" y="146333"/>
                  </a:cubicBezTo>
                  <a:cubicBezTo>
                    <a:pt x="0" y="227150"/>
                    <a:pt x="65516" y="292666"/>
                    <a:pt x="146333" y="292666"/>
                  </a:cubicBezTo>
                  <a:close/>
                </a:path>
              </a:pathLst>
            </a:custGeom>
            <a:noFill/>
            <a:ln w="17859" cap="flat">
              <a:gradFill>
                <a:gsLst>
                  <a:gs pos="0">
                    <a:schemeClr val="accent3"/>
                  </a:gs>
                  <a:gs pos="100000">
                    <a:schemeClr val="accent1"/>
                  </a:gs>
                </a:gsLst>
                <a:lin ang="5400000" scaled="1"/>
              </a:gradFill>
              <a:prstDash val="solid"/>
              <a:round/>
            </a:ln>
          </p:spPr>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1" name="任意多边形: 形状 20">
              <a:extLst>
                <a:ext uri="{FF2B5EF4-FFF2-40B4-BE49-F238E27FC236}">
                  <a16:creationId xmlns:a16="http://schemas.microsoft.com/office/drawing/2014/main" id="{AC6EC158-68E1-DCB5-6277-5B8278F0D704}"/>
                </a:ext>
              </a:extLst>
            </p:cNvPr>
            <p:cNvSpPr/>
            <p:nvPr/>
          </p:nvSpPr>
          <p:spPr>
            <a:xfrm>
              <a:off x="6425892" y="4516912"/>
              <a:ext cx="97386" cy="20169"/>
            </a:xfrm>
            <a:custGeom>
              <a:avLst/>
              <a:gdLst>
                <a:gd name="connsiteX0" fmla="*/ 97386 w 97386"/>
                <a:gd name="connsiteY0" fmla="*/ 20169 h 20169"/>
                <a:gd name="connsiteX1" fmla="*/ 48693 w 97386"/>
                <a:gd name="connsiteY1" fmla="*/ 0 h 20169"/>
                <a:gd name="connsiteX2" fmla="*/ 0 w 97386"/>
                <a:gd name="connsiteY2" fmla="*/ 20169 h 20169"/>
              </a:gdLst>
              <a:ahLst/>
              <a:cxnLst>
                <a:cxn ang="0">
                  <a:pos x="connsiteX0" y="connsiteY0"/>
                </a:cxn>
                <a:cxn ang="0">
                  <a:pos x="connsiteX1" y="connsiteY1"/>
                </a:cxn>
                <a:cxn ang="0">
                  <a:pos x="connsiteX2" y="connsiteY2"/>
                </a:cxn>
              </a:cxnLst>
              <a:rect l="l" t="t" r="r" b="b"/>
              <a:pathLst>
                <a:path w="97386" h="20169">
                  <a:moveTo>
                    <a:pt x="97386" y="20169"/>
                  </a:moveTo>
                  <a:cubicBezTo>
                    <a:pt x="84925" y="7707"/>
                    <a:pt x="67709" y="0"/>
                    <a:pt x="48693" y="0"/>
                  </a:cubicBezTo>
                  <a:cubicBezTo>
                    <a:pt x="29677" y="0"/>
                    <a:pt x="12462" y="7707"/>
                    <a:pt x="0" y="20169"/>
                  </a:cubicBezTo>
                </a:path>
              </a:pathLst>
            </a:custGeom>
            <a:noFill/>
            <a:ln w="17859" cap="flat">
              <a:gradFill>
                <a:gsLst>
                  <a:gs pos="0">
                    <a:schemeClr val="accent3"/>
                  </a:gs>
                  <a:gs pos="100000">
                    <a:schemeClr val="accent1"/>
                  </a:gs>
                </a:gsLst>
                <a:lin ang="5400000" scaled="1"/>
              </a:gradFill>
              <a:prstDash val="solid"/>
              <a:round/>
            </a:ln>
          </p:spPr>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2" name="任意多边形: 形状 21">
              <a:extLst>
                <a:ext uri="{FF2B5EF4-FFF2-40B4-BE49-F238E27FC236}">
                  <a16:creationId xmlns:a16="http://schemas.microsoft.com/office/drawing/2014/main" id="{02498B21-AA5B-B207-CFFE-B471134AD212}"/>
                </a:ext>
              </a:extLst>
            </p:cNvPr>
            <p:cNvSpPr/>
            <p:nvPr/>
          </p:nvSpPr>
          <p:spPr>
            <a:xfrm>
              <a:off x="6579785" y="4699584"/>
              <a:ext cx="73040" cy="73040"/>
            </a:xfrm>
            <a:custGeom>
              <a:avLst/>
              <a:gdLst>
                <a:gd name="connsiteX0" fmla="*/ 0 w 73040"/>
                <a:gd name="connsiteY0" fmla="*/ 0 h 73040"/>
                <a:gd name="connsiteX1" fmla="*/ 73040 w 73040"/>
                <a:gd name="connsiteY1" fmla="*/ 73040 h 73040"/>
              </a:gdLst>
              <a:ahLst/>
              <a:cxnLst>
                <a:cxn ang="0">
                  <a:pos x="connsiteX0" y="connsiteY0"/>
                </a:cxn>
                <a:cxn ang="0">
                  <a:pos x="connsiteX1" y="connsiteY1"/>
                </a:cxn>
              </a:cxnLst>
              <a:rect l="l" t="t" r="r" b="b"/>
              <a:pathLst>
                <a:path w="73040" h="73040">
                  <a:moveTo>
                    <a:pt x="0" y="0"/>
                  </a:moveTo>
                  <a:lnTo>
                    <a:pt x="73040" y="73040"/>
                  </a:lnTo>
                </a:path>
              </a:pathLst>
            </a:custGeom>
            <a:noFill/>
            <a:ln w="17859" cap="flat">
              <a:gradFill>
                <a:gsLst>
                  <a:gs pos="0">
                    <a:schemeClr val="accent3"/>
                  </a:gs>
                  <a:gs pos="100000">
                    <a:schemeClr val="accent1"/>
                  </a:gs>
                </a:gsLst>
                <a:lin ang="5400000" scaled="1"/>
              </a:gradFill>
              <a:prstDash val="solid"/>
              <a:round/>
            </a:ln>
          </p:spPr>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grpSp>
      <p:pic>
        <p:nvPicPr>
          <p:cNvPr id="23" name="图片 22">
            <a:extLst>
              <a:ext uri="{FF2B5EF4-FFF2-40B4-BE49-F238E27FC236}">
                <a16:creationId xmlns:a16="http://schemas.microsoft.com/office/drawing/2014/main" id="{DC448CD5-A05F-3408-3424-792BDF4B66D7}"/>
              </a:ext>
            </a:extLst>
          </p:cNvPr>
          <p:cNvPicPr>
            <a:picLocks noChangeAspect="1"/>
          </p:cNvPicPr>
          <p:nvPr/>
        </p:nvPicPr>
        <p:blipFill>
          <a:blip r:embed="rId5"/>
          <a:stretch>
            <a:fillRect/>
          </a:stretch>
        </p:blipFill>
        <p:spPr>
          <a:xfrm>
            <a:off x="6403244" y="3400306"/>
            <a:ext cx="4788355" cy="2889063"/>
          </a:xfrm>
          <a:prstGeom prst="rect">
            <a:avLst/>
          </a:prstGeom>
        </p:spPr>
      </p:pic>
      <p:pic>
        <p:nvPicPr>
          <p:cNvPr id="24" name="Picture 2">
            <a:extLst>
              <a:ext uri="{FF2B5EF4-FFF2-40B4-BE49-F238E27FC236}">
                <a16:creationId xmlns:a16="http://schemas.microsoft.com/office/drawing/2014/main" id="{FE5EF045-20FB-8142-B50A-D6542EC4189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71784" y="3741877"/>
            <a:ext cx="4616973" cy="24354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8250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AEB25-9D6C-3697-EF40-6BF1806C4EDE}"/>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E713FB63-1F34-F8D6-4105-E70E42CC330F}"/>
              </a:ext>
            </a:extLst>
          </p:cNvPr>
          <p:cNvGrpSpPr/>
          <p:nvPr/>
        </p:nvGrpSpPr>
        <p:grpSpPr>
          <a:xfrm>
            <a:off x="-240704" y="246620"/>
            <a:ext cx="8496944" cy="734108"/>
            <a:chOff x="-240704" y="246620"/>
            <a:chExt cx="3456384" cy="734108"/>
          </a:xfrm>
        </p:grpSpPr>
        <p:sp>
          <p:nvSpPr>
            <p:cNvPr id="2" name="矩形: 圆角 1">
              <a:extLst>
                <a:ext uri="{FF2B5EF4-FFF2-40B4-BE49-F238E27FC236}">
                  <a16:creationId xmlns:a16="http://schemas.microsoft.com/office/drawing/2014/main" id="{7DEDF17C-E883-9E9B-E379-A9C215E2E91C}"/>
                </a:ext>
              </a:extLst>
            </p:cNvPr>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Segoe UI Light"/>
                <a:ea typeface="微软雅黑 Light"/>
                <a:cs typeface="+mn-cs"/>
              </a:endParaRPr>
            </a:p>
          </p:txBody>
        </p:sp>
        <p:sp>
          <p:nvSpPr>
            <p:cNvPr id="3" name="文本占位符 3">
              <a:extLst>
                <a:ext uri="{FF2B5EF4-FFF2-40B4-BE49-F238E27FC236}">
                  <a16:creationId xmlns:a16="http://schemas.microsoft.com/office/drawing/2014/main" id="{AD6FD5FB-E76F-BA38-243E-45F49F07187A}"/>
                </a:ext>
              </a:extLst>
            </p:cNvPr>
            <p:cNvSpPr txBox="1">
              <a:spLocks/>
            </p:cNvSpPr>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zh-CN" altLang="en-US" b="1" dirty="0">
                  <a:solidFill>
                    <a:prstClr val="white"/>
                  </a:solidFill>
                  <a:latin typeface="微软雅黑" panose="020B0503020204020204" pitchFamily="34" charset="-122"/>
                  <a:ea typeface="微软雅黑" panose="020B0503020204020204" pitchFamily="34" charset="-122"/>
                </a:rPr>
                <a:t>出口模式：主流方式与光伏产业典型运用</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25" name="图片 24">
            <a:extLst>
              <a:ext uri="{FF2B5EF4-FFF2-40B4-BE49-F238E27FC236}">
                <a16:creationId xmlns:a16="http://schemas.microsoft.com/office/drawing/2014/main" id="{F46054A2-7404-BCD3-FF9D-7E0DBE3D8C25}"/>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sp>
        <p:nvSpPr>
          <p:cNvPr id="26" name="矩形 25">
            <a:extLst>
              <a:ext uri="{FF2B5EF4-FFF2-40B4-BE49-F238E27FC236}">
                <a16:creationId xmlns:a16="http://schemas.microsoft.com/office/drawing/2014/main" id="{6D6126C0-096F-011D-3061-92B0CF3DD530}"/>
              </a:ext>
            </a:extLst>
          </p:cNvPr>
          <p:cNvSpPr/>
          <p:nvPr/>
        </p:nvSpPr>
        <p:spPr>
          <a:xfrm>
            <a:off x="335360" y="6426714"/>
            <a:ext cx="319991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300" normalizeH="0" baseline="0" noProof="0" dirty="0">
                <a:ln>
                  <a:noFill/>
                </a:ln>
                <a:solidFill>
                  <a:prstClr val="black">
                    <a:lumMod val="50000"/>
                    <a:lumOff val="50000"/>
                  </a:prstClr>
                </a:solidFill>
                <a:effectLst/>
                <a:uLnTx/>
                <a:uFillTx/>
                <a:latin typeface="微软雅黑" panose="020B0503020204020204" pitchFamily="34" charset="-122"/>
                <a:ea typeface="微软雅黑"/>
                <a:cs typeface="Arial" panose="020B0604020202020204" pitchFamily="34" charset="0"/>
              </a:rPr>
              <a:t>博学而笃志  切问而近思 </a:t>
            </a:r>
            <a:endParaRPr kumimoji="0" lang="zh-CN" altLang="en-US" sz="1800" b="0" i="0" u="none" strike="noStrike" kern="0" cap="none" spc="0" normalizeH="0" baseline="0" noProof="0" dirty="0">
              <a:ln>
                <a:noFill/>
              </a:ln>
              <a:solidFill>
                <a:prstClr val="black">
                  <a:lumMod val="50000"/>
                  <a:lumOff val="50000"/>
                </a:prstClr>
              </a:solidFill>
              <a:effectLst/>
              <a:uLnTx/>
              <a:uFillTx/>
              <a:latin typeface="Segoe UI Light"/>
              <a:ea typeface="微软雅黑 Light"/>
              <a:cs typeface="+mn-cs"/>
            </a:endParaRPr>
          </a:p>
        </p:txBody>
      </p:sp>
      <p:pic>
        <p:nvPicPr>
          <p:cNvPr id="34" name="图片 33">
            <a:extLst>
              <a:ext uri="{FF2B5EF4-FFF2-40B4-BE49-F238E27FC236}">
                <a16:creationId xmlns:a16="http://schemas.microsoft.com/office/drawing/2014/main" id="{7F9B1A68-F6B6-0D88-8224-FACE758FD90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31058"/>
            <a:ext cx="6438095" cy="6450793"/>
          </a:xfrm>
          <a:prstGeom prst="rect">
            <a:avLst/>
          </a:prstGeom>
        </p:spPr>
      </p:pic>
      <p:cxnSp>
        <p:nvCxnSpPr>
          <p:cNvPr id="10" name="直接连接符 9">
            <a:extLst>
              <a:ext uri="{FF2B5EF4-FFF2-40B4-BE49-F238E27FC236}">
                <a16:creationId xmlns:a16="http://schemas.microsoft.com/office/drawing/2014/main" id="{FA824F28-E932-B727-4348-B39BFEA59566}"/>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3D435725-6D0C-0B64-2115-6592A00F6A77}"/>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1D0A6AE8-CC74-9E64-9342-AB3CB4E70F82}"/>
              </a:ext>
            </a:extLst>
          </p:cNvPr>
          <p:cNvSpPr txBox="1"/>
          <p:nvPr/>
        </p:nvSpPr>
        <p:spPr>
          <a:xfrm>
            <a:off x="1064418" y="2441431"/>
            <a:ext cx="4941713" cy="2092881"/>
          </a:xfrm>
          <a:prstGeom prst="rect">
            <a:avLst/>
          </a:prstGeom>
          <a:noFill/>
        </p:spPr>
        <p:txBody>
          <a:bodyPr wrap="square" rtlCol="0">
            <a:spAutoFit/>
          </a:bodyPr>
          <a:lstStyle/>
          <a:p>
            <a:pPr lvl="0"/>
            <a:r>
              <a:rPr lang="zh-CN" altLang="zh-CN" b="1" dirty="0">
                <a:latin typeface="Arial" panose="020B0604020202020204" pitchFamily="34" charset="0"/>
                <a:ea typeface="微软雅黑" panose="020B0503020204020204" pitchFamily="34" charset="-122"/>
              </a:rPr>
              <a:t>零部件出口</a:t>
            </a:r>
            <a:r>
              <a:rPr lang="en-US" altLang="zh-CN" b="1" dirty="0">
                <a:latin typeface="Arial" panose="020B0604020202020204" pitchFamily="34" charset="0"/>
                <a:ea typeface="微软雅黑" panose="020B0503020204020204" pitchFamily="34" charset="-122"/>
              </a:rPr>
              <a:t> + </a:t>
            </a:r>
            <a:r>
              <a:rPr lang="zh-CN" altLang="zh-CN" b="1" dirty="0">
                <a:latin typeface="Arial" panose="020B0604020202020204" pitchFamily="34" charset="0"/>
                <a:ea typeface="微软雅黑" panose="020B0503020204020204" pitchFamily="34" charset="-122"/>
              </a:rPr>
              <a:t>当地组装／海外建厂</a:t>
            </a:r>
            <a:br>
              <a:rPr lang="en-US" altLang="zh-CN" dirty="0">
                <a:latin typeface="Arial" panose="020B0604020202020204" pitchFamily="34" charset="0"/>
                <a:ea typeface="微软雅黑" panose="020B0503020204020204" pitchFamily="34" charset="-122"/>
              </a:rPr>
            </a:br>
            <a:r>
              <a:rPr lang="zh-CN" altLang="zh-CN" sz="1600" dirty="0">
                <a:latin typeface="Arial" panose="020B0604020202020204" pitchFamily="34" charset="0"/>
                <a:ea typeface="微软雅黑" panose="020B0503020204020204" pitchFamily="34" charset="-122"/>
              </a:rPr>
              <a:t>为规避关税或满足目的国本地化要求，一些企业选择将硅片、电池环节设于东南亚或目的国附近，或在当地设组装基地。</a:t>
            </a:r>
            <a:endParaRPr lang="en-US" altLang="zh-CN" sz="1600" dirty="0">
              <a:latin typeface="Arial" panose="020B0604020202020204" pitchFamily="34" charset="0"/>
              <a:ea typeface="微软雅黑" panose="020B0503020204020204" pitchFamily="34" charset="-122"/>
            </a:endParaRPr>
          </a:p>
          <a:p>
            <a:pPr lvl="0"/>
            <a:r>
              <a:rPr lang="zh-CN" altLang="zh-CN" sz="1600" dirty="0">
                <a:latin typeface="Arial" panose="020B0604020202020204" pitchFamily="34" charset="0"/>
                <a:ea typeface="微软雅黑" panose="020B0503020204020204" pitchFamily="34" charset="-122"/>
              </a:rPr>
              <a:t>例如</a:t>
            </a:r>
            <a:r>
              <a:rPr lang="en-US" altLang="zh-CN" sz="1600" dirty="0">
                <a:latin typeface="Arial" panose="020B0604020202020204" pitchFamily="34" charset="0"/>
                <a:ea typeface="微软雅黑" panose="020B0503020204020204" pitchFamily="34" charset="-122"/>
              </a:rPr>
              <a:t> Trina Solar </a:t>
            </a:r>
            <a:r>
              <a:rPr lang="zh-CN" altLang="zh-CN" sz="1600" dirty="0">
                <a:latin typeface="Arial" panose="020B0604020202020204" pitchFamily="34" charset="0"/>
                <a:ea typeface="微软雅黑" panose="020B0503020204020204" pitchFamily="34" charset="-122"/>
              </a:rPr>
              <a:t>在越南泰原工厂实现硅片（</a:t>
            </a:r>
            <a:r>
              <a:rPr lang="en-US" altLang="zh-CN" sz="1600" dirty="0">
                <a:latin typeface="Arial" panose="020B0604020202020204" pitchFamily="34" charset="0"/>
                <a:ea typeface="微软雅黑" panose="020B0503020204020204" pitchFamily="34" charset="-122"/>
              </a:rPr>
              <a:t>6.5 GW</a:t>
            </a:r>
            <a:r>
              <a:rPr lang="zh-CN" altLang="zh-CN" sz="1600" dirty="0">
                <a:latin typeface="Arial" panose="020B0604020202020204" pitchFamily="34" charset="0"/>
                <a:ea typeface="微软雅黑" panose="020B0503020204020204" pitchFamily="34" charset="-122"/>
              </a:rPr>
              <a:t>）、电池（</a:t>
            </a:r>
            <a:r>
              <a:rPr lang="en-US" altLang="zh-CN" sz="1600" dirty="0">
                <a:latin typeface="Arial" panose="020B0604020202020204" pitchFamily="34" charset="0"/>
                <a:ea typeface="微软雅黑" panose="020B0503020204020204" pitchFamily="34" charset="-122"/>
              </a:rPr>
              <a:t>4 GW</a:t>
            </a:r>
            <a:r>
              <a:rPr lang="zh-CN" altLang="zh-CN" sz="1600" dirty="0">
                <a:latin typeface="Arial" panose="020B0604020202020204" pitchFamily="34" charset="0"/>
                <a:ea typeface="微软雅黑" panose="020B0503020204020204" pitchFamily="34" charset="-122"/>
              </a:rPr>
              <a:t>）、组件（</a:t>
            </a:r>
            <a:r>
              <a:rPr lang="en-US" altLang="zh-CN" sz="1600" dirty="0">
                <a:latin typeface="Arial" panose="020B0604020202020204" pitchFamily="34" charset="0"/>
                <a:ea typeface="微软雅黑" panose="020B0503020204020204" pitchFamily="34" charset="-122"/>
              </a:rPr>
              <a:t>5 GW</a:t>
            </a:r>
            <a:r>
              <a:rPr lang="zh-CN" altLang="zh-CN" sz="1600" dirty="0">
                <a:latin typeface="Arial" panose="020B0604020202020204" pitchFamily="34" charset="0"/>
                <a:ea typeface="微软雅黑" panose="020B0503020204020204" pitchFamily="34" charset="-122"/>
              </a:rPr>
              <a:t>）一体化。</a:t>
            </a:r>
            <a:br>
              <a:rPr lang="en-US" altLang="zh-CN" sz="1600" dirty="0">
                <a:latin typeface="Arial" panose="020B0604020202020204" pitchFamily="34" charset="0"/>
                <a:ea typeface="微软雅黑" panose="020B0503020204020204" pitchFamily="34" charset="-122"/>
              </a:rPr>
            </a:br>
            <a:r>
              <a:rPr lang="zh-CN" altLang="en-US" sz="1600" dirty="0">
                <a:latin typeface="Arial" panose="020B0604020202020204" pitchFamily="34" charset="0"/>
                <a:ea typeface="微软雅黑" panose="020B0503020204020204" pitchFamily="34" charset="-122"/>
              </a:rPr>
              <a:t>优势：</a:t>
            </a:r>
            <a:r>
              <a:rPr lang="zh-CN" altLang="zh-CN" sz="1600" dirty="0">
                <a:latin typeface="Arial" panose="020B0604020202020204" pitchFamily="34" charset="0"/>
                <a:ea typeface="微软雅黑" panose="020B0503020204020204" pitchFamily="34" charset="-122"/>
              </a:rPr>
              <a:t>提高了本地化程度，也可降低物流和关税成本</a:t>
            </a:r>
            <a:endParaRPr lang="en-US" altLang="zh-CN" sz="1600" dirty="0">
              <a:latin typeface="Arial" panose="020B0604020202020204" pitchFamily="34" charset="0"/>
              <a:ea typeface="微软雅黑" panose="020B0503020204020204" pitchFamily="34" charset="-122"/>
            </a:endParaRPr>
          </a:p>
          <a:p>
            <a:pPr lvl="0"/>
            <a:r>
              <a:rPr lang="zh-CN" altLang="en-US" sz="1600" dirty="0">
                <a:latin typeface="Arial" panose="020B0604020202020204" pitchFamily="34" charset="0"/>
                <a:ea typeface="微软雅黑" panose="020B0503020204020204" pitchFamily="34" charset="-122"/>
              </a:rPr>
              <a:t>劣势：</a:t>
            </a:r>
            <a:r>
              <a:rPr lang="zh-CN" altLang="zh-CN" sz="1600" dirty="0">
                <a:latin typeface="Arial" panose="020B0604020202020204" pitchFamily="34" charset="0"/>
                <a:ea typeface="微软雅黑" panose="020B0503020204020204" pitchFamily="34" charset="-122"/>
              </a:rPr>
              <a:t>管理与投资门槛较高。</a:t>
            </a:r>
            <a:endParaRPr lang="zh-CN" altLang="zh-CN" dirty="0">
              <a:latin typeface="Arial" panose="020B0604020202020204" pitchFamily="34" charset="0"/>
              <a:ea typeface="微软雅黑" panose="020B0503020204020204" pitchFamily="34" charset="-122"/>
            </a:endParaRPr>
          </a:p>
        </p:txBody>
      </p:sp>
      <p:sp>
        <p:nvSpPr>
          <p:cNvPr id="11" name="文本框 10">
            <a:extLst>
              <a:ext uri="{FF2B5EF4-FFF2-40B4-BE49-F238E27FC236}">
                <a16:creationId xmlns:a16="http://schemas.microsoft.com/office/drawing/2014/main" id="{876EB52F-857E-75A6-CA1E-BF1BCAA41AA9}"/>
              </a:ext>
            </a:extLst>
          </p:cNvPr>
          <p:cNvSpPr txBox="1"/>
          <p:nvPr/>
        </p:nvSpPr>
        <p:spPr>
          <a:xfrm>
            <a:off x="6871856" y="2361332"/>
            <a:ext cx="4480934" cy="2180405"/>
          </a:xfrm>
          <a:prstGeom prst="rect">
            <a:avLst/>
          </a:prstGeom>
          <a:noFill/>
        </p:spPr>
        <p:txBody>
          <a:bodyPr wrap="square" rtlCol="0">
            <a:spAutoFit/>
          </a:bodyPr>
          <a:lstStyle/>
          <a:p>
            <a:pPr lvl="0">
              <a:lnSpc>
                <a:spcPct val="130000"/>
              </a:lnSpc>
              <a:spcBef>
                <a:spcPts val="1200"/>
              </a:spcBef>
              <a:buClr>
                <a:srgbClr val="02ACE3"/>
              </a:buClr>
              <a:defRPr/>
            </a:pPr>
            <a:r>
              <a:rPr lang="en-US" altLang="zh-CN" b="1" dirty="0">
                <a:latin typeface="Arial" panose="020B0604020202020204" pitchFamily="34" charset="0"/>
                <a:ea typeface="微软雅黑" panose="020B0503020204020204" pitchFamily="34" charset="-122"/>
              </a:rPr>
              <a:t>EPC/</a:t>
            </a:r>
            <a:r>
              <a:rPr lang="zh-CN" altLang="zh-CN" b="1" dirty="0">
                <a:latin typeface="Arial" panose="020B0604020202020204" pitchFamily="34" charset="0"/>
                <a:ea typeface="微软雅黑" panose="020B0503020204020204" pitchFamily="34" charset="-122"/>
              </a:rPr>
              <a:t>项目输出＋融资服务</a:t>
            </a:r>
            <a:br>
              <a:rPr lang="en-US" altLang="zh-CN" dirty="0">
                <a:latin typeface="Arial" panose="020B0604020202020204" pitchFamily="34" charset="0"/>
                <a:ea typeface="微软雅黑" panose="020B0503020204020204" pitchFamily="34" charset="-122"/>
              </a:rPr>
            </a:br>
            <a:r>
              <a:rPr lang="zh-CN" altLang="zh-CN" sz="1600" dirty="0">
                <a:latin typeface="Arial" panose="020B0604020202020204" pitchFamily="34" charset="0"/>
                <a:ea typeface="微软雅黑" panose="020B0503020204020204" pitchFamily="34" charset="-122"/>
              </a:rPr>
              <a:t>光伏企业不仅卖组件，更走向承包工程、提供融资与运维服务。如部分中国企业在非洲、拉美承接光伏项目，通过出口组件＋</a:t>
            </a:r>
            <a:r>
              <a:rPr lang="en-US" altLang="zh-CN" sz="1600" dirty="0">
                <a:latin typeface="Arial" panose="020B0604020202020204" pitchFamily="34" charset="0"/>
                <a:ea typeface="微软雅黑" panose="020B0503020204020204" pitchFamily="34" charset="-122"/>
              </a:rPr>
              <a:t>EPC</a:t>
            </a:r>
            <a:r>
              <a:rPr lang="zh-CN" altLang="zh-CN" sz="1600" dirty="0">
                <a:latin typeface="Arial" panose="020B0604020202020204" pitchFamily="34" charset="0"/>
                <a:ea typeface="微软雅黑" panose="020B0503020204020204" pitchFamily="34" charset="-122"/>
              </a:rPr>
              <a:t>＋融资模式进入市场。</a:t>
            </a:r>
            <a:endParaRPr lang="en-US" altLang="zh-CN" sz="1600" dirty="0">
              <a:latin typeface="Arial" panose="020B0604020202020204" pitchFamily="34" charset="0"/>
              <a:ea typeface="微软雅黑" panose="020B0503020204020204" pitchFamily="34" charset="-122"/>
            </a:endParaRPr>
          </a:p>
          <a:p>
            <a:pPr lvl="0">
              <a:lnSpc>
                <a:spcPct val="130000"/>
              </a:lnSpc>
              <a:spcBef>
                <a:spcPts val="1200"/>
              </a:spcBef>
              <a:buClr>
                <a:srgbClr val="02ACE3"/>
              </a:buClr>
              <a:defRPr/>
            </a:pPr>
            <a:r>
              <a:rPr lang="zh-CN" altLang="en-US" sz="1600" dirty="0">
                <a:latin typeface="Arial" panose="020B0604020202020204" pitchFamily="34" charset="0"/>
                <a:ea typeface="微软雅黑" panose="020B0503020204020204" pitchFamily="34" charset="-122"/>
              </a:rPr>
              <a:t>优势：</a:t>
            </a:r>
            <a:r>
              <a:rPr lang="zh-CN" altLang="zh-CN" sz="1600" dirty="0">
                <a:latin typeface="Arial" panose="020B0604020202020204" pitchFamily="34" charset="0"/>
                <a:ea typeface="微软雅黑" panose="020B0503020204020204" pitchFamily="34" charset="-122"/>
              </a:rPr>
              <a:t>降低纯商品贸易壁垒。</a:t>
            </a:r>
            <a:endParaRPr kumimoji="0" lang="en-US" altLang="zh-CN" sz="12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mn-cs"/>
            </a:endParaRPr>
          </a:p>
        </p:txBody>
      </p:sp>
      <p:grpSp>
        <p:nvGrpSpPr>
          <p:cNvPr id="12" name="组合 11">
            <a:extLst>
              <a:ext uri="{FF2B5EF4-FFF2-40B4-BE49-F238E27FC236}">
                <a16:creationId xmlns:a16="http://schemas.microsoft.com/office/drawing/2014/main" id="{9227B4C8-2E79-21C2-5F8C-489A1AC0A938}"/>
              </a:ext>
            </a:extLst>
          </p:cNvPr>
          <p:cNvGrpSpPr/>
          <p:nvPr/>
        </p:nvGrpSpPr>
        <p:grpSpPr>
          <a:xfrm>
            <a:off x="636595" y="2560079"/>
            <a:ext cx="315438" cy="315357"/>
            <a:chOff x="1024158" y="5383077"/>
            <a:chExt cx="315438" cy="315357"/>
          </a:xfrm>
        </p:grpSpPr>
        <p:sp>
          <p:nvSpPr>
            <p:cNvPr id="27" name="任意多边形: 形状 26">
              <a:extLst>
                <a:ext uri="{FF2B5EF4-FFF2-40B4-BE49-F238E27FC236}">
                  <a16:creationId xmlns:a16="http://schemas.microsoft.com/office/drawing/2014/main" id="{027024E3-8248-B891-9E47-A116C5D7001C}"/>
                </a:ext>
              </a:extLst>
            </p:cNvPr>
            <p:cNvSpPr/>
            <p:nvPr/>
          </p:nvSpPr>
          <p:spPr>
            <a:xfrm>
              <a:off x="1024158" y="5383077"/>
              <a:ext cx="315438" cy="315357"/>
            </a:xfrm>
            <a:custGeom>
              <a:avLst/>
              <a:gdLst>
                <a:gd name="connsiteX0" fmla="*/ 306061 w 315438"/>
                <a:gd name="connsiteY0" fmla="*/ 190298 h 315357"/>
                <a:gd name="connsiteX1" fmla="*/ 190459 w 315438"/>
                <a:gd name="connsiteY1" fmla="*/ 305900 h 315357"/>
                <a:gd name="connsiteX2" fmla="*/ 167645 w 315438"/>
                <a:gd name="connsiteY2" fmla="*/ 315357 h 315357"/>
                <a:gd name="connsiteX3" fmla="*/ 144831 w 315438"/>
                <a:gd name="connsiteY3" fmla="*/ 305900 h 315357"/>
                <a:gd name="connsiteX4" fmla="*/ 0 w 315438"/>
                <a:gd name="connsiteY4" fmla="*/ 161231 h 315357"/>
                <a:gd name="connsiteX5" fmla="*/ 0 w 315438"/>
                <a:gd name="connsiteY5" fmla="*/ 0 h 315357"/>
                <a:gd name="connsiteX6" fmla="*/ 161231 w 315438"/>
                <a:gd name="connsiteY6" fmla="*/ 0 h 315357"/>
                <a:gd name="connsiteX7" fmla="*/ 306061 w 315438"/>
                <a:gd name="connsiteY7" fmla="*/ 144831 h 315357"/>
                <a:gd name="connsiteX8" fmla="*/ 306061 w 315438"/>
                <a:gd name="connsiteY8" fmla="*/ 190298 h 315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5438" h="315357">
                  <a:moveTo>
                    <a:pt x="306061" y="190298"/>
                  </a:moveTo>
                  <a:lnTo>
                    <a:pt x="190459" y="305900"/>
                  </a:lnTo>
                  <a:cubicBezTo>
                    <a:pt x="184411" y="311955"/>
                    <a:pt x="176203" y="315357"/>
                    <a:pt x="167645" y="315357"/>
                  </a:cubicBezTo>
                  <a:cubicBezTo>
                    <a:pt x="159086" y="315357"/>
                    <a:pt x="150880" y="311955"/>
                    <a:pt x="144831" y="305900"/>
                  </a:cubicBezTo>
                  <a:lnTo>
                    <a:pt x="0" y="161231"/>
                  </a:lnTo>
                  <a:lnTo>
                    <a:pt x="0" y="0"/>
                  </a:lnTo>
                  <a:lnTo>
                    <a:pt x="161231" y="0"/>
                  </a:lnTo>
                  <a:lnTo>
                    <a:pt x="306061" y="144831"/>
                  </a:lnTo>
                  <a:cubicBezTo>
                    <a:pt x="318564" y="157408"/>
                    <a:pt x="318564" y="177721"/>
                    <a:pt x="306061" y="190298"/>
                  </a:cubicBezTo>
                  <a:close/>
                </a:path>
              </a:pathLst>
            </a:custGeom>
            <a:noFill/>
            <a:ln w="17859" cap="flat">
              <a:gradFill>
                <a:gsLst>
                  <a:gs pos="0">
                    <a:schemeClr val="accent3"/>
                  </a:gs>
                  <a:gs pos="100000">
                    <a:schemeClr val="accent1"/>
                  </a:gs>
                </a:gsLst>
                <a:lin ang="5400000" scaled="1"/>
              </a:gradFill>
              <a:prstDash val="solid"/>
              <a:round/>
            </a:ln>
          </p:spPr>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8" name="任意多边形: 形状 27">
              <a:extLst>
                <a:ext uri="{FF2B5EF4-FFF2-40B4-BE49-F238E27FC236}">
                  <a16:creationId xmlns:a16="http://schemas.microsoft.com/office/drawing/2014/main" id="{BADEE6FD-9A7D-BD17-2A2D-B55CBCE1A317}"/>
                </a:ext>
              </a:extLst>
            </p:cNvPr>
            <p:cNvSpPr/>
            <p:nvPr/>
          </p:nvSpPr>
          <p:spPr>
            <a:xfrm>
              <a:off x="1095816" y="5454735"/>
              <a:ext cx="44786" cy="44786"/>
            </a:xfrm>
            <a:custGeom>
              <a:avLst/>
              <a:gdLst>
                <a:gd name="connsiteX0" fmla="*/ 22393 w 44786"/>
                <a:gd name="connsiteY0" fmla="*/ 44786 h 44786"/>
                <a:gd name="connsiteX1" fmla="*/ 44786 w 44786"/>
                <a:gd name="connsiteY1" fmla="*/ 22393 h 44786"/>
                <a:gd name="connsiteX2" fmla="*/ 22393 w 44786"/>
                <a:gd name="connsiteY2" fmla="*/ 0 h 44786"/>
                <a:gd name="connsiteX3" fmla="*/ 0 w 44786"/>
                <a:gd name="connsiteY3" fmla="*/ 22393 h 44786"/>
                <a:gd name="connsiteX4" fmla="*/ 22393 w 44786"/>
                <a:gd name="connsiteY4" fmla="*/ 44786 h 447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786" h="44786">
                  <a:moveTo>
                    <a:pt x="22393" y="44786"/>
                  </a:moveTo>
                  <a:cubicBezTo>
                    <a:pt x="34760" y="44786"/>
                    <a:pt x="44786" y="34760"/>
                    <a:pt x="44786" y="22393"/>
                  </a:cubicBezTo>
                  <a:cubicBezTo>
                    <a:pt x="44786" y="10026"/>
                    <a:pt x="34760" y="0"/>
                    <a:pt x="22393" y="0"/>
                  </a:cubicBezTo>
                  <a:cubicBezTo>
                    <a:pt x="10026" y="0"/>
                    <a:pt x="0" y="10026"/>
                    <a:pt x="0" y="22393"/>
                  </a:cubicBezTo>
                  <a:cubicBezTo>
                    <a:pt x="0" y="34760"/>
                    <a:pt x="10026" y="44786"/>
                    <a:pt x="22393" y="44786"/>
                  </a:cubicBezTo>
                  <a:close/>
                </a:path>
              </a:pathLst>
            </a:custGeom>
            <a:noFill/>
            <a:ln w="17859" cap="flat">
              <a:gradFill>
                <a:gsLst>
                  <a:gs pos="0">
                    <a:schemeClr val="accent3"/>
                  </a:gs>
                  <a:gs pos="100000">
                    <a:schemeClr val="accent1"/>
                  </a:gs>
                </a:gsLst>
                <a:lin ang="5400000" scaled="1"/>
              </a:gradFill>
              <a:prstDash val="solid"/>
              <a:round/>
            </a:ln>
          </p:spPr>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grpSp>
      <p:grpSp>
        <p:nvGrpSpPr>
          <p:cNvPr id="29" name="组合 28">
            <a:extLst>
              <a:ext uri="{FF2B5EF4-FFF2-40B4-BE49-F238E27FC236}">
                <a16:creationId xmlns:a16="http://schemas.microsoft.com/office/drawing/2014/main" id="{F9B1CD74-6AA9-833B-ED1D-C8CEAC26F342}"/>
              </a:ext>
            </a:extLst>
          </p:cNvPr>
          <p:cNvGrpSpPr/>
          <p:nvPr/>
        </p:nvGrpSpPr>
        <p:grpSpPr>
          <a:xfrm>
            <a:off x="6429205" y="2457548"/>
            <a:ext cx="316288" cy="360220"/>
            <a:chOff x="6133119" y="5184296"/>
            <a:chExt cx="171450" cy="195264"/>
          </a:xfrm>
        </p:grpSpPr>
        <p:sp>
          <p:nvSpPr>
            <p:cNvPr id="30" name="任意多边形: 形状 29">
              <a:extLst>
                <a:ext uri="{FF2B5EF4-FFF2-40B4-BE49-F238E27FC236}">
                  <a16:creationId xmlns:a16="http://schemas.microsoft.com/office/drawing/2014/main" id="{7FE858BA-991F-DEAD-C3AE-33DC3E4915A0}"/>
                </a:ext>
              </a:extLst>
            </p:cNvPr>
            <p:cNvSpPr/>
            <p:nvPr/>
          </p:nvSpPr>
          <p:spPr>
            <a:xfrm>
              <a:off x="6133119" y="5184296"/>
              <a:ext cx="171450" cy="195264"/>
            </a:xfrm>
            <a:custGeom>
              <a:avLst/>
              <a:gdLst>
                <a:gd name="connsiteX0" fmla="*/ 0 w 171450"/>
                <a:gd name="connsiteY0" fmla="*/ 25030 h 195264"/>
                <a:gd name="connsiteX1" fmla="*/ 85766 w 171450"/>
                <a:gd name="connsiteY1" fmla="*/ 0 h 195264"/>
                <a:gd name="connsiteX2" fmla="*/ 171450 w 171450"/>
                <a:gd name="connsiteY2" fmla="*/ 25030 h 195264"/>
                <a:gd name="connsiteX3" fmla="*/ 171450 w 171450"/>
                <a:gd name="connsiteY3" fmla="*/ 76361 h 195264"/>
                <a:gd name="connsiteX4" fmla="*/ 85737 w 171450"/>
                <a:gd name="connsiteY4" fmla="*/ 195265 h 195264"/>
                <a:gd name="connsiteX5" fmla="*/ 0 w 171450"/>
                <a:gd name="connsiteY5" fmla="*/ 76337 h 195264"/>
                <a:gd name="connsiteX6" fmla="*/ 0 w 171450"/>
                <a:gd name="connsiteY6" fmla="*/ 25030 h 195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1450" h="195264">
                  <a:moveTo>
                    <a:pt x="0" y="25030"/>
                  </a:moveTo>
                  <a:lnTo>
                    <a:pt x="85766" y="0"/>
                  </a:lnTo>
                  <a:lnTo>
                    <a:pt x="171450" y="25030"/>
                  </a:lnTo>
                  <a:lnTo>
                    <a:pt x="171450" y="76361"/>
                  </a:lnTo>
                  <a:cubicBezTo>
                    <a:pt x="171450" y="130312"/>
                    <a:pt x="136923" y="178210"/>
                    <a:pt x="85737" y="195265"/>
                  </a:cubicBezTo>
                  <a:cubicBezTo>
                    <a:pt x="34538" y="178210"/>
                    <a:pt x="0" y="130302"/>
                    <a:pt x="0" y="76337"/>
                  </a:cubicBezTo>
                  <a:lnTo>
                    <a:pt x="0" y="25030"/>
                  </a:lnTo>
                  <a:close/>
                </a:path>
              </a:pathLst>
            </a:custGeom>
            <a:noFill/>
            <a:ln w="17859" cap="flat">
              <a:gradFill>
                <a:gsLst>
                  <a:gs pos="0">
                    <a:schemeClr val="accent3"/>
                  </a:gs>
                  <a:gs pos="100000">
                    <a:schemeClr val="accent1"/>
                  </a:gs>
                </a:gsLst>
                <a:lin ang="5400000" scaled="1"/>
              </a:gradFill>
              <a:prstDash val="solid"/>
              <a:round/>
            </a:ln>
          </p:spPr>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31" name="任意多边形: 形状 30">
              <a:extLst>
                <a:ext uri="{FF2B5EF4-FFF2-40B4-BE49-F238E27FC236}">
                  <a16:creationId xmlns:a16="http://schemas.microsoft.com/office/drawing/2014/main" id="{9A1F439F-FA83-40AC-AB7B-4BFE41E65D25}"/>
                </a:ext>
              </a:extLst>
            </p:cNvPr>
            <p:cNvSpPr/>
            <p:nvPr/>
          </p:nvSpPr>
          <p:spPr>
            <a:xfrm>
              <a:off x="6191156" y="5252915"/>
              <a:ext cx="53881" cy="53881"/>
            </a:xfrm>
            <a:custGeom>
              <a:avLst/>
              <a:gdLst>
                <a:gd name="connsiteX0" fmla="*/ 53881 w 53881"/>
                <a:gd name="connsiteY0" fmla="*/ 0 h 53881"/>
                <a:gd name="connsiteX1" fmla="*/ 0 w 53881"/>
                <a:gd name="connsiteY1" fmla="*/ 53882 h 53881"/>
              </a:gdLst>
              <a:ahLst/>
              <a:cxnLst>
                <a:cxn ang="0">
                  <a:pos x="connsiteX0" y="connsiteY0"/>
                </a:cxn>
                <a:cxn ang="0">
                  <a:pos x="connsiteX1" y="connsiteY1"/>
                </a:cxn>
              </a:cxnLst>
              <a:rect l="l" t="t" r="r" b="b"/>
              <a:pathLst>
                <a:path w="53881" h="53881">
                  <a:moveTo>
                    <a:pt x="53881" y="0"/>
                  </a:moveTo>
                  <a:lnTo>
                    <a:pt x="0" y="53882"/>
                  </a:lnTo>
                </a:path>
              </a:pathLst>
            </a:custGeom>
            <a:noFill/>
            <a:ln w="17859" cap="flat">
              <a:gradFill>
                <a:gsLst>
                  <a:gs pos="0">
                    <a:schemeClr val="accent3"/>
                  </a:gs>
                  <a:gs pos="100000">
                    <a:schemeClr val="accent1"/>
                  </a:gs>
                </a:gsLst>
                <a:lin ang="5400000" scaled="1"/>
              </a:gradFill>
              <a:prstDash val="solid"/>
              <a:round/>
            </a:ln>
          </p:spPr>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32" name="任意多边形: 形状 31">
              <a:extLst>
                <a:ext uri="{FF2B5EF4-FFF2-40B4-BE49-F238E27FC236}">
                  <a16:creationId xmlns:a16="http://schemas.microsoft.com/office/drawing/2014/main" id="{E38845E8-E183-B95A-4911-6358B1606492}"/>
                </a:ext>
              </a:extLst>
            </p:cNvPr>
            <p:cNvSpPr/>
            <p:nvPr/>
          </p:nvSpPr>
          <p:spPr>
            <a:xfrm>
              <a:off x="6191157" y="5252916"/>
              <a:ext cx="53881" cy="53881"/>
            </a:xfrm>
            <a:custGeom>
              <a:avLst/>
              <a:gdLst>
                <a:gd name="connsiteX0" fmla="*/ 0 w 53881"/>
                <a:gd name="connsiteY0" fmla="*/ 0 h 53881"/>
                <a:gd name="connsiteX1" fmla="*/ 53881 w 53881"/>
                <a:gd name="connsiteY1" fmla="*/ 53881 h 53881"/>
              </a:gdLst>
              <a:ahLst/>
              <a:cxnLst>
                <a:cxn ang="0">
                  <a:pos x="connsiteX0" y="connsiteY0"/>
                </a:cxn>
                <a:cxn ang="0">
                  <a:pos x="connsiteX1" y="connsiteY1"/>
                </a:cxn>
              </a:cxnLst>
              <a:rect l="l" t="t" r="r" b="b"/>
              <a:pathLst>
                <a:path w="53881" h="53881">
                  <a:moveTo>
                    <a:pt x="0" y="0"/>
                  </a:moveTo>
                  <a:lnTo>
                    <a:pt x="53881" y="53881"/>
                  </a:lnTo>
                </a:path>
              </a:pathLst>
            </a:custGeom>
            <a:noFill/>
            <a:ln w="17859" cap="flat">
              <a:gradFill>
                <a:gsLst>
                  <a:gs pos="0">
                    <a:schemeClr val="accent3"/>
                  </a:gs>
                  <a:gs pos="100000">
                    <a:schemeClr val="accent1"/>
                  </a:gs>
                </a:gsLst>
                <a:lin ang="5400000" scaled="1"/>
              </a:gradFill>
              <a:prstDash val="solid"/>
              <a:round/>
            </a:ln>
          </p:spPr>
          <p:txBody>
            <a:bodyPr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grpSp>
      <p:sp>
        <p:nvSpPr>
          <p:cNvPr id="9" name="椭圆 8">
            <a:extLst>
              <a:ext uri="{FF2B5EF4-FFF2-40B4-BE49-F238E27FC236}">
                <a16:creationId xmlns:a16="http://schemas.microsoft.com/office/drawing/2014/main" id="{0CECAAB9-9803-BA11-9CB0-8461B144097F}"/>
              </a:ext>
            </a:extLst>
          </p:cNvPr>
          <p:cNvSpPr/>
          <p:nvPr/>
        </p:nvSpPr>
        <p:spPr>
          <a:xfrm>
            <a:off x="10160044" y="4983956"/>
            <a:ext cx="1469985" cy="14699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Segoe UI Light"/>
              <a:ea typeface="微软雅黑 Light"/>
              <a:cs typeface="+mn-cs"/>
            </a:endParaRPr>
          </a:p>
        </p:txBody>
      </p:sp>
      <p:sp>
        <p:nvSpPr>
          <p:cNvPr id="13" name="earth-tool-for-education-with-maps_45166">
            <a:extLst>
              <a:ext uri="{FF2B5EF4-FFF2-40B4-BE49-F238E27FC236}">
                <a16:creationId xmlns:a16="http://schemas.microsoft.com/office/drawing/2014/main" id="{79E97585-61EF-4BC8-AB21-CE0DE209FC0D}"/>
              </a:ext>
            </a:extLst>
          </p:cNvPr>
          <p:cNvSpPr>
            <a:spLocks noChangeAspect="1"/>
          </p:cNvSpPr>
          <p:nvPr/>
        </p:nvSpPr>
        <p:spPr bwMode="auto">
          <a:xfrm>
            <a:off x="10381891" y="5188627"/>
            <a:ext cx="1026290" cy="1023668"/>
          </a:xfrm>
          <a:custGeom>
            <a:avLst/>
            <a:gdLst>
              <a:gd name="connsiteX0" fmla="*/ 353905 w 608133"/>
              <a:gd name="connsiteY0" fmla="*/ 372216 h 606580"/>
              <a:gd name="connsiteX1" fmla="*/ 357698 w 608133"/>
              <a:gd name="connsiteY1" fmla="*/ 373425 h 606580"/>
              <a:gd name="connsiteX2" fmla="*/ 354188 w 608133"/>
              <a:gd name="connsiteY2" fmla="*/ 382408 h 606580"/>
              <a:gd name="connsiteX3" fmla="*/ 333146 w 608133"/>
              <a:gd name="connsiteY3" fmla="*/ 392715 h 606580"/>
              <a:gd name="connsiteX4" fmla="*/ 333146 w 608133"/>
              <a:gd name="connsiteY4" fmla="*/ 400756 h 606580"/>
              <a:gd name="connsiteX5" fmla="*/ 341831 w 608133"/>
              <a:gd name="connsiteY5" fmla="*/ 400756 h 606580"/>
              <a:gd name="connsiteX6" fmla="*/ 341831 w 608133"/>
              <a:gd name="connsiteY6" fmla="*/ 406245 h 606580"/>
              <a:gd name="connsiteX7" fmla="*/ 319097 w 608133"/>
              <a:gd name="connsiteY7" fmla="*/ 406245 h 606580"/>
              <a:gd name="connsiteX8" fmla="*/ 319097 w 608133"/>
              <a:gd name="connsiteY8" fmla="*/ 400756 h 606580"/>
              <a:gd name="connsiteX9" fmla="*/ 329187 w 608133"/>
              <a:gd name="connsiteY9" fmla="*/ 400756 h 606580"/>
              <a:gd name="connsiteX10" fmla="*/ 329187 w 608133"/>
              <a:gd name="connsiteY10" fmla="*/ 392715 h 606580"/>
              <a:gd name="connsiteX11" fmla="*/ 329187 w 608133"/>
              <a:gd name="connsiteY11" fmla="*/ 390162 h 606580"/>
              <a:gd name="connsiteX12" fmla="*/ 329187 w 608133"/>
              <a:gd name="connsiteY12" fmla="*/ 388631 h 606580"/>
              <a:gd name="connsiteX13" fmla="*/ 330464 w 608133"/>
              <a:gd name="connsiteY13" fmla="*/ 388758 h 606580"/>
              <a:gd name="connsiteX14" fmla="*/ 350484 w 608133"/>
              <a:gd name="connsiteY14" fmla="*/ 380430 h 606580"/>
              <a:gd name="connsiteX15" fmla="*/ 154231 w 608133"/>
              <a:gd name="connsiteY15" fmla="*/ 365050 h 606580"/>
              <a:gd name="connsiteX16" fmla="*/ 154668 w 608133"/>
              <a:gd name="connsiteY16" fmla="*/ 366964 h 606580"/>
              <a:gd name="connsiteX17" fmla="*/ 155372 w 608133"/>
              <a:gd name="connsiteY17" fmla="*/ 370090 h 606580"/>
              <a:gd name="connsiteX18" fmla="*/ 153754 w 608133"/>
              <a:gd name="connsiteY18" fmla="*/ 367178 h 606580"/>
              <a:gd name="connsiteX19" fmla="*/ 153213 w 608133"/>
              <a:gd name="connsiteY19" fmla="*/ 366194 h 606580"/>
              <a:gd name="connsiteX20" fmla="*/ 154228 w 608133"/>
              <a:gd name="connsiteY20" fmla="*/ 365035 h 606580"/>
              <a:gd name="connsiteX21" fmla="*/ 153198 w 608133"/>
              <a:gd name="connsiteY21" fmla="*/ 366178 h 606580"/>
              <a:gd name="connsiteX22" fmla="*/ 153754 w 608133"/>
              <a:gd name="connsiteY22" fmla="*/ 367178 h 606580"/>
              <a:gd name="connsiteX23" fmla="*/ 155385 w 608133"/>
              <a:gd name="connsiteY23" fmla="*/ 370149 h 606580"/>
              <a:gd name="connsiteX24" fmla="*/ 155372 w 608133"/>
              <a:gd name="connsiteY24" fmla="*/ 370090 h 606580"/>
              <a:gd name="connsiteX25" fmla="*/ 155386 w 608133"/>
              <a:gd name="connsiteY25" fmla="*/ 370116 h 606580"/>
              <a:gd name="connsiteX26" fmla="*/ 154668 w 608133"/>
              <a:gd name="connsiteY26" fmla="*/ 366964 h 606580"/>
              <a:gd name="connsiteX27" fmla="*/ 154235 w 608133"/>
              <a:gd name="connsiteY27" fmla="*/ 365045 h 606580"/>
              <a:gd name="connsiteX28" fmla="*/ 154231 w 608133"/>
              <a:gd name="connsiteY28" fmla="*/ 365050 h 606580"/>
              <a:gd name="connsiteX29" fmla="*/ 129357 w 608133"/>
              <a:gd name="connsiteY29" fmla="*/ 298669 h 606580"/>
              <a:gd name="connsiteX30" fmla="*/ 136291 w 608133"/>
              <a:gd name="connsiteY30" fmla="*/ 312738 h 606580"/>
              <a:gd name="connsiteX31" fmla="*/ 136471 w 608133"/>
              <a:gd name="connsiteY31" fmla="*/ 313109 h 606580"/>
              <a:gd name="connsiteX32" fmla="*/ 133402 w 608133"/>
              <a:gd name="connsiteY32" fmla="*/ 312982 h 606580"/>
              <a:gd name="connsiteX33" fmla="*/ 127529 w 608133"/>
              <a:gd name="connsiteY33" fmla="*/ 313873 h 606580"/>
              <a:gd name="connsiteX34" fmla="*/ 127529 w 608133"/>
              <a:gd name="connsiteY34" fmla="*/ 300738 h 606580"/>
              <a:gd name="connsiteX35" fmla="*/ 129305 w 608133"/>
              <a:gd name="connsiteY35" fmla="*/ 298562 h 606580"/>
              <a:gd name="connsiteX36" fmla="*/ 127512 w 608133"/>
              <a:gd name="connsiteY36" fmla="*/ 300731 h 606580"/>
              <a:gd name="connsiteX37" fmla="*/ 127512 w 608133"/>
              <a:gd name="connsiteY37" fmla="*/ 313875 h 606580"/>
              <a:gd name="connsiteX38" fmla="*/ 127529 w 608133"/>
              <a:gd name="connsiteY38" fmla="*/ 313873 h 606580"/>
              <a:gd name="connsiteX39" fmla="*/ 127529 w 608133"/>
              <a:gd name="connsiteY39" fmla="*/ 313880 h 606580"/>
              <a:gd name="connsiteX40" fmla="*/ 133407 w 608133"/>
              <a:gd name="connsiteY40" fmla="*/ 312987 h 606580"/>
              <a:gd name="connsiteX41" fmla="*/ 136473 w 608133"/>
              <a:gd name="connsiteY41" fmla="*/ 313115 h 606580"/>
              <a:gd name="connsiteX42" fmla="*/ 136471 w 608133"/>
              <a:gd name="connsiteY42" fmla="*/ 313109 h 606580"/>
              <a:gd name="connsiteX43" fmla="*/ 136474 w 608133"/>
              <a:gd name="connsiteY43" fmla="*/ 313109 h 606580"/>
              <a:gd name="connsiteX44" fmla="*/ 136291 w 608133"/>
              <a:gd name="connsiteY44" fmla="*/ 312738 h 606580"/>
              <a:gd name="connsiteX45" fmla="*/ 129445 w 608133"/>
              <a:gd name="connsiteY45" fmla="*/ 298569 h 606580"/>
              <a:gd name="connsiteX46" fmla="*/ 129357 w 608133"/>
              <a:gd name="connsiteY46" fmla="*/ 298669 h 606580"/>
              <a:gd name="connsiteX47" fmla="*/ 70350 w 608133"/>
              <a:gd name="connsiteY47" fmla="*/ 249152 h 606580"/>
              <a:gd name="connsiteX48" fmla="*/ 73599 w 608133"/>
              <a:gd name="connsiteY48" fmla="*/ 253747 h 606580"/>
              <a:gd name="connsiteX49" fmla="*/ 73003 w 608133"/>
              <a:gd name="connsiteY49" fmla="*/ 254932 h 606580"/>
              <a:gd name="connsiteX50" fmla="*/ 69753 w 608133"/>
              <a:gd name="connsiteY50" fmla="*/ 254932 h 606580"/>
              <a:gd name="connsiteX51" fmla="*/ 68611 w 608133"/>
              <a:gd name="connsiteY51" fmla="*/ 254900 h 606580"/>
              <a:gd name="connsiteX52" fmla="*/ 67343 w 608133"/>
              <a:gd name="connsiteY52" fmla="*/ 250596 h 606580"/>
              <a:gd name="connsiteX53" fmla="*/ 67374 w 608133"/>
              <a:gd name="connsiteY53" fmla="*/ 250579 h 606580"/>
              <a:gd name="connsiteX54" fmla="*/ 12543 w 608133"/>
              <a:gd name="connsiteY54" fmla="*/ 235433 h 606580"/>
              <a:gd name="connsiteX55" fmla="*/ 14960 w 608133"/>
              <a:gd name="connsiteY55" fmla="*/ 247257 h 606580"/>
              <a:gd name="connsiteX56" fmla="*/ 20187 w 608133"/>
              <a:gd name="connsiteY56" fmla="*/ 255668 h 606580"/>
              <a:gd name="connsiteX57" fmla="*/ 23757 w 608133"/>
              <a:gd name="connsiteY57" fmla="*/ 259618 h 606580"/>
              <a:gd name="connsiteX58" fmla="*/ 30131 w 608133"/>
              <a:gd name="connsiteY58" fmla="*/ 262039 h 606580"/>
              <a:gd name="connsiteX59" fmla="*/ 24139 w 608133"/>
              <a:gd name="connsiteY59" fmla="*/ 269048 h 606580"/>
              <a:gd name="connsiteX60" fmla="*/ 12537 w 608133"/>
              <a:gd name="connsiteY60" fmla="*/ 270195 h 606580"/>
              <a:gd name="connsiteX61" fmla="*/ 3740 w 608133"/>
              <a:gd name="connsiteY61" fmla="*/ 270195 h 606580"/>
              <a:gd name="connsiteX62" fmla="*/ 4760 w 608133"/>
              <a:gd name="connsiteY62" fmla="*/ 260001 h 606580"/>
              <a:gd name="connsiteX63" fmla="*/ 10311 w 608133"/>
              <a:gd name="connsiteY63" fmla="*/ 258832 h 606580"/>
              <a:gd name="connsiteX64" fmla="*/ 12012 w 608133"/>
              <a:gd name="connsiteY64" fmla="*/ 258505 h 606580"/>
              <a:gd name="connsiteX65" fmla="*/ 12008 w 608133"/>
              <a:gd name="connsiteY65" fmla="*/ 258475 h 606580"/>
              <a:gd name="connsiteX66" fmla="*/ 12027 w 608133"/>
              <a:gd name="connsiteY66" fmla="*/ 258471 h 606580"/>
              <a:gd name="connsiteX67" fmla="*/ 11390 w 608133"/>
              <a:gd name="connsiteY67" fmla="*/ 253756 h 606580"/>
              <a:gd name="connsiteX68" fmla="*/ 11386 w 608133"/>
              <a:gd name="connsiteY68" fmla="*/ 253754 h 606580"/>
              <a:gd name="connsiteX69" fmla="*/ 11373 w 608133"/>
              <a:gd name="connsiteY69" fmla="*/ 253656 h 606580"/>
              <a:gd name="connsiteX70" fmla="*/ 7285 w 608133"/>
              <a:gd name="connsiteY70" fmla="*/ 251138 h 606580"/>
              <a:gd name="connsiteX71" fmla="*/ 5398 w 608133"/>
              <a:gd name="connsiteY71" fmla="*/ 249933 h 606580"/>
              <a:gd name="connsiteX72" fmla="*/ 4888 w 608133"/>
              <a:gd name="connsiteY72" fmla="*/ 249679 h 606580"/>
              <a:gd name="connsiteX73" fmla="*/ 7565 w 608133"/>
              <a:gd name="connsiteY73" fmla="*/ 236426 h 606580"/>
              <a:gd name="connsiteX74" fmla="*/ 8330 w 608133"/>
              <a:gd name="connsiteY74" fmla="*/ 236298 h 606580"/>
              <a:gd name="connsiteX75" fmla="*/ 8443 w 608133"/>
              <a:gd name="connsiteY75" fmla="*/ 236274 h 606580"/>
              <a:gd name="connsiteX76" fmla="*/ 8434 w 608133"/>
              <a:gd name="connsiteY76" fmla="*/ 236304 h 606580"/>
              <a:gd name="connsiteX77" fmla="*/ 606846 w 608133"/>
              <a:gd name="connsiteY77" fmla="*/ 233360 h 606580"/>
              <a:gd name="connsiteX78" fmla="*/ 608133 w 608133"/>
              <a:gd name="connsiteY78" fmla="*/ 238441 h 606580"/>
              <a:gd name="connsiteX79" fmla="*/ 605945 w 608133"/>
              <a:gd name="connsiteY79" fmla="*/ 234376 h 606580"/>
              <a:gd name="connsiteX80" fmla="*/ 204076 w 608133"/>
              <a:gd name="connsiteY80" fmla="*/ 166111 h 606580"/>
              <a:gd name="connsiteX81" fmla="*/ 204076 w 608133"/>
              <a:gd name="connsiteY81" fmla="*/ 171954 h 606580"/>
              <a:gd name="connsiteX82" fmla="*/ 199732 w 608133"/>
              <a:gd name="connsiteY82" fmla="*/ 176272 h 606580"/>
              <a:gd name="connsiteX83" fmla="*/ 189892 w 608133"/>
              <a:gd name="connsiteY83" fmla="*/ 176272 h 606580"/>
              <a:gd name="connsiteX84" fmla="*/ 191426 w 608133"/>
              <a:gd name="connsiteY84" fmla="*/ 169668 h 606580"/>
              <a:gd name="connsiteX85" fmla="*/ 196026 w 608133"/>
              <a:gd name="connsiteY85" fmla="*/ 169286 h 606580"/>
              <a:gd name="connsiteX86" fmla="*/ 197048 w 608133"/>
              <a:gd name="connsiteY86" fmla="*/ 167000 h 606580"/>
              <a:gd name="connsiteX87" fmla="*/ 581533 w 608133"/>
              <a:gd name="connsiteY87" fmla="*/ 165335 h 606580"/>
              <a:gd name="connsiteX88" fmla="*/ 588657 w 608133"/>
              <a:gd name="connsiteY88" fmla="*/ 180163 h 606580"/>
              <a:gd name="connsiteX89" fmla="*/ 585604 w 608133"/>
              <a:gd name="connsiteY89" fmla="*/ 180035 h 606580"/>
              <a:gd name="connsiteX90" fmla="*/ 579625 w 608133"/>
              <a:gd name="connsiteY90" fmla="*/ 180930 h 606580"/>
              <a:gd name="connsiteX91" fmla="*/ 579625 w 608133"/>
              <a:gd name="connsiteY91" fmla="*/ 167380 h 606580"/>
              <a:gd name="connsiteX92" fmla="*/ 208944 w 608133"/>
              <a:gd name="connsiteY92" fmla="*/ 160607 h 606580"/>
              <a:gd name="connsiteX93" fmla="*/ 209708 w 608133"/>
              <a:gd name="connsiteY93" fmla="*/ 160607 h 606580"/>
              <a:gd name="connsiteX94" fmla="*/ 221293 w 608133"/>
              <a:gd name="connsiteY94" fmla="*/ 164052 h 606580"/>
              <a:gd name="connsiteX95" fmla="*/ 221293 w 608133"/>
              <a:gd name="connsiteY95" fmla="*/ 169922 h 606580"/>
              <a:gd name="connsiteX96" fmla="*/ 211618 w 608133"/>
              <a:gd name="connsiteY96" fmla="*/ 169922 h 606580"/>
              <a:gd name="connsiteX97" fmla="*/ 208944 w 608133"/>
              <a:gd name="connsiteY97" fmla="*/ 166094 h 606580"/>
              <a:gd name="connsiteX98" fmla="*/ 179788 w 608133"/>
              <a:gd name="connsiteY98" fmla="*/ 153974 h 606580"/>
              <a:gd name="connsiteX99" fmla="*/ 189892 w 608133"/>
              <a:gd name="connsiteY99" fmla="*/ 153974 h 606580"/>
              <a:gd name="connsiteX100" fmla="*/ 176846 w 608133"/>
              <a:gd name="connsiteY100" fmla="*/ 171968 h 606580"/>
              <a:gd name="connsiteX101" fmla="*/ 171474 w 608133"/>
              <a:gd name="connsiteY101" fmla="*/ 169161 h 606580"/>
              <a:gd name="connsiteX102" fmla="*/ 172625 w 608133"/>
              <a:gd name="connsiteY102" fmla="*/ 161504 h 606580"/>
              <a:gd name="connsiteX103" fmla="*/ 196031 w 608133"/>
              <a:gd name="connsiteY103" fmla="*/ 153974 h 606580"/>
              <a:gd name="connsiteX104" fmla="*/ 206334 w 608133"/>
              <a:gd name="connsiteY104" fmla="*/ 153974 h 606580"/>
              <a:gd name="connsiteX105" fmla="*/ 206334 w 608133"/>
              <a:gd name="connsiteY105" fmla="*/ 159972 h 606580"/>
              <a:gd name="connsiteX106" fmla="*/ 201747 w 608133"/>
              <a:gd name="connsiteY106" fmla="*/ 162936 h 606580"/>
              <a:gd name="connsiteX107" fmla="*/ 196031 w 608133"/>
              <a:gd name="connsiteY107" fmla="*/ 164065 h 606580"/>
              <a:gd name="connsiteX108" fmla="*/ 215085 w 608133"/>
              <a:gd name="connsiteY108" fmla="*/ 152986 h 606580"/>
              <a:gd name="connsiteX109" fmla="*/ 219811 w 608133"/>
              <a:gd name="connsiteY109" fmla="*/ 155921 h 606580"/>
              <a:gd name="connsiteX110" fmla="*/ 216107 w 608133"/>
              <a:gd name="connsiteY110" fmla="*/ 158984 h 606580"/>
              <a:gd name="connsiteX111" fmla="*/ 212402 w 608133"/>
              <a:gd name="connsiteY111" fmla="*/ 155921 h 606580"/>
              <a:gd name="connsiteX112" fmla="*/ 201253 w 608133"/>
              <a:gd name="connsiteY112" fmla="*/ 144306 h 606580"/>
              <a:gd name="connsiteX113" fmla="*/ 207533 w 608133"/>
              <a:gd name="connsiteY113" fmla="*/ 150044 h 606580"/>
              <a:gd name="connsiteX114" fmla="*/ 201253 w 608133"/>
              <a:gd name="connsiteY114" fmla="*/ 151574 h 606580"/>
              <a:gd name="connsiteX115" fmla="*/ 48012 w 608133"/>
              <a:gd name="connsiteY115" fmla="*/ 142895 h 606580"/>
              <a:gd name="connsiteX116" fmla="*/ 48267 w 608133"/>
              <a:gd name="connsiteY116" fmla="*/ 146335 h 606580"/>
              <a:gd name="connsiteX117" fmla="*/ 39587 w 608133"/>
              <a:gd name="connsiteY117" fmla="*/ 156655 h 606580"/>
              <a:gd name="connsiteX118" fmla="*/ 48012 w 608133"/>
              <a:gd name="connsiteY118" fmla="*/ 142895 h 606580"/>
              <a:gd name="connsiteX119" fmla="*/ 183223 w 608133"/>
              <a:gd name="connsiteY119" fmla="*/ 141625 h 606580"/>
              <a:gd name="connsiteX120" fmla="*/ 195249 w 608133"/>
              <a:gd name="connsiteY120" fmla="*/ 141625 h 606580"/>
              <a:gd name="connsiteX121" fmla="*/ 195249 w 608133"/>
              <a:gd name="connsiteY121" fmla="*/ 145325 h 606580"/>
              <a:gd name="connsiteX122" fmla="*/ 197936 w 608133"/>
              <a:gd name="connsiteY122" fmla="*/ 145325 h 606580"/>
              <a:gd name="connsiteX123" fmla="*/ 197936 w 608133"/>
              <a:gd name="connsiteY123" fmla="*/ 151575 h 606580"/>
              <a:gd name="connsiteX124" fmla="*/ 179512 w 608133"/>
              <a:gd name="connsiteY124" fmla="*/ 151575 h 606580"/>
              <a:gd name="connsiteX125" fmla="*/ 172603 w 608133"/>
              <a:gd name="connsiteY125" fmla="*/ 149662 h 606580"/>
              <a:gd name="connsiteX126" fmla="*/ 174394 w 608133"/>
              <a:gd name="connsiteY126" fmla="*/ 145325 h 606580"/>
              <a:gd name="connsiteX127" fmla="*/ 163284 w 608133"/>
              <a:gd name="connsiteY127" fmla="*/ 118762 h 606580"/>
              <a:gd name="connsiteX128" fmla="*/ 170557 w 608133"/>
              <a:gd name="connsiteY128" fmla="*/ 120418 h 606580"/>
              <a:gd name="connsiteX129" fmla="*/ 168005 w 608133"/>
              <a:gd name="connsiteY129" fmla="*/ 130101 h 606580"/>
              <a:gd name="connsiteX130" fmla="*/ 160221 w 608133"/>
              <a:gd name="connsiteY130" fmla="*/ 132522 h 606580"/>
              <a:gd name="connsiteX131" fmla="*/ 155244 w 608133"/>
              <a:gd name="connsiteY131" fmla="*/ 122584 h 606580"/>
              <a:gd name="connsiteX132" fmla="*/ 531175 w 608133"/>
              <a:gd name="connsiteY132" fmla="*/ 94910 h 606580"/>
              <a:gd name="connsiteX133" fmla="*/ 546388 w 608133"/>
              <a:gd name="connsiteY133" fmla="*/ 112005 h 606580"/>
              <a:gd name="connsiteX134" fmla="*/ 540380 w 608133"/>
              <a:gd name="connsiteY134" fmla="*/ 120807 h 606580"/>
              <a:gd name="connsiteX135" fmla="*/ 519286 w 608133"/>
              <a:gd name="connsiteY135" fmla="*/ 120679 h 606580"/>
              <a:gd name="connsiteX136" fmla="*/ 517880 w 608133"/>
              <a:gd name="connsiteY136" fmla="*/ 116342 h 606580"/>
              <a:gd name="connsiteX137" fmla="*/ 531175 w 608133"/>
              <a:gd name="connsiteY137" fmla="*/ 109708 h 606580"/>
              <a:gd name="connsiteX138" fmla="*/ 144924 w 608133"/>
              <a:gd name="connsiteY138" fmla="*/ 86584 h 606580"/>
              <a:gd name="connsiteX139" fmla="*/ 144924 w 608133"/>
              <a:gd name="connsiteY139" fmla="*/ 93238 h 606580"/>
              <a:gd name="connsiteX140" fmla="*/ 129693 w 608133"/>
              <a:gd name="connsiteY140" fmla="*/ 94134 h 606580"/>
              <a:gd name="connsiteX141" fmla="*/ 126877 w 608133"/>
              <a:gd name="connsiteY141" fmla="*/ 90807 h 606580"/>
              <a:gd name="connsiteX142" fmla="*/ 137629 w 608133"/>
              <a:gd name="connsiteY142" fmla="*/ 87736 h 606580"/>
              <a:gd name="connsiteX143" fmla="*/ 144924 w 608133"/>
              <a:gd name="connsiteY143" fmla="*/ 86584 h 606580"/>
              <a:gd name="connsiteX144" fmla="*/ 134155 w 608133"/>
              <a:gd name="connsiteY144" fmla="*/ 70142 h 606580"/>
              <a:gd name="connsiteX145" fmla="*/ 145154 w 608133"/>
              <a:gd name="connsiteY145" fmla="*/ 70142 h 606580"/>
              <a:gd name="connsiteX146" fmla="*/ 145154 w 608133"/>
              <a:gd name="connsiteY146" fmla="*/ 74879 h 606580"/>
              <a:gd name="connsiteX147" fmla="*/ 141957 w 608133"/>
              <a:gd name="connsiteY147" fmla="*/ 79104 h 606580"/>
              <a:gd name="connsiteX148" fmla="*/ 126736 w 608133"/>
              <a:gd name="connsiteY148" fmla="*/ 79104 h 606580"/>
              <a:gd name="connsiteX149" fmla="*/ 126736 w 608133"/>
              <a:gd name="connsiteY149" fmla="*/ 72959 h 606580"/>
              <a:gd name="connsiteX150" fmla="*/ 126736 w 608133"/>
              <a:gd name="connsiteY150" fmla="*/ 72447 h 606580"/>
              <a:gd name="connsiteX151" fmla="*/ 133515 w 608133"/>
              <a:gd name="connsiteY151" fmla="*/ 72447 h 606580"/>
              <a:gd name="connsiteX152" fmla="*/ 310515 w 608133"/>
              <a:gd name="connsiteY152" fmla="*/ 0 h 606580"/>
              <a:gd name="connsiteX153" fmla="*/ 345017 w 608133"/>
              <a:gd name="connsiteY153" fmla="*/ 2042 h 606580"/>
              <a:gd name="connsiteX154" fmla="*/ 362268 w 608133"/>
              <a:gd name="connsiteY154" fmla="*/ 4338 h 606580"/>
              <a:gd name="connsiteX155" fmla="*/ 365973 w 608133"/>
              <a:gd name="connsiteY155" fmla="*/ 5104 h 606580"/>
              <a:gd name="connsiteX156" fmla="*/ 510625 w 608133"/>
              <a:gd name="connsiteY156" fmla="*/ 75408 h 606580"/>
              <a:gd name="connsiteX157" fmla="*/ 507047 w 608133"/>
              <a:gd name="connsiteY157" fmla="*/ 81788 h 606580"/>
              <a:gd name="connsiteX158" fmla="*/ 492863 w 608133"/>
              <a:gd name="connsiteY158" fmla="*/ 87274 h 606580"/>
              <a:gd name="connsiteX159" fmla="*/ 486857 w 608133"/>
              <a:gd name="connsiteY159" fmla="*/ 93654 h 606580"/>
              <a:gd name="connsiteX160" fmla="*/ 488263 w 608133"/>
              <a:gd name="connsiteY160" fmla="*/ 101182 h 606580"/>
              <a:gd name="connsiteX161" fmla="*/ 495546 w 608133"/>
              <a:gd name="connsiteY161" fmla="*/ 102203 h 606580"/>
              <a:gd name="connsiteX162" fmla="*/ 500019 w 608133"/>
              <a:gd name="connsiteY162" fmla="*/ 113048 h 606580"/>
              <a:gd name="connsiteX163" fmla="*/ 512542 w 608133"/>
              <a:gd name="connsiteY163" fmla="*/ 108072 h 606580"/>
              <a:gd name="connsiteX164" fmla="*/ 514714 w 608133"/>
              <a:gd name="connsiteY164" fmla="*/ 122618 h 606580"/>
              <a:gd name="connsiteX165" fmla="*/ 510880 w 608133"/>
              <a:gd name="connsiteY165" fmla="*/ 122618 h 606580"/>
              <a:gd name="connsiteX166" fmla="*/ 500530 w 608133"/>
              <a:gd name="connsiteY166" fmla="*/ 121086 h 606580"/>
              <a:gd name="connsiteX167" fmla="*/ 489029 w 608133"/>
              <a:gd name="connsiteY167" fmla="*/ 123000 h 606580"/>
              <a:gd name="connsiteX168" fmla="*/ 477912 w 608133"/>
              <a:gd name="connsiteY168" fmla="*/ 138439 h 606580"/>
              <a:gd name="connsiteX169" fmla="*/ 461939 w 608133"/>
              <a:gd name="connsiteY169" fmla="*/ 140991 h 606580"/>
              <a:gd name="connsiteX170" fmla="*/ 459639 w 608133"/>
              <a:gd name="connsiteY170" fmla="*/ 154388 h 606580"/>
              <a:gd name="connsiteX171" fmla="*/ 466412 w 608133"/>
              <a:gd name="connsiteY171" fmla="*/ 155920 h 606580"/>
              <a:gd name="connsiteX172" fmla="*/ 464495 w 608133"/>
              <a:gd name="connsiteY172" fmla="*/ 164596 h 606580"/>
              <a:gd name="connsiteX173" fmla="*/ 448650 w 608133"/>
              <a:gd name="connsiteY173" fmla="*/ 161406 h 606580"/>
              <a:gd name="connsiteX174" fmla="*/ 434210 w 608133"/>
              <a:gd name="connsiteY174" fmla="*/ 164596 h 606580"/>
              <a:gd name="connsiteX175" fmla="*/ 431143 w 608133"/>
              <a:gd name="connsiteY175" fmla="*/ 172507 h 606580"/>
              <a:gd name="connsiteX176" fmla="*/ 433571 w 608133"/>
              <a:gd name="connsiteY176" fmla="*/ 189221 h 606580"/>
              <a:gd name="connsiteX177" fmla="*/ 442133 w 608133"/>
              <a:gd name="connsiteY177" fmla="*/ 193177 h 606580"/>
              <a:gd name="connsiteX178" fmla="*/ 456444 w 608133"/>
              <a:gd name="connsiteY178" fmla="*/ 193049 h 606580"/>
              <a:gd name="connsiteX179" fmla="*/ 466028 w 608133"/>
              <a:gd name="connsiteY179" fmla="*/ 192284 h 606580"/>
              <a:gd name="connsiteX180" fmla="*/ 468967 w 608133"/>
              <a:gd name="connsiteY180" fmla="*/ 184628 h 606580"/>
              <a:gd name="connsiteX181" fmla="*/ 484046 w 608133"/>
              <a:gd name="connsiteY181" fmla="*/ 165362 h 606580"/>
              <a:gd name="connsiteX182" fmla="*/ 493885 w 608133"/>
              <a:gd name="connsiteY182" fmla="*/ 167403 h 606580"/>
              <a:gd name="connsiteX183" fmla="*/ 503724 w 608133"/>
              <a:gd name="connsiteY183" fmla="*/ 158727 h 606580"/>
              <a:gd name="connsiteX184" fmla="*/ 505513 w 608133"/>
              <a:gd name="connsiteY184" fmla="*/ 165489 h 606580"/>
              <a:gd name="connsiteX185" fmla="*/ 529537 w 608133"/>
              <a:gd name="connsiteY185" fmla="*/ 181438 h 606580"/>
              <a:gd name="connsiteX186" fmla="*/ 526598 w 608133"/>
              <a:gd name="connsiteY186" fmla="*/ 185394 h 606580"/>
              <a:gd name="connsiteX187" fmla="*/ 515736 w 608133"/>
              <a:gd name="connsiteY187" fmla="*/ 184756 h 606580"/>
              <a:gd name="connsiteX188" fmla="*/ 519953 w 608133"/>
              <a:gd name="connsiteY188" fmla="*/ 190625 h 606580"/>
              <a:gd name="connsiteX189" fmla="*/ 526598 w 608133"/>
              <a:gd name="connsiteY189" fmla="*/ 192029 h 606580"/>
              <a:gd name="connsiteX190" fmla="*/ 534393 w 608133"/>
              <a:gd name="connsiteY190" fmla="*/ 188839 h 606580"/>
              <a:gd name="connsiteX191" fmla="*/ 534265 w 608133"/>
              <a:gd name="connsiteY191" fmla="*/ 179524 h 606580"/>
              <a:gd name="connsiteX192" fmla="*/ 537715 w 608133"/>
              <a:gd name="connsiteY192" fmla="*/ 177866 h 606580"/>
              <a:gd name="connsiteX193" fmla="*/ 534904 w 608133"/>
              <a:gd name="connsiteY193" fmla="*/ 174931 h 606580"/>
              <a:gd name="connsiteX194" fmla="*/ 518931 w 608133"/>
              <a:gd name="connsiteY194" fmla="*/ 166127 h 606580"/>
              <a:gd name="connsiteX195" fmla="*/ 514714 w 608133"/>
              <a:gd name="connsiteY195" fmla="*/ 154388 h 606580"/>
              <a:gd name="connsiteX196" fmla="*/ 528003 w 608133"/>
              <a:gd name="connsiteY196" fmla="*/ 154388 h 606580"/>
              <a:gd name="connsiteX197" fmla="*/ 532220 w 608133"/>
              <a:gd name="connsiteY197" fmla="*/ 158599 h 606580"/>
              <a:gd name="connsiteX198" fmla="*/ 543721 w 608133"/>
              <a:gd name="connsiteY198" fmla="*/ 168296 h 606580"/>
              <a:gd name="connsiteX199" fmla="*/ 544232 w 608133"/>
              <a:gd name="connsiteY199" fmla="*/ 180162 h 606580"/>
              <a:gd name="connsiteX200" fmla="*/ 556116 w 608133"/>
              <a:gd name="connsiteY200" fmla="*/ 192539 h 606580"/>
              <a:gd name="connsiteX201" fmla="*/ 560588 w 608133"/>
              <a:gd name="connsiteY201" fmla="*/ 175441 h 606580"/>
              <a:gd name="connsiteX202" fmla="*/ 568766 w 608133"/>
              <a:gd name="connsiteY202" fmla="*/ 171103 h 606580"/>
              <a:gd name="connsiteX203" fmla="*/ 570300 w 608133"/>
              <a:gd name="connsiteY203" fmla="*/ 185011 h 606580"/>
              <a:gd name="connsiteX204" fmla="*/ 578350 w 608133"/>
              <a:gd name="connsiteY204" fmla="*/ 193815 h 606580"/>
              <a:gd name="connsiteX205" fmla="*/ 594323 w 608133"/>
              <a:gd name="connsiteY205" fmla="*/ 193432 h 606580"/>
              <a:gd name="connsiteX206" fmla="*/ 602629 w 608133"/>
              <a:gd name="connsiteY206" fmla="*/ 217547 h 606580"/>
              <a:gd name="connsiteX207" fmla="*/ 600968 w 608133"/>
              <a:gd name="connsiteY207" fmla="*/ 219078 h 606580"/>
              <a:gd name="connsiteX208" fmla="*/ 576434 w 608133"/>
              <a:gd name="connsiteY208" fmla="*/ 219078 h 606580"/>
              <a:gd name="connsiteX209" fmla="*/ 561483 w 608133"/>
              <a:gd name="connsiteY209" fmla="*/ 208105 h 606580"/>
              <a:gd name="connsiteX210" fmla="*/ 545765 w 608133"/>
              <a:gd name="connsiteY210" fmla="*/ 209636 h 606580"/>
              <a:gd name="connsiteX211" fmla="*/ 545765 w 608133"/>
              <a:gd name="connsiteY211" fmla="*/ 219078 h 606580"/>
              <a:gd name="connsiteX212" fmla="*/ 540782 w 608133"/>
              <a:gd name="connsiteY212" fmla="*/ 219078 h 606580"/>
              <a:gd name="connsiteX213" fmla="*/ 535415 w 608133"/>
              <a:gd name="connsiteY213" fmla="*/ 215251 h 606580"/>
              <a:gd name="connsiteX214" fmla="*/ 508197 w 608133"/>
              <a:gd name="connsiteY214" fmla="*/ 208488 h 606580"/>
              <a:gd name="connsiteX215" fmla="*/ 508197 w 608133"/>
              <a:gd name="connsiteY215" fmla="*/ 191008 h 606580"/>
              <a:gd name="connsiteX216" fmla="*/ 473567 w 608133"/>
              <a:gd name="connsiteY216" fmla="*/ 193687 h 606580"/>
              <a:gd name="connsiteX217" fmla="*/ 462961 w 608133"/>
              <a:gd name="connsiteY217" fmla="*/ 199429 h 606580"/>
              <a:gd name="connsiteX218" fmla="*/ 449161 w 608133"/>
              <a:gd name="connsiteY218" fmla="*/ 199429 h 606580"/>
              <a:gd name="connsiteX219" fmla="*/ 442516 w 608133"/>
              <a:gd name="connsiteY219" fmla="*/ 198791 h 606580"/>
              <a:gd name="connsiteX220" fmla="*/ 425904 w 608133"/>
              <a:gd name="connsiteY220" fmla="*/ 207850 h 606580"/>
              <a:gd name="connsiteX221" fmla="*/ 425904 w 608133"/>
              <a:gd name="connsiteY221" fmla="*/ 224948 h 606580"/>
              <a:gd name="connsiteX222" fmla="*/ 391914 w 608133"/>
              <a:gd name="connsiteY222" fmla="*/ 249190 h 606580"/>
              <a:gd name="connsiteX223" fmla="*/ 394725 w 608133"/>
              <a:gd name="connsiteY223" fmla="*/ 259526 h 606580"/>
              <a:gd name="connsiteX224" fmla="*/ 401625 w 608133"/>
              <a:gd name="connsiteY224" fmla="*/ 259526 h 606580"/>
              <a:gd name="connsiteX225" fmla="*/ 399836 w 608133"/>
              <a:gd name="connsiteY225" fmla="*/ 269350 h 606580"/>
              <a:gd name="connsiteX226" fmla="*/ 394853 w 608133"/>
              <a:gd name="connsiteY226" fmla="*/ 271136 h 606580"/>
              <a:gd name="connsiteX227" fmla="*/ 394725 w 608133"/>
              <a:gd name="connsiteY227" fmla="*/ 296910 h 606580"/>
              <a:gd name="connsiteX228" fmla="*/ 423987 w 608133"/>
              <a:gd name="connsiteY228" fmla="*/ 329957 h 606580"/>
              <a:gd name="connsiteX229" fmla="*/ 436893 w 608133"/>
              <a:gd name="connsiteY229" fmla="*/ 329957 h 606580"/>
              <a:gd name="connsiteX230" fmla="*/ 437660 w 608133"/>
              <a:gd name="connsiteY230" fmla="*/ 327916 h 606580"/>
              <a:gd name="connsiteX231" fmla="*/ 460661 w 608133"/>
              <a:gd name="connsiteY231" fmla="*/ 327916 h 606580"/>
              <a:gd name="connsiteX232" fmla="*/ 467306 w 608133"/>
              <a:gd name="connsiteY232" fmla="*/ 321791 h 606580"/>
              <a:gd name="connsiteX233" fmla="*/ 480340 w 608133"/>
              <a:gd name="connsiteY233" fmla="*/ 321791 h 606580"/>
              <a:gd name="connsiteX234" fmla="*/ 487496 w 608133"/>
              <a:gd name="connsiteY234" fmla="*/ 328936 h 606580"/>
              <a:gd name="connsiteX235" fmla="*/ 506919 w 608133"/>
              <a:gd name="connsiteY235" fmla="*/ 330850 h 606580"/>
              <a:gd name="connsiteX236" fmla="*/ 504363 w 608133"/>
              <a:gd name="connsiteY236" fmla="*/ 356369 h 606580"/>
              <a:gd name="connsiteX237" fmla="*/ 525959 w 608133"/>
              <a:gd name="connsiteY237" fmla="*/ 394009 h 606580"/>
              <a:gd name="connsiteX238" fmla="*/ 514586 w 608133"/>
              <a:gd name="connsiteY238" fmla="*/ 415445 h 606580"/>
              <a:gd name="connsiteX239" fmla="*/ 515353 w 608133"/>
              <a:gd name="connsiteY239" fmla="*/ 425525 h 606580"/>
              <a:gd name="connsiteX240" fmla="*/ 524298 w 608133"/>
              <a:gd name="connsiteY240" fmla="*/ 434329 h 606580"/>
              <a:gd name="connsiteX241" fmla="*/ 524298 w 608133"/>
              <a:gd name="connsiteY241" fmla="*/ 458571 h 606580"/>
              <a:gd name="connsiteX242" fmla="*/ 536054 w 608133"/>
              <a:gd name="connsiteY242" fmla="*/ 474265 h 606580"/>
              <a:gd name="connsiteX243" fmla="*/ 536054 w 608133"/>
              <a:gd name="connsiteY243" fmla="*/ 494425 h 606580"/>
              <a:gd name="connsiteX244" fmla="*/ 546149 w 608133"/>
              <a:gd name="connsiteY244" fmla="*/ 494425 h 606580"/>
              <a:gd name="connsiteX245" fmla="*/ 307576 w 608133"/>
              <a:gd name="connsiteY245" fmla="*/ 606580 h 606580"/>
              <a:gd name="connsiteX246" fmla="*/ 0 w 608133"/>
              <a:gd name="connsiteY246" fmla="*/ 304694 h 606580"/>
              <a:gd name="connsiteX247" fmla="*/ 5367 w 608133"/>
              <a:gd name="connsiteY247" fmla="*/ 249956 h 606580"/>
              <a:gd name="connsiteX248" fmla="*/ 7285 w 608133"/>
              <a:gd name="connsiteY248" fmla="*/ 251138 h 606580"/>
              <a:gd name="connsiteX249" fmla="*/ 11386 w 608133"/>
              <a:gd name="connsiteY249" fmla="*/ 253754 h 606580"/>
              <a:gd name="connsiteX250" fmla="*/ 12008 w 608133"/>
              <a:gd name="connsiteY250" fmla="*/ 258475 h 606580"/>
              <a:gd name="connsiteX251" fmla="*/ 10311 w 608133"/>
              <a:gd name="connsiteY251" fmla="*/ 258832 h 606580"/>
              <a:gd name="connsiteX252" fmla="*/ 4728 w 608133"/>
              <a:gd name="connsiteY252" fmla="*/ 259908 h 606580"/>
              <a:gd name="connsiteX253" fmla="*/ 3705 w 608133"/>
              <a:gd name="connsiteY253" fmla="*/ 270243 h 606580"/>
              <a:gd name="connsiteX254" fmla="*/ 12651 w 608133"/>
              <a:gd name="connsiteY254" fmla="*/ 270243 h 606580"/>
              <a:gd name="connsiteX255" fmla="*/ 24279 w 608133"/>
              <a:gd name="connsiteY255" fmla="*/ 269095 h 606580"/>
              <a:gd name="connsiteX256" fmla="*/ 30285 w 608133"/>
              <a:gd name="connsiteY256" fmla="*/ 262077 h 606580"/>
              <a:gd name="connsiteX257" fmla="*/ 23896 w 608133"/>
              <a:gd name="connsiteY257" fmla="*/ 259653 h 606580"/>
              <a:gd name="connsiteX258" fmla="*/ 20446 w 608133"/>
              <a:gd name="connsiteY258" fmla="*/ 255570 h 606580"/>
              <a:gd name="connsiteX259" fmla="*/ 15079 w 608133"/>
              <a:gd name="connsiteY259" fmla="*/ 247277 h 606580"/>
              <a:gd name="connsiteX260" fmla="*/ 12651 w 608133"/>
              <a:gd name="connsiteY260" fmla="*/ 235410 h 606580"/>
              <a:gd name="connsiteX261" fmla="*/ 12543 w 608133"/>
              <a:gd name="connsiteY261" fmla="*/ 235433 h 606580"/>
              <a:gd name="connsiteX262" fmla="*/ 12537 w 608133"/>
              <a:gd name="connsiteY262" fmla="*/ 235406 h 606580"/>
              <a:gd name="connsiteX263" fmla="*/ 8443 w 608133"/>
              <a:gd name="connsiteY263" fmla="*/ 236274 h 606580"/>
              <a:gd name="connsiteX264" fmla="*/ 24663 w 608133"/>
              <a:gd name="connsiteY264" fmla="*/ 186925 h 606580"/>
              <a:gd name="connsiteX265" fmla="*/ 24663 w 608133"/>
              <a:gd name="connsiteY265" fmla="*/ 201470 h 606580"/>
              <a:gd name="connsiteX266" fmla="*/ 37441 w 608133"/>
              <a:gd name="connsiteY266" fmla="*/ 207595 h 606580"/>
              <a:gd name="connsiteX267" fmla="*/ 37441 w 608133"/>
              <a:gd name="connsiteY267" fmla="*/ 231583 h 606580"/>
              <a:gd name="connsiteX268" fmla="*/ 49708 w 608133"/>
              <a:gd name="connsiteY268" fmla="*/ 252253 h 606580"/>
              <a:gd name="connsiteX269" fmla="*/ 59675 w 608133"/>
              <a:gd name="connsiteY269" fmla="*/ 253784 h 606580"/>
              <a:gd name="connsiteX270" fmla="*/ 60953 w 608133"/>
              <a:gd name="connsiteY270" fmla="*/ 246639 h 606580"/>
              <a:gd name="connsiteX271" fmla="*/ 49197 w 608133"/>
              <a:gd name="connsiteY271" fmla="*/ 228775 h 606580"/>
              <a:gd name="connsiteX272" fmla="*/ 46897 w 608133"/>
              <a:gd name="connsiteY272" fmla="*/ 211295 h 606580"/>
              <a:gd name="connsiteX273" fmla="*/ 53797 w 608133"/>
              <a:gd name="connsiteY273" fmla="*/ 211295 h 606580"/>
              <a:gd name="connsiteX274" fmla="*/ 56736 w 608133"/>
              <a:gd name="connsiteY274" fmla="*/ 229286 h 606580"/>
              <a:gd name="connsiteX275" fmla="*/ 70537 w 608133"/>
              <a:gd name="connsiteY275" fmla="*/ 249063 h 606580"/>
              <a:gd name="connsiteX276" fmla="*/ 70350 w 608133"/>
              <a:gd name="connsiteY276" fmla="*/ 249152 h 606580"/>
              <a:gd name="connsiteX277" fmla="*/ 70260 w 608133"/>
              <a:gd name="connsiteY277" fmla="*/ 249025 h 606580"/>
              <a:gd name="connsiteX278" fmla="*/ 67374 w 608133"/>
              <a:gd name="connsiteY278" fmla="*/ 250579 h 606580"/>
              <a:gd name="connsiteX279" fmla="*/ 67342 w 608133"/>
              <a:gd name="connsiteY279" fmla="*/ 250594 h 606580"/>
              <a:gd name="connsiteX280" fmla="*/ 67343 w 608133"/>
              <a:gd name="connsiteY280" fmla="*/ 250596 h 606580"/>
              <a:gd name="connsiteX281" fmla="*/ 67178 w 608133"/>
              <a:gd name="connsiteY281" fmla="*/ 250684 h 606580"/>
              <a:gd name="connsiteX282" fmla="*/ 68462 w 608133"/>
              <a:gd name="connsiteY282" fmla="*/ 254896 h 606580"/>
              <a:gd name="connsiteX283" fmla="*/ 68611 w 608133"/>
              <a:gd name="connsiteY283" fmla="*/ 254900 h 606580"/>
              <a:gd name="connsiteX284" fmla="*/ 68620 w 608133"/>
              <a:gd name="connsiteY284" fmla="*/ 254932 h 606580"/>
              <a:gd name="connsiteX285" fmla="*/ 69753 w 608133"/>
              <a:gd name="connsiteY285" fmla="*/ 254932 h 606580"/>
              <a:gd name="connsiteX286" fmla="*/ 72957 w 608133"/>
              <a:gd name="connsiteY286" fmla="*/ 255023 h 606580"/>
              <a:gd name="connsiteX287" fmla="*/ 73003 w 608133"/>
              <a:gd name="connsiteY287" fmla="*/ 254932 h 606580"/>
              <a:gd name="connsiteX288" fmla="*/ 73093 w 608133"/>
              <a:gd name="connsiteY288" fmla="*/ 254932 h 606580"/>
              <a:gd name="connsiteX289" fmla="*/ 69387 w 608133"/>
              <a:gd name="connsiteY289" fmla="*/ 261695 h 606580"/>
              <a:gd name="connsiteX290" fmla="*/ 80121 w 608133"/>
              <a:gd name="connsiteY290" fmla="*/ 277899 h 606580"/>
              <a:gd name="connsiteX291" fmla="*/ 106955 w 608133"/>
              <a:gd name="connsiteY291" fmla="*/ 284534 h 606580"/>
              <a:gd name="connsiteX292" fmla="*/ 106955 w 608133"/>
              <a:gd name="connsiteY292" fmla="*/ 280196 h 606580"/>
              <a:gd name="connsiteX293" fmla="*/ 117689 w 608133"/>
              <a:gd name="connsiteY293" fmla="*/ 281727 h 606580"/>
              <a:gd name="connsiteX294" fmla="*/ 116667 w 608133"/>
              <a:gd name="connsiteY294" fmla="*/ 289255 h 606580"/>
              <a:gd name="connsiteX295" fmla="*/ 125101 w 608133"/>
              <a:gd name="connsiteY295" fmla="*/ 290786 h 606580"/>
              <a:gd name="connsiteX296" fmla="*/ 138135 w 608133"/>
              <a:gd name="connsiteY296" fmla="*/ 294358 h 606580"/>
              <a:gd name="connsiteX297" fmla="*/ 156536 w 608133"/>
              <a:gd name="connsiteY297" fmla="*/ 315029 h 606580"/>
              <a:gd name="connsiteX298" fmla="*/ 180048 w 608133"/>
              <a:gd name="connsiteY298" fmla="*/ 316815 h 606580"/>
              <a:gd name="connsiteX299" fmla="*/ 182348 w 608133"/>
              <a:gd name="connsiteY299" fmla="*/ 335699 h 606580"/>
              <a:gd name="connsiteX300" fmla="*/ 166247 w 608133"/>
              <a:gd name="connsiteY300" fmla="*/ 346799 h 606580"/>
              <a:gd name="connsiteX301" fmla="*/ 165480 w 608133"/>
              <a:gd name="connsiteY301" fmla="*/ 363769 h 606580"/>
              <a:gd name="connsiteX302" fmla="*/ 163180 w 608133"/>
              <a:gd name="connsiteY302" fmla="*/ 374104 h 606580"/>
              <a:gd name="connsiteX303" fmla="*/ 186437 w 608133"/>
              <a:gd name="connsiteY303" fmla="*/ 402813 h 606580"/>
              <a:gd name="connsiteX304" fmla="*/ 188226 w 608133"/>
              <a:gd name="connsiteY304" fmla="*/ 412638 h 606580"/>
              <a:gd name="connsiteX305" fmla="*/ 197682 w 608133"/>
              <a:gd name="connsiteY305" fmla="*/ 414934 h 606580"/>
              <a:gd name="connsiteX306" fmla="*/ 216722 w 608133"/>
              <a:gd name="connsiteY306" fmla="*/ 428332 h 606580"/>
              <a:gd name="connsiteX307" fmla="*/ 216722 w 608133"/>
              <a:gd name="connsiteY307" fmla="*/ 480262 h 606580"/>
              <a:gd name="connsiteX308" fmla="*/ 222983 w 608133"/>
              <a:gd name="connsiteY308" fmla="*/ 482049 h 606580"/>
              <a:gd name="connsiteX309" fmla="*/ 218639 w 608133"/>
              <a:gd name="connsiteY309" fmla="*/ 506036 h 606580"/>
              <a:gd name="connsiteX310" fmla="*/ 229372 w 608133"/>
              <a:gd name="connsiteY310" fmla="*/ 520199 h 606580"/>
              <a:gd name="connsiteX311" fmla="*/ 227456 w 608133"/>
              <a:gd name="connsiteY311" fmla="*/ 543932 h 606580"/>
              <a:gd name="connsiteX312" fmla="*/ 241640 w 608133"/>
              <a:gd name="connsiteY312" fmla="*/ 568557 h 606580"/>
              <a:gd name="connsiteX313" fmla="*/ 259785 w 608133"/>
              <a:gd name="connsiteY313" fmla="*/ 584251 h 606580"/>
              <a:gd name="connsiteX314" fmla="*/ 278058 w 608133"/>
              <a:gd name="connsiteY314" fmla="*/ 584506 h 606580"/>
              <a:gd name="connsiteX315" fmla="*/ 279847 w 608133"/>
              <a:gd name="connsiteY315" fmla="*/ 578765 h 606580"/>
              <a:gd name="connsiteX316" fmla="*/ 266430 w 608133"/>
              <a:gd name="connsiteY316" fmla="*/ 567536 h 606580"/>
              <a:gd name="connsiteX317" fmla="*/ 267196 w 608133"/>
              <a:gd name="connsiteY317" fmla="*/ 562050 h 606580"/>
              <a:gd name="connsiteX318" fmla="*/ 269624 w 608133"/>
              <a:gd name="connsiteY318" fmla="*/ 555287 h 606580"/>
              <a:gd name="connsiteX319" fmla="*/ 270135 w 608133"/>
              <a:gd name="connsiteY319" fmla="*/ 548270 h 606580"/>
              <a:gd name="connsiteX320" fmla="*/ 261063 w 608133"/>
              <a:gd name="connsiteY320" fmla="*/ 548015 h 606580"/>
              <a:gd name="connsiteX321" fmla="*/ 256463 w 608133"/>
              <a:gd name="connsiteY321" fmla="*/ 542273 h 606580"/>
              <a:gd name="connsiteX322" fmla="*/ 264002 w 608133"/>
              <a:gd name="connsiteY322" fmla="*/ 535128 h 606580"/>
              <a:gd name="connsiteX323" fmla="*/ 265024 w 608133"/>
              <a:gd name="connsiteY323" fmla="*/ 529769 h 606580"/>
              <a:gd name="connsiteX324" fmla="*/ 256590 w 608133"/>
              <a:gd name="connsiteY324" fmla="*/ 527344 h 606580"/>
              <a:gd name="connsiteX325" fmla="*/ 257102 w 608133"/>
              <a:gd name="connsiteY325" fmla="*/ 522241 h 606580"/>
              <a:gd name="connsiteX326" fmla="*/ 269113 w 608133"/>
              <a:gd name="connsiteY326" fmla="*/ 520454 h 606580"/>
              <a:gd name="connsiteX327" fmla="*/ 287386 w 608133"/>
              <a:gd name="connsiteY327" fmla="*/ 511778 h 606580"/>
              <a:gd name="connsiteX328" fmla="*/ 293520 w 608133"/>
              <a:gd name="connsiteY328" fmla="*/ 500677 h 606580"/>
              <a:gd name="connsiteX329" fmla="*/ 312688 w 608133"/>
              <a:gd name="connsiteY329" fmla="*/ 476562 h 606580"/>
              <a:gd name="connsiteX330" fmla="*/ 308343 w 608133"/>
              <a:gd name="connsiteY330" fmla="*/ 457551 h 606580"/>
              <a:gd name="connsiteX331" fmla="*/ 314221 w 608133"/>
              <a:gd name="connsiteY331" fmla="*/ 447471 h 606580"/>
              <a:gd name="connsiteX332" fmla="*/ 331855 w 608133"/>
              <a:gd name="connsiteY332" fmla="*/ 447981 h 606580"/>
              <a:gd name="connsiteX333" fmla="*/ 343739 w 608133"/>
              <a:gd name="connsiteY333" fmla="*/ 438667 h 606580"/>
              <a:gd name="connsiteX334" fmla="*/ 347573 w 608133"/>
              <a:gd name="connsiteY334" fmla="*/ 402175 h 606580"/>
              <a:gd name="connsiteX335" fmla="*/ 360734 w 608133"/>
              <a:gd name="connsiteY335" fmla="*/ 385715 h 606580"/>
              <a:gd name="connsiteX336" fmla="*/ 363034 w 608133"/>
              <a:gd name="connsiteY336" fmla="*/ 375125 h 606580"/>
              <a:gd name="connsiteX337" fmla="*/ 357698 w 608133"/>
              <a:gd name="connsiteY337" fmla="*/ 373425 h 606580"/>
              <a:gd name="connsiteX338" fmla="*/ 362777 w 608133"/>
              <a:gd name="connsiteY338" fmla="*/ 360422 h 606580"/>
              <a:gd name="connsiteX339" fmla="*/ 330464 w 608133"/>
              <a:gd name="connsiteY339" fmla="*/ 328129 h 606580"/>
              <a:gd name="connsiteX340" fmla="*/ 328421 w 608133"/>
              <a:gd name="connsiteY340" fmla="*/ 328257 h 606580"/>
              <a:gd name="connsiteX341" fmla="*/ 328421 w 608133"/>
              <a:gd name="connsiteY341" fmla="*/ 332341 h 606580"/>
              <a:gd name="connsiteX342" fmla="*/ 330464 w 608133"/>
              <a:gd name="connsiteY342" fmla="*/ 332214 h 606580"/>
              <a:gd name="connsiteX343" fmla="*/ 358818 w 608133"/>
              <a:gd name="connsiteY343" fmla="*/ 360422 h 606580"/>
              <a:gd name="connsiteX344" fmla="*/ 353905 w 608133"/>
              <a:gd name="connsiteY344" fmla="*/ 372216 h 606580"/>
              <a:gd name="connsiteX345" fmla="*/ 351023 w 608133"/>
              <a:gd name="connsiteY345" fmla="*/ 371297 h 606580"/>
              <a:gd name="connsiteX346" fmla="*/ 343100 w 608133"/>
              <a:gd name="connsiteY346" fmla="*/ 358410 h 606580"/>
              <a:gd name="connsiteX347" fmla="*/ 316010 w 608133"/>
              <a:gd name="connsiteY347" fmla="*/ 358155 h 606580"/>
              <a:gd name="connsiteX348" fmla="*/ 294542 w 608133"/>
              <a:gd name="connsiteY348" fmla="*/ 350117 h 606580"/>
              <a:gd name="connsiteX349" fmla="*/ 293520 w 608133"/>
              <a:gd name="connsiteY349" fmla="*/ 334933 h 606580"/>
              <a:gd name="connsiteX350" fmla="*/ 286236 w 608133"/>
              <a:gd name="connsiteY350" fmla="*/ 322557 h 606580"/>
              <a:gd name="connsiteX351" fmla="*/ 266813 w 608133"/>
              <a:gd name="connsiteY351" fmla="*/ 322301 h 606580"/>
              <a:gd name="connsiteX352" fmla="*/ 255568 w 608133"/>
              <a:gd name="connsiteY352" fmla="*/ 304949 h 606580"/>
              <a:gd name="connsiteX353" fmla="*/ 245601 w 608133"/>
              <a:gd name="connsiteY353" fmla="*/ 300100 h 606580"/>
              <a:gd name="connsiteX354" fmla="*/ 245090 w 608133"/>
              <a:gd name="connsiteY354" fmla="*/ 305459 h 606580"/>
              <a:gd name="connsiteX355" fmla="*/ 226944 w 608133"/>
              <a:gd name="connsiteY355" fmla="*/ 306480 h 606580"/>
              <a:gd name="connsiteX356" fmla="*/ 220300 w 608133"/>
              <a:gd name="connsiteY356" fmla="*/ 297421 h 606580"/>
              <a:gd name="connsiteX357" fmla="*/ 201388 w 608133"/>
              <a:gd name="connsiteY357" fmla="*/ 293593 h 606580"/>
              <a:gd name="connsiteX358" fmla="*/ 185798 w 608133"/>
              <a:gd name="connsiteY358" fmla="*/ 311328 h 606580"/>
              <a:gd name="connsiteX359" fmla="*/ 163691 w 608133"/>
              <a:gd name="connsiteY359" fmla="*/ 307628 h 606580"/>
              <a:gd name="connsiteX360" fmla="*/ 163564 w 608133"/>
              <a:gd name="connsiteY360" fmla="*/ 307628 h 606580"/>
              <a:gd name="connsiteX361" fmla="*/ 161264 w 608133"/>
              <a:gd name="connsiteY361" fmla="*/ 307245 h 606580"/>
              <a:gd name="connsiteX362" fmla="*/ 159475 w 608133"/>
              <a:gd name="connsiteY362" fmla="*/ 279940 h 606580"/>
              <a:gd name="connsiteX363" fmla="*/ 141585 w 608133"/>
              <a:gd name="connsiteY363" fmla="*/ 277006 h 606580"/>
              <a:gd name="connsiteX364" fmla="*/ 148741 w 608133"/>
              <a:gd name="connsiteY364" fmla="*/ 263608 h 606580"/>
              <a:gd name="connsiteX365" fmla="*/ 146696 w 608133"/>
              <a:gd name="connsiteY365" fmla="*/ 255825 h 606580"/>
              <a:gd name="connsiteX366" fmla="*/ 123184 w 608133"/>
              <a:gd name="connsiteY366" fmla="*/ 271392 h 606580"/>
              <a:gd name="connsiteX367" fmla="*/ 108361 w 608133"/>
              <a:gd name="connsiteY367" fmla="*/ 269605 h 606580"/>
              <a:gd name="connsiteX368" fmla="*/ 103122 w 608133"/>
              <a:gd name="connsiteY368" fmla="*/ 258250 h 606580"/>
              <a:gd name="connsiteX369" fmla="*/ 106316 w 608133"/>
              <a:gd name="connsiteY369" fmla="*/ 246383 h 606580"/>
              <a:gd name="connsiteX370" fmla="*/ 114495 w 608133"/>
              <a:gd name="connsiteY370" fmla="*/ 231583 h 606580"/>
              <a:gd name="connsiteX371" fmla="*/ 133279 w 608133"/>
              <a:gd name="connsiteY371" fmla="*/ 222268 h 606580"/>
              <a:gd name="connsiteX372" fmla="*/ 169570 w 608133"/>
              <a:gd name="connsiteY372" fmla="*/ 222268 h 606580"/>
              <a:gd name="connsiteX373" fmla="*/ 169442 w 608133"/>
              <a:gd name="connsiteY373" fmla="*/ 233114 h 606580"/>
              <a:gd name="connsiteX374" fmla="*/ 182476 w 608133"/>
              <a:gd name="connsiteY374" fmla="*/ 239111 h 606580"/>
              <a:gd name="connsiteX375" fmla="*/ 181453 w 608133"/>
              <a:gd name="connsiteY375" fmla="*/ 220482 h 606580"/>
              <a:gd name="connsiteX376" fmla="*/ 190909 w 608133"/>
              <a:gd name="connsiteY376" fmla="*/ 211168 h 606580"/>
              <a:gd name="connsiteX377" fmla="*/ 209821 w 608133"/>
              <a:gd name="connsiteY377" fmla="*/ 198791 h 606580"/>
              <a:gd name="connsiteX378" fmla="*/ 211099 w 608133"/>
              <a:gd name="connsiteY378" fmla="*/ 190242 h 606580"/>
              <a:gd name="connsiteX379" fmla="*/ 230011 w 608133"/>
              <a:gd name="connsiteY379" fmla="*/ 170720 h 606580"/>
              <a:gd name="connsiteX380" fmla="*/ 250201 w 608133"/>
              <a:gd name="connsiteY380" fmla="*/ 159747 h 606580"/>
              <a:gd name="connsiteX381" fmla="*/ 248412 w 608133"/>
              <a:gd name="connsiteY381" fmla="*/ 158344 h 606580"/>
              <a:gd name="connsiteX382" fmla="*/ 261957 w 608133"/>
              <a:gd name="connsiteY382" fmla="*/ 145712 h 606580"/>
              <a:gd name="connsiteX383" fmla="*/ 266941 w 608133"/>
              <a:gd name="connsiteY383" fmla="*/ 146988 h 606580"/>
              <a:gd name="connsiteX384" fmla="*/ 269241 w 608133"/>
              <a:gd name="connsiteY384" fmla="*/ 149795 h 606580"/>
              <a:gd name="connsiteX385" fmla="*/ 274480 w 608133"/>
              <a:gd name="connsiteY385" fmla="*/ 144181 h 606580"/>
              <a:gd name="connsiteX386" fmla="*/ 275758 w 608133"/>
              <a:gd name="connsiteY386" fmla="*/ 143543 h 606580"/>
              <a:gd name="connsiteX387" fmla="*/ 270008 w 608133"/>
              <a:gd name="connsiteY387" fmla="*/ 142777 h 606580"/>
              <a:gd name="connsiteX388" fmla="*/ 264257 w 608133"/>
              <a:gd name="connsiteY388" fmla="*/ 140991 h 606580"/>
              <a:gd name="connsiteX389" fmla="*/ 264257 w 608133"/>
              <a:gd name="connsiteY389" fmla="*/ 135505 h 606580"/>
              <a:gd name="connsiteX390" fmla="*/ 267324 w 608133"/>
              <a:gd name="connsiteY390" fmla="*/ 132953 h 606580"/>
              <a:gd name="connsiteX391" fmla="*/ 274097 w 608133"/>
              <a:gd name="connsiteY391" fmla="*/ 132953 h 606580"/>
              <a:gd name="connsiteX392" fmla="*/ 277164 w 608133"/>
              <a:gd name="connsiteY392" fmla="*/ 134356 h 606580"/>
              <a:gd name="connsiteX393" fmla="*/ 279719 w 608133"/>
              <a:gd name="connsiteY393" fmla="*/ 139588 h 606580"/>
              <a:gd name="connsiteX394" fmla="*/ 283042 w 608133"/>
              <a:gd name="connsiteY394" fmla="*/ 139077 h 606580"/>
              <a:gd name="connsiteX395" fmla="*/ 283042 w 608133"/>
              <a:gd name="connsiteY395" fmla="*/ 138694 h 606580"/>
              <a:gd name="connsiteX396" fmla="*/ 283936 w 608133"/>
              <a:gd name="connsiteY396" fmla="*/ 138950 h 606580"/>
              <a:gd name="connsiteX397" fmla="*/ 293392 w 608133"/>
              <a:gd name="connsiteY397" fmla="*/ 137546 h 606580"/>
              <a:gd name="connsiteX398" fmla="*/ 294670 w 608133"/>
              <a:gd name="connsiteY398" fmla="*/ 132953 h 606580"/>
              <a:gd name="connsiteX399" fmla="*/ 300165 w 608133"/>
              <a:gd name="connsiteY399" fmla="*/ 134356 h 606580"/>
              <a:gd name="connsiteX400" fmla="*/ 300165 w 608133"/>
              <a:gd name="connsiteY400" fmla="*/ 139205 h 606580"/>
              <a:gd name="connsiteX401" fmla="*/ 295181 w 608133"/>
              <a:gd name="connsiteY401" fmla="*/ 142650 h 606580"/>
              <a:gd name="connsiteX402" fmla="*/ 295820 w 608133"/>
              <a:gd name="connsiteY402" fmla="*/ 148009 h 606580"/>
              <a:gd name="connsiteX403" fmla="*/ 312943 w 608133"/>
              <a:gd name="connsiteY403" fmla="*/ 153240 h 606580"/>
              <a:gd name="connsiteX404" fmla="*/ 312943 w 608133"/>
              <a:gd name="connsiteY404" fmla="*/ 153495 h 606580"/>
              <a:gd name="connsiteX405" fmla="*/ 316904 w 608133"/>
              <a:gd name="connsiteY405" fmla="*/ 153113 h 606580"/>
              <a:gd name="connsiteX406" fmla="*/ 317160 w 608133"/>
              <a:gd name="connsiteY406" fmla="*/ 145840 h 606580"/>
              <a:gd name="connsiteX407" fmla="*/ 303615 w 608133"/>
              <a:gd name="connsiteY407" fmla="*/ 139715 h 606580"/>
              <a:gd name="connsiteX408" fmla="*/ 302848 w 608133"/>
              <a:gd name="connsiteY408" fmla="*/ 136270 h 606580"/>
              <a:gd name="connsiteX409" fmla="*/ 314093 w 608133"/>
              <a:gd name="connsiteY409" fmla="*/ 132442 h 606580"/>
              <a:gd name="connsiteX410" fmla="*/ 314604 w 608133"/>
              <a:gd name="connsiteY410" fmla="*/ 121852 h 606580"/>
              <a:gd name="connsiteX411" fmla="*/ 302848 w 608133"/>
              <a:gd name="connsiteY411" fmla="*/ 114834 h 606580"/>
              <a:gd name="connsiteX412" fmla="*/ 302081 w 608133"/>
              <a:gd name="connsiteY412" fmla="*/ 96844 h 606580"/>
              <a:gd name="connsiteX413" fmla="*/ 285981 w 608133"/>
              <a:gd name="connsiteY413" fmla="*/ 104754 h 606580"/>
              <a:gd name="connsiteX414" fmla="*/ 280103 w 608133"/>
              <a:gd name="connsiteY414" fmla="*/ 104754 h 606580"/>
              <a:gd name="connsiteX415" fmla="*/ 281636 w 608133"/>
              <a:gd name="connsiteY415" fmla="*/ 91102 h 606580"/>
              <a:gd name="connsiteX416" fmla="*/ 259785 w 608133"/>
              <a:gd name="connsiteY416" fmla="*/ 85998 h 606580"/>
              <a:gd name="connsiteX417" fmla="*/ 250712 w 608133"/>
              <a:gd name="connsiteY417" fmla="*/ 92761 h 606580"/>
              <a:gd name="connsiteX418" fmla="*/ 250712 w 608133"/>
              <a:gd name="connsiteY418" fmla="*/ 113303 h 606580"/>
              <a:gd name="connsiteX419" fmla="*/ 234356 w 608133"/>
              <a:gd name="connsiteY419" fmla="*/ 118407 h 606580"/>
              <a:gd name="connsiteX420" fmla="*/ 227839 w 608133"/>
              <a:gd name="connsiteY420" fmla="*/ 131932 h 606580"/>
              <a:gd name="connsiteX421" fmla="*/ 220683 w 608133"/>
              <a:gd name="connsiteY421" fmla="*/ 133080 h 606580"/>
              <a:gd name="connsiteX422" fmla="*/ 220683 w 608133"/>
              <a:gd name="connsiteY422" fmla="*/ 115855 h 606580"/>
              <a:gd name="connsiteX423" fmla="*/ 205349 w 608133"/>
              <a:gd name="connsiteY423" fmla="*/ 113686 h 606580"/>
              <a:gd name="connsiteX424" fmla="*/ 197682 w 608133"/>
              <a:gd name="connsiteY424" fmla="*/ 108837 h 606580"/>
              <a:gd name="connsiteX425" fmla="*/ 194743 w 608133"/>
              <a:gd name="connsiteY425" fmla="*/ 97609 h 606580"/>
              <a:gd name="connsiteX426" fmla="*/ 222089 w 608133"/>
              <a:gd name="connsiteY426" fmla="*/ 81788 h 606580"/>
              <a:gd name="connsiteX427" fmla="*/ 235506 w 608133"/>
              <a:gd name="connsiteY427" fmla="*/ 77832 h 606580"/>
              <a:gd name="connsiteX428" fmla="*/ 236912 w 608133"/>
              <a:gd name="connsiteY428" fmla="*/ 86636 h 606580"/>
              <a:gd name="connsiteX429" fmla="*/ 244323 w 608133"/>
              <a:gd name="connsiteY429" fmla="*/ 86253 h 606580"/>
              <a:gd name="connsiteX430" fmla="*/ 244962 w 608133"/>
              <a:gd name="connsiteY430" fmla="*/ 81788 h 606580"/>
              <a:gd name="connsiteX431" fmla="*/ 252757 w 608133"/>
              <a:gd name="connsiteY431" fmla="*/ 80767 h 606580"/>
              <a:gd name="connsiteX432" fmla="*/ 252885 w 608133"/>
              <a:gd name="connsiteY432" fmla="*/ 79108 h 606580"/>
              <a:gd name="connsiteX433" fmla="*/ 249562 w 608133"/>
              <a:gd name="connsiteY433" fmla="*/ 77832 h 606580"/>
              <a:gd name="connsiteX434" fmla="*/ 248796 w 608133"/>
              <a:gd name="connsiteY434" fmla="*/ 72984 h 606580"/>
              <a:gd name="connsiteX435" fmla="*/ 258379 w 608133"/>
              <a:gd name="connsiteY435" fmla="*/ 72218 h 606580"/>
              <a:gd name="connsiteX436" fmla="*/ 264130 w 608133"/>
              <a:gd name="connsiteY436" fmla="*/ 66221 h 606580"/>
              <a:gd name="connsiteX437" fmla="*/ 264513 w 608133"/>
              <a:gd name="connsiteY437" fmla="*/ 65838 h 606580"/>
              <a:gd name="connsiteX438" fmla="*/ 266302 w 608133"/>
              <a:gd name="connsiteY438" fmla="*/ 64052 h 606580"/>
              <a:gd name="connsiteX439" fmla="*/ 286492 w 608133"/>
              <a:gd name="connsiteY439" fmla="*/ 61500 h 606580"/>
              <a:gd name="connsiteX440" fmla="*/ 295437 w 608133"/>
              <a:gd name="connsiteY440" fmla="*/ 69028 h 606580"/>
              <a:gd name="connsiteX441" fmla="*/ 272052 w 608133"/>
              <a:gd name="connsiteY441" fmla="*/ 81405 h 606580"/>
              <a:gd name="connsiteX442" fmla="*/ 301826 w 608133"/>
              <a:gd name="connsiteY442" fmla="*/ 88295 h 606580"/>
              <a:gd name="connsiteX443" fmla="*/ 305659 w 608133"/>
              <a:gd name="connsiteY443" fmla="*/ 78470 h 606580"/>
              <a:gd name="connsiteX444" fmla="*/ 318693 w 608133"/>
              <a:gd name="connsiteY444" fmla="*/ 78470 h 606580"/>
              <a:gd name="connsiteX445" fmla="*/ 323294 w 608133"/>
              <a:gd name="connsiteY445" fmla="*/ 69921 h 606580"/>
              <a:gd name="connsiteX446" fmla="*/ 314093 w 608133"/>
              <a:gd name="connsiteY446" fmla="*/ 67625 h 606580"/>
              <a:gd name="connsiteX447" fmla="*/ 314093 w 608133"/>
              <a:gd name="connsiteY447" fmla="*/ 56779 h 606580"/>
              <a:gd name="connsiteX448" fmla="*/ 285214 w 608133"/>
              <a:gd name="connsiteY448" fmla="*/ 44147 h 606580"/>
              <a:gd name="connsiteX449" fmla="*/ 265280 w 608133"/>
              <a:gd name="connsiteY449" fmla="*/ 46444 h 606580"/>
              <a:gd name="connsiteX450" fmla="*/ 254035 w 608133"/>
              <a:gd name="connsiteY450" fmla="*/ 52186 h 606580"/>
              <a:gd name="connsiteX451" fmla="*/ 254801 w 608133"/>
              <a:gd name="connsiteY451" fmla="*/ 66349 h 606580"/>
              <a:gd name="connsiteX452" fmla="*/ 243045 w 608133"/>
              <a:gd name="connsiteY452" fmla="*/ 64562 h 606580"/>
              <a:gd name="connsiteX453" fmla="*/ 241256 w 608133"/>
              <a:gd name="connsiteY453" fmla="*/ 56779 h 606580"/>
              <a:gd name="connsiteX454" fmla="*/ 252501 w 608133"/>
              <a:gd name="connsiteY454" fmla="*/ 46572 h 606580"/>
              <a:gd name="connsiteX455" fmla="*/ 232056 w 608133"/>
              <a:gd name="connsiteY455" fmla="*/ 45679 h 606580"/>
              <a:gd name="connsiteX456" fmla="*/ 226178 w 608133"/>
              <a:gd name="connsiteY456" fmla="*/ 47337 h 606580"/>
              <a:gd name="connsiteX457" fmla="*/ 223622 w 608133"/>
              <a:gd name="connsiteY457" fmla="*/ 54227 h 606580"/>
              <a:gd name="connsiteX458" fmla="*/ 231289 w 608133"/>
              <a:gd name="connsiteY458" fmla="*/ 55503 h 606580"/>
              <a:gd name="connsiteX459" fmla="*/ 229756 w 608133"/>
              <a:gd name="connsiteY459" fmla="*/ 63031 h 606580"/>
              <a:gd name="connsiteX460" fmla="*/ 216722 w 608133"/>
              <a:gd name="connsiteY460" fmla="*/ 63797 h 606580"/>
              <a:gd name="connsiteX461" fmla="*/ 214677 w 608133"/>
              <a:gd name="connsiteY461" fmla="*/ 68773 h 606580"/>
              <a:gd name="connsiteX462" fmla="*/ 195765 w 608133"/>
              <a:gd name="connsiteY462" fmla="*/ 69283 h 606580"/>
              <a:gd name="connsiteX463" fmla="*/ 194487 w 608133"/>
              <a:gd name="connsiteY463" fmla="*/ 58693 h 606580"/>
              <a:gd name="connsiteX464" fmla="*/ 209310 w 608133"/>
              <a:gd name="connsiteY464" fmla="*/ 58438 h 606580"/>
              <a:gd name="connsiteX465" fmla="*/ 220555 w 608133"/>
              <a:gd name="connsiteY465" fmla="*/ 47593 h 606580"/>
              <a:gd name="connsiteX466" fmla="*/ 214422 w 608133"/>
              <a:gd name="connsiteY466" fmla="*/ 44658 h 606580"/>
              <a:gd name="connsiteX467" fmla="*/ 206244 w 608133"/>
              <a:gd name="connsiteY467" fmla="*/ 52441 h 606580"/>
              <a:gd name="connsiteX468" fmla="*/ 192698 w 608133"/>
              <a:gd name="connsiteY468" fmla="*/ 51676 h 606580"/>
              <a:gd name="connsiteX469" fmla="*/ 184520 w 608133"/>
              <a:gd name="connsiteY469" fmla="*/ 40575 h 606580"/>
              <a:gd name="connsiteX470" fmla="*/ 167142 w 608133"/>
              <a:gd name="connsiteY470" fmla="*/ 40575 h 606580"/>
              <a:gd name="connsiteX471" fmla="*/ 148996 w 608133"/>
              <a:gd name="connsiteY471" fmla="*/ 53972 h 606580"/>
              <a:gd name="connsiteX472" fmla="*/ 165608 w 608133"/>
              <a:gd name="connsiteY472" fmla="*/ 53972 h 606580"/>
              <a:gd name="connsiteX473" fmla="*/ 167142 w 608133"/>
              <a:gd name="connsiteY473" fmla="*/ 58693 h 606580"/>
              <a:gd name="connsiteX474" fmla="*/ 162797 w 608133"/>
              <a:gd name="connsiteY474" fmla="*/ 62776 h 606580"/>
              <a:gd name="connsiteX475" fmla="*/ 181198 w 608133"/>
              <a:gd name="connsiteY475" fmla="*/ 63287 h 606580"/>
              <a:gd name="connsiteX476" fmla="*/ 184009 w 608133"/>
              <a:gd name="connsiteY476" fmla="*/ 69794 h 606580"/>
              <a:gd name="connsiteX477" fmla="*/ 163308 w 608133"/>
              <a:gd name="connsiteY477" fmla="*/ 69028 h 606580"/>
              <a:gd name="connsiteX478" fmla="*/ 162286 w 608133"/>
              <a:gd name="connsiteY478" fmla="*/ 64052 h 606580"/>
              <a:gd name="connsiteX479" fmla="*/ 149252 w 608133"/>
              <a:gd name="connsiteY479" fmla="*/ 61245 h 606580"/>
              <a:gd name="connsiteX480" fmla="*/ 142352 w 608133"/>
              <a:gd name="connsiteY480" fmla="*/ 57545 h 606580"/>
              <a:gd name="connsiteX481" fmla="*/ 129445 w 608133"/>
              <a:gd name="connsiteY481" fmla="*/ 57545 h 606580"/>
              <a:gd name="connsiteX482" fmla="*/ 310515 w 608133"/>
              <a:gd name="connsiteY482" fmla="*/ 0 h 606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Lst>
            <a:rect l="l" t="t" r="r" b="b"/>
            <a:pathLst>
              <a:path w="608133" h="606580">
                <a:moveTo>
                  <a:pt x="353905" y="372216"/>
                </a:moveTo>
                <a:lnTo>
                  <a:pt x="357698" y="373425"/>
                </a:lnTo>
                <a:lnTo>
                  <a:pt x="354188" y="382408"/>
                </a:lnTo>
                <a:cubicBezTo>
                  <a:pt x="348856" y="388184"/>
                  <a:pt x="341448" y="392013"/>
                  <a:pt x="333146" y="392715"/>
                </a:cubicBezTo>
                <a:lnTo>
                  <a:pt x="333146" y="400756"/>
                </a:lnTo>
                <a:lnTo>
                  <a:pt x="341831" y="400756"/>
                </a:lnTo>
                <a:lnTo>
                  <a:pt x="341831" y="406245"/>
                </a:lnTo>
                <a:lnTo>
                  <a:pt x="319097" y="406245"/>
                </a:lnTo>
                <a:lnTo>
                  <a:pt x="319097" y="400756"/>
                </a:lnTo>
                <a:lnTo>
                  <a:pt x="329187" y="400756"/>
                </a:lnTo>
                <a:lnTo>
                  <a:pt x="329187" y="392715"/>
                </a:lnTo>
                <a:lnTo>
                  <a:pt x="329187" y="390162"/>
                </a:lnTo>
                <a:lnTo>
                  <a:pt x="329187" y="388631"/>
                </a:lnTo>
                <a:cubicBezTo>
                  <a:pt x="329570" y="388631"/>
                  <a:pt x="330081" y="388758"/>
                  <a:pt x="330464" y="388758"/>
                </a:cubicBezTo>
                <a:cubicBezTo>
                  <a:pt x="338255" y="388758"/>
                  <a:pt x="345344" y="385567"/>
                  <a:pt x="350484" y="380430"/>
                </a:cubicBezTo>
                <a:close/>
                <a:moveTo>
                  <a:pt x="154231" y="365050"/>
                </a:moveTo>
                <a:lnTo>
                  <a:pt x="154668" y="366964"/>
                </a:lnTo>
                <a:lnTo>
                  <a:pt x="155372" y="370090"/>
                </a:lnTo>
                <a:lnTo>
                  <a:pt x="153754" y="367178"/>
                </a:lnTo>
                <a:lnTo>
                  <a:pt x="153213" y="366194"/>
                </a:lnTo>
                <a:close/>
                <a:moveTo>
                  <a:pt x="154228" y="365035"/>
                </a:moveTo>
                <a:lnTo>
                  <a:pt x="153198" y="366178"/>
                </a:lnTo>
                <a:lnTo>
                  <a:pt x="153754" y="367178"/>
                </a:lnTo>
                <a:lnTo>
                  <a:pt x="155385" y="370149"/>
                </a:lnTo>
                <a:lnTo>
                  <a:pt x="155372" y="370090"/>
                </a:lnTo>
                <a:lnTo>
                  <a:pt x="155386" y="370116"/>
                </a:lnTo>
                <a:lnTo>
                  <a:pt x="154668" y="366964"/>
                </a:lnTo>
                <a:lnTo>
                  <a:pt x="154235" y="365045"/>
                </a:lnTo>
                <a:lnTo>
                  <a:pt x="154231" y="365050"/>
                </a:lnTo>
                <a:close/>
                <a:moveTo>
                  <a:pt x="129357" y="298669"/>
                </a:moveTo>
                <a:lnTo>
                  <a:pt x="136291" y="312738"/>
                </a:lnTo>
                <a:lnTo>
                  <a:pt x="136471" y="313109"/>
                </a:lnTo>
                <a:lnTo>
                  <a:pt x="133402" y="312982"/>
                </a:lnTo>
                <a:lnTo>
                  <a:pt x="127529" y="313873"/>
                </a:lnTo>
                <a:lnTo>
                  <a:pt x="127529" y="300738"/>
                </a:lnTo>
                <a:close/>
                <a:moveTo>
                  <a:pt x="129305" y="298562"/>
                </a:moveTo>
                <a:lnTo>
                  <a:pt x="127512" y="300731"/>
                </a:lnTo>
                <a:lnTo>
                  <a:pt x="127512" y="313875"/>
                </a:lnTo>
                <a:lnTo>
                  <a:pt x="127529" y="313873"/>
                </a:lnTo>
                <a:lnTo>
                  <a:pt x="127529" y="313880"/>
                </a:lnTo>
                <a:lnTo>
                  <a:pt x="133407" y="312987"/>
                </a:lnTo>
                <a:lnTo>
                  <a:pt x="136473" y="313115"/>
                </a:lnTo>
                <a:lnTo>
                  <a:pt x="136471" y="313109"/>
                </a:lnTo>
                <a:lnTo>
                  <a:pt x="136474" y="313109"/>
                </a:lnTo>
                <a:lnTo>
                  <a:pt x="136291" y="312738"/>
                </a:lnTo>
                <a:lnTo>
                  <a:pt x="129445" y="298569"/>
                </a:lnTo>
                <a:lnTo>
                  <a:pt x="129357" y="298669"/>
                </a:lnTo>
                <a:close/>
                <a:moveTo>
                  <a:pt x="70350" y="249152"/>
                </a:moveTo>
                <a:lnTo>
                  <a:pt x="73599" y="253747"/>
                </a:lnTo>
                <a:lnTo>
                  <a:pt x="73003" y="254932"/>
                </a:lnTo>
                <a:lnTo>
                  <a:pt x="69753" y="254932"/>
                </a:lnTo>
                <a:lnTo>
                  <a:pt x="68611" y="254900"/>
                </a:lnTo>
                <a:lnTo>
                  <a:pt x="67343" y="250596"/>
                </a:lnTo>
                <a:lnTo>
                  <a:pt x="67374" y="250579"/>
                </a:lnTo>
                <a:close/>
                <a:moveTo>
                  <a:pt x="12543" y="235433"/>
                </a:moveTo>
                <a:lnTo>
                  <a:pt x="14960" y="247257"/>
                </a:lnTo>
                <a:lnTo>
                  <a:pt x="20187" y="255668"/>
                </a:lnTo>
                <a:lnTo>
                  <a:pt x="23757" y="259618"/>
                </a:lnTo>
                <a:lnTo>
                  <a:pt x="30131" y="262039"/>
                </a:lnTo>
                <a:lnTo>
                  <a:pt x="24139" y="269048"/>
                </a:lnTo>
                <a:lnTo>
                  <a:pt x="12537" y="270195"/>
                </a:lnTo>
                <a:lnTo>
                  <a:pt x="3740" y="270195"/>
                </a:lnTo>
                <a:lnTo>
                  <a:pt x="4760" y="260001"/>
                </a:lnTo>
                <a:lnTo>
                  <a:pt x="10311" y="258832"/>
                </a:lnTo>
                <a:lnTo>
                  <a:pt x="12012" y="258505"/>
                </a:lnTo>
                <a:lnTo>
                  <a:pt x="12008" y="258475"/>
                </a:lnTo>
                <a:lnTo>
                  <a:pt x="12027" y="258471"/>
                </a:lnTo>
                <a:lnTo>
                  <a:pt x="11390" y="253756"/>
                </a:lnTo>
                <a:lnTo>
                  <a:pt x="11386" y="253754"/>
                </a:lnTo>
                <a:lnTo>
                  <a:pt x="11373" y="253656"/>
                </a:lnTo>
                <a:lnTo>
                  <a:pt x="7285" y="251138"/>
                </a:lnTo>
                <a:lnTo>
                  <a:pt x="5398" y="249933"/>
                </a:lnTo>
                <a:lnTo>
                  <a:pt x="4888" y="249679"/>
                </a:lnTo>
                <a:cubicBezTo>
                  <a:pt x="5653" y="245218"/>
                  <a:pt x="6545" y="240758"/>
                  <a:pt x="7565" y="236426"/>
                </a:cubicBezTo>
                <a:lnTo>
                  <a:pt x="8330" y="236298"/>
                </a:lnTo>
                <a:lnTo>
                  <a:pt x="8443" y="236274"/>
                </a:lnTo>
                <a:lnTo>
                  <a:pt x="8434" y="236304"/>
                </a:lnTo>
                <a:close/>
                <a:moveTo>
                  <a:pt x="606846" y="233360"/>
                </a:moveTo>
                <a:cubicBezTo>
                  <a:pt x="607361" y="235011"/>
                  <a:pt x="607747" y="236663"/>
                  <a:pt x="608133" y="238441"/>
                </a:cubicBezTo>
                <a:lnTo>
                  <a:pt x="605945" y="234376"/>
                </a:lnTo>
                <a:close/>
                <a:moveTo>
                  <a:pt x="204076" y="166111"/>
                </a:moveTo>
                <a:lnTo>
                  <a:pt x="204076" y="171954"/>
                </a:lnTo>
                <a:lnTo>
                  <a:pt x="199732" y="176272"/>
                </a:lnTo>
                <a:lnTo>
                  <a:pt x="189892" y="176272"/>
                </a:lnTo>
                <a:lnTo>
                  <a:pt x="191426" y="169668"/>
                </a:lnTo>
                <a:lnTo>
                  <a:pt x="196026" y="169286"/>
                </a:lnTo>
                <a:lnTo>
                  <a:pt x="197048" y="167000"/>
                </a:lnTo>
                <a:close/>
                <a:moveTo>
                  <a:pt x="581533" y="165335"/>
                </a:moveTo>
                <a:cubicBezTo>
                  <a:pt x="584078" y="170193"/>
                  <a:pt x="586495" y="175178"/>
                  <a:pt x="588657" y="180163"/>
                </a:cubicBezTo>
                <a:lnTo>
                  <a:pt x="585604" y="180035"/>
                </a:lnTo>
                <a:lnTo>
                  <a:pt x="579625" y="180930"/>
                </a:lnTo>
                <a:lnTo>
                  <a:pt x="579625" y="167380"/>
                </a:lnTo>
                <a:close/>
                <a:moveTo>
                  <a:pt x="208944" y="160607"/>
                </a:moveTo>
                <a:lnTo>
                  <a:pt x="209708" y="160607"/>
                </a:lnTo>
                <a:lnTo>
                  <a:pt x="221293" y="164052"/>
                </a:lnTo>
                <a:lnTo>
                  <a:pt x="221293" y="169922"/>
                </a:lnTo>
                <a:lnTo>
                  <a:pt x="211618" y="169922"/>
                </a:lnTo>
                <a:lnTo>
                  <a:pt x="208944" y="166094"/>
                </a:lnTo>
                <a:close/>
                <a:moveTo>
                  <a:pt x="179788" y="153974"/>
                </a:moveTo>
                <a:lnTo>
                  <a:pt x="189892" y="153974"/>
                </a:lnTo>
                <a:lnTo>
                  <a:pt x="176846" y="171968"/>
                </a:lnTo>
                <a:lnTo>
                  <a:pt x="171474" y="169161"/>
                </a:lnTo>
                <a:lnTo>
                  <a:pt x="172625" y="161504"/>
                </a:lnTo>
                <a:close/>
                <a:moveTo>
                  <a:pt x="196031" y="153974"/>
                </a:moveTo>
                <a:lnTo>
                  <a:pt x="206334" y="153974"/>
                </a:lnTo>
                <a:lnTo>
                  <a:pt x="206334" y="159972"/>
                </a:lnTo>
                <a:lnTo>
                  <a:pt x="201747" y="162936"/>
                </a:lnTo>
                <a:lnTo>
                  <a:pt x="196031" y="164065"/>
                </a:lnTo>
                <a:close/>
                <a:moveTo>
                  <a:pt x="215085" y="152986"/>
                </a:moveTo>
                <a:lnTo>
                  <a:pt x="219811" y="155921"/>
                </a:lnTo>
                <a:lnTo>
                  <a:pt x="216107" y="158984"/>
                </a:lnTo>
                <a:lnTo>
                  <a:pt x="212402" y="155921"/>
                </a:lnTo>
                <a:close/>
                <a:moveTo>
                  <a:pt x="201253" y="144306"/>
                </a:moveTo>
                <a:lnTo>
                  <a:pt x="207533" y="150044"/>
                </a:lnTo>
                <a:lnTo>
                  <a:pt x="201253" y="151574"/>
                </a:lnTo>
                <a:close/>
                <a:moveTo>
                  <a:pt x="48012" y="142895"/>
                </a:moveTo>
                <a:lnTo>
                  <a:pt x="48267" y="146335"/>
                </a:lnTo>
                <a:lnTo>
                  <a:pt x="39587" y="156655"/>
                </a:lnTo>
                <a:cubicBezTo>
                  <a:pt x="42268" y="151941"/>
                  <a:pt x="45076" y="147354"/>
                  <a:pt x="48012" y="142895"/>
                </a:cubicBezTo>
                <a:close/>
                <a:moveTo>
                  <a:pt x="183223" y="141625"/>
                </a:moveTo>
                <a:lnTo>
                  <a:pt x="195249" y="141625"/>
                </a:lnTo>
                <a:lnTo>
                  <a:pt x="195249" y="145325"/>
                </a:lnTo>
                <a:lnTo>
                  <a:pt x="197936" y="145325"/>
                </a:lnTo>
                <a:lnTo>
                  <a:pt x="197936" y="151575"/>
                </a:lnTo>
                <a:lnTo>
                  <a:pt x="179512" y="151575"/>
                </a:lnTo>
                <a:lnTo>
                  <a:pt x="172603" y="149662"/>
                </a:lnTo>
                <a:lnTo>
                  <a:pt x="174394" y="145325"/>
                </a:lnTo>
                <a:close/>
                <a:moveTo>
                  <a:pt x="163284" y="118762"/>
                </a:moveTo>
                <a:lnTo>
                  <a:pt x="170557" y="120418"/>
                </a:lnTo>
                <a:lnTo>
                  <a:pt x="168005" y="130101"/>
                </a:lnTo>
                <a:lnTo>
                  <a:pt x="160221" y="132522"/>
                </a:lnTo>
                <a:lnTo>
                  <a:pt x="155244" y="122584"/>
                </a:lnTo>
                <a:close/>
                <a:moveTo>
                  <a:pt x="531175" y="94910"/>
                </a:moveTo>
                <a:cubicBezTo>
                  <a:pt x="536417" y="100396"/>
                  <a:pt x="541530" y="106136"/>
                  <a:pt x="546388" y="112005"/>
                </a:cubicBezTo>
                <a:lnTo>
                  <a:pt x="540380" y="120807"/>
                </a:lnTo>
                <a:lnTo>
                  <a:pt x="519286" y="120679"/>
                </a:lnTo>
                <a:lnTo>
                  <a:pt x="517880" y="116342"/>
                </a:lnTo>
                <a:lnTo>
                  <a:pt x="531175" y="109708"/>
                </a:lnTo>
                <a:close/>
                <a:moveTo>
                  <a:pt x="144924" y="86584"/>
                </a:moveTo>
                <a:cubicBezTo>
                  <a:pt x="145436" y="86584"/>
                  <a:pt x="144924" y="93238"/>
                  <a:pt x="144924" y="93238"/>
                </a:cubicBezTo>
                <a:lnTo>
                  <a:pt x="129693" y="94134"/>
                </a:lnTo>
                <a:lnTo>
                  <a:pt x="126877" y="90807"/>
                </a:lnTo>
                <a:lnTo>
                  <a:pt x="137629" y="87736"/>
                </a:lnTo>
                <a:cubicBezTo>
                  <a:pt x="137629" y="87736"/>
                  <a:pt x="144284" y="86584"/>
                  <a:pt x="144924" y="86584"/>
                </a:cubicBezTo>
                <a:close/>
                <a:moveTo>
                  <a:pt x="134155" y="70142"/>
                </a:moveTo>
                <a:lnTo>
                  <a:pt x="145154" y="70142"/>
                </a:lnTo>
                <a:lnTo>
                  <a:pt x="145154" y="74879"/>
                </a:lnTo>
                <a:lnTo>
                  <a:pt x="141957" y="79104"/>
                </a:lnTo>
                <a:lnTo>
                  <a:pt x="126736" y="79104"/>
                </a:lnTo>
                <a:lnTo>
                  <a:pt x="126736" y="72959"/>
                </a:lnTo>
                <a:lnTo>
                  <a:pt x="126736" y="72447"/>
                </a:lnTo>
                <a:lnTo>
                  <a:pt x="133515" y="72447"/>
                </a:lnTo>
                <a:close/>
                <a:moveTo>
                  <a:pt x="310515" y="0"/>
                </a:moveTo>
                <a:cubicBezTo>
                  <a:pt x="322144" y="0"/>
                  <a:pt x="333772" y="766"/>
                  <a:pt x="345017" y="2042"/>
                </a:cubicBezTo>
                <a:cubicBezTo>
                  <a:pt x="350895" y="2680"/>
                  <a:pt x="356645" y="3318"/>
                  <a:pt x="362268" y="4338"/>
                </a:cubicBezTo>
                <a:cubicBezTo>
                  <a:pt x="363546" y="4593"/>
                  <a:pt x="364696" y="4849"/>
                  <a:pt x="365973" y="5104"/>
                </a:cubicBezTo>
                <a:cubicBezTo>
                  <a:pt x="420793" y="15439"/>
                  <a:pt x="470373" y="40320"/>
                  <a:pt x="510625" y="75408"/>
                </a:cubicBezTo>
                <a:lnTo>
                  <a:pt x="507047" y="81788"/>
                </a:lnTo>
                <a:lnTo>
                  <a:pt x="492863" y="87274"/>
                </a:lnTo>
                <a:lnTo>
                  <a:pt x="486857" y="93654"/>
                </a:lnTo>
                <a:lnTo>
                  <a:pt x="488263" y="101182"/>
                </a:lnTo>
                <a:lnTo>
                  <a:pt x="495546" y="102203"/>
                </a:lnTo>
                <a:lnTo>
                  <a:pt x="500019" y="113048"/>
                </a:lnTo>
                <a:lnTo>
                  <a:pt x="512542" y="108072"/>
                </a:lnTo>
                <a:lnTo>
                  <a:pt x="514714" y="122618"/>
                </a:lnTo>
                <a:lnTo>
                  <a:pt x="510880" y="122618"/>
                </a:lnTo>
                <a:lnTo>
                  <a:pt x="500530" y="121086"/>
                </a:lnTo>
                <a:lnTo>
                  <a:pt x="489029" y="123000"/>
                </a:lnTo>
                <a:lnTo>
                  <a:pt x="477912" y="138439"/>
                </a:lnTo>
                <a:lnTo>
                  <a:pt x="461939" y="140991"/>
                </a:lnTo>
                <a:lnTo>
                  <a:pt x="459639" y="154388"/>
                </a:lnTo>
                <a:lnTo>
                  <a:pt x="466412" y="155920"/>
                </a:lnTo>
                <a:lnTo>
                  <a:pt x="464495" y="164596"/>
                </a:lnTo>
                <a:lnTo>
                  <a:pt x="448650" y="161406"/>
                </a:lnTo>
                <a:lnTo>
                  <a:pt x="434210" y="164596"/>
                </a:lnTo>
                <a:lnTo>
                  <a:pt x="431143" y="172507"/>
                </a:lnTo>
                <a:lnTo>
                  <a:pt x="433571" y="189221"/>
                </a:lnTo>
                <a:lnTo>
                  <a:pt x="442133" y="193177"/>
                </a:lnTo>
                <a:lnTo>
                  <a:pt x="456444" y="193049"/>
                </a:lnTo>
                <a:lnTo>
                  <a:pt x="466028" y="192284"/>
                </a:lnTo>
                <a:lnTo>
                  <a:pt x="468967" y="184628"/>
                </a:lnTo>
                <a:lnTo>
                  <a:pt x="484046" y="165362"/>
                </a:lnTo>
                <a:lnTo>
                  <a:pt x="493885" y="167403"/>
                </a:lnTo>
                <a:lnTo>
                  <a:pt x="503724" y="158727"/>
                </a:lnTo>
                <a:lnTo>
                  <a:pt x="505513" y="165489"/>
                </a:lnTo>
                <a:lnTo>
                  <a:pt x="529537" y="181438"/>
                </a:lnTo>
                <a:lnTo>
                  <a:pt x="526598" y="185394"/>
                </a:lnTo>
                <a:lnTo>
                  <a:pt x="515736" y="184756"/>
                </a:lnTo>
                <a:lnTo>
                  <a:pt x="519953" y="190625"/>
                </a:lnTo>
                <a:lnTo>
                  <a:pt x="526598" y="192029"/>
                </a:lnTo>
                <a:lnTo>
                  <a:pt x="534393" y="188839"/>
                </a:lnTo>
                <a:lnTo>
                  <a:pt x="534265" y="179524"/>
                </a:lnTo>
                <a:lnTo>
                  <a:pt x="537715" y="177866"/>
                </a:lnTo>
                <a:lnTo>
                  <a:pt x="534904" y="174931"/>
                </a:lnTo>
                <a:lnTo>
                  <a:pt x="518931" y="166127"/>
                </a:lnTo>
                <a:lnTo>
                  <a:pt x="514714" y="154388"/>
                </a:lnTo>
                <a:lnTo>
                  <a:pt x="528003" y="154388"/>
                </a:lnTo>
                <a:lnTo>
                  <a:pt x="532220" y="158599"/>
                </a:lnTo>
                <a:lnTo>
                  <a:pt x="543721" y="168296"/>
                </a:lnTo>
                <a:lnTo>
                  <a:pt x="544232" y="180162"/>
                </a:lnTo>
                <a:lnTo>
                  <a:pt x="556116" y="192539"/>
                </a:lnTo>
                <a:lnTo>
                  <a:pt x="560588" y="175441"/>
                </a:lnTo>
                <a:lnTo>
                  <a:pt x="568766" y="171103"/>
                </a:lnTo>
                <a:lnTo>
                  <a:pt x="570300" y="185011"/>
                </a:lnTo>
                <a:lnTo>
                  <a:pt x="578350" y="193815"/>
                </a:lnTo>
                <a:lnTo>
                  <a:pt x="594323" y="193432"/>
                </a:lnTo>
                <a:cubicBezTo>
                  <a:pt x="597518" y="201343"/>
                  <a:pt x="600201" y="209381"/>
                  <a:pt x="602629" y="217547"/>
                </a:cubicBezTo>
                <a:lnTo>
                  <a:pt x="600968" y="219078"/>
                </a:lnTo>
                <a:lnTo>
                  <a:pt x="576434" y="219078"/>
                </a:lnTo>
                <a:lnTo>
                  <a:pt x="561483" y="208105"/>
                </a:lnTo>
                <a:lnTo>
                  <a:pt x="545765" y="209636"/>
                </a:lnTo>
                <a:lnTo>
                  <a:pt x="545765" y="219078"/>
                </a:lnTo>
                <a:lnTo>
                  <a:pt x="540782" y="219078"/>
                </a:lnTo>
                <a:lnTo>
                  <a:pt x="535415" y="215251"/>
                </a:lnTo>
                <a:lnTo>
                  <a:pt x="508197" y="208488"/>
                </a:lnTo>
                <a:lnTo>
                  <a:pt x="508197" y="191008"/>
                </a:lnTo>
                <a:lnTo>
                  <a:pt x="473567" y="193687"/>
                </a:lnTo>
                <a:lnTo>
                  <a:pt x="462961" y="199429"/>
                </a:lnTo>
                <a:lnTo>
                  <a:pt x="449161" y="199429"/>
                </a:lnTo>
                <a:lnTo>
                  <a:pt x="442516" y="198791"/>
                </a:lnTo>
                <a:lnTo>
                  <a:pt x="425904" y="207850"/>
                </a:lnTo>
                <a:lnTo>
                  <a:pt x="425904" y="224948"/>
                </a:lnTo>
                <a:lnTo>
                  <a:pt x="391914" y="249190"/>
                </a:lnTo>
                <a:lnTo>
                  <a:pt x="394725" y="259526"/>
                </a:lnTo>
                <a:lnTo>
                  <a:pt x="401625" y="259526"/>
                </a:lnTo>
                <a:lnTo>
                  <a:pt x="399836" y="269350"/>
                </a:lnTo>
                <a:lnTo>
                  <a:pt x="394853" y="271136"/>
                </a:lnTo>
                <a:lnTo>
                  <a:pt x="394725" y="296910"/>
                </a:lnTo>
                <a:lnTo>
                  <a:pt x="423987" y="329957"/>
                </a:lnTo>
                <a:lnTo>
                  <a:pt x="436893" y="329957"/>
                </a:lnTo>
                <a:lnTo>
                  <a:pt x="437660" y="327916"/>
                </a:lnTo>
                <a:lnTo>
                  <a:pt x="460661" y="327916"/>
                </a:lnTo>
                <a:lnTo>
                  <a:pt x="467306" y="321791"/>
                </a:lnTo>
                <a:lnTo>
                  <a:pt x="480340" y="321791"/>
                </a:lnTo>
                <a:lnTo>
                  <a:pt x="487496" y="328936"/>
                </a:lnTo>
                <a:lnTo>
                  <a:pt x="506919" y="330850"/>
                </a:lnTo>
                <a:lnTo>
                  <a:pt x="504363" y="356369"/>
                </a:lnTo>
                <a:lnTo>
                  <a:pt x="525959" y="394009"/>
                </a:lnTo>
                <a:lnTo>
                  <a:pt x="514586" y="415445"/>
                </a:lnTo>
                <a:lnTo>
                  <a:pt x="515353" y="425525"/>
                </a:lnTo>
                <a:lnTo>
                  <a:pt x="524298" y="434329"/>
                </a:lnTo>
                <a:lnTo>
                  <a:pt x="524298" y="458571"/>
                </a:lnTo>
                <a:lnTo>
                  <a:pt x="536054" y="474265"/>
                </a:lnTo>
                <a:lnTo>
                  <a:pt x="536054" y="494425"/>
                </a:lnTo>
                <a:lnTo>
                  <a:pt x="546149" y="494425"/>
                </a:lnTo>
                <a:cubicBezTo>
                  <a:pt x="489668" y="562815"/>
                  <a:pt x="403670" y="606580"/>
                  <a:pt x="307576" y="606580"/>
                </a:cubicBezTo>
                <a:cubicBezTo>
                  <a:pt x="138518" y="606580"/>
                  <a:pt x="894" y="471331"/>
                  <a:pt x="0" y="304694"/>
                </a:cubicBezTo>
                <a:cubicBezTo>
                  <a:pt x="128" y="285937"/>
                  <a:pt x="1917" y="267691"/>
                  <a:pt x="5367" y="249956"/>
                </a:cubicBezTo>
                <a:lnTo>
                  <a:pt x="7285" y="251138"/>
                </a:lnTo>
                <a:lnTo>
                  <a:pt x="11386" y="253754"/>
                </a:lnTo>
                <a:lnTo>
                  <a:pt x="12008" y="258475"/>
                </a:lnTo>
                <a:lnTo>
                  <a:pt x="10311" y="258832"/>
                </a:lnTo>
                <a:lnTo>
                  <a:pt x="4728" y="259908"/>
                </a:lnTo>
                <a:lnTo>
                  <a:pt x="3705" y="270243"/>
                </a:lnTo>
                <a:lnTo>
                  <a:pt x="12651" y="270243"/>
                </a:lnTo>
                <a:lnTo>
                  <a:pt x="24279" y="269095"/>
                </a:lnTo>
                <a:lnTo>
                  <a:pt x="30285" y="262077"/>
                </a:lnTo>
                <a:lnTo>
                  <a:pt x="23896" y="259653"/>
                </a:lnTo>
                <a:lnTo>
                  <a:pt x="20446" y="255570"/>
                </a:lnTo>
                <a:lnTo>
                  <a:pt x="15079" y="247277"/>
                </a:lnTo>
                <a:lnTo>
                  <a:pt x="12651" y="235410"/>
                </a:lnTo>
                <a:lnTo>
                  <a:pt x="12543" y="235433"/>
                </a:lnTo>
                <a:lnTo>
                  <a:pt x="12537" y="235406"/>
                </a:lnTo>
                <a:lnTo>
                  <a:pt x="8443" y="236274"/>
                </a:lnTo>
                <a:lnTo>
                  <a:pt x="24663" y="186925"/>
                </a:lnTo>
                <a:lnTo>
                  <a:pt x="24663" y="201470"/>
                </a:lnTo>
                <a:lnTo>
                  <a:pt x="37441" y="207595"/>
                </a:lnTo>
                <a:lnTo>
                  <a:pt x="37441" y="231583"/>
                </a:lnTo>
                <a:lnTo>
                  <a:pt x="49708" y="252253"/>
                </a:lnTo>
                <a:lnTo>
                  <a:pt x="59675" y="253784"/>
                </a:lnTo>
                <a:lnTo>
                  <a:pt x="60953" y="246639"/>
                </a:lnTo>
                <a:lnTo>
                  <a:pt x="49197" y="228775"/>
                </a:lnTo>
                <a:lnTo>
                  <a:pt x="46897" y="211295"/>
                </a:lnTo>
                <a:lnTo>
                  <a:pt x="53797" y="211295"/>
                </a:lnTo>
                <a:lnTo>
                  <a:pt x="56736" y="229286"/>
                </a:lnTo>
                <a:lnTo>
                  <a:pt x="70537" y="249063"/>
                </a:lnTo>
                <a:lnTo>
                  <a:pt x="70350" y="249152"/>
                </a:lnTo>
                <a:lnTo>
                  <a:pt x="70260" y="249025"/>
                </a:lnTo>
                <a:lnTo>
                  <a:pt x="67374" y="250579"/>
                </a:lnTo>
                <a:lnTo>
                  <a:pt x="67342" y="250594"/>
                </a:lnTo>
                <a:lnTo>
                  <a:pt x="67343" y="250596"/>
                </a:lnTo>
                <a:lnTo>
                  <a:pt x="67178" y="250684"/>
                </a:lnTo>
                <a:lnTo>
                  <a:pt x="68462" y="254896"/>
                </a:lnTo>
                <a:lnTo>
                  <a:pt x="68611" y="254900"/>
                </a:lnTo>
                <a:lnTo>
                  <a:pt x="68620" y="254932"/>
                </a:lnTo>
                <a:lnTo>
                  <a:pt x="69753" y="254932"/>
                </a:lnTo>
                <a:lnTo>
                  <a:pt x="72957" y="255023"/>
                </a:lnTo>
                <a:lnTo>
                  <a:pt x="73003" y="254932"/>
                </a:lnTo>
                <a:lnTo>
                  <a:pt x="73093" y="254932"/>
                </a:lnTo>
                <a:lnTo>
                  <a:pt x="69387" y="261695"/>
                </a:lnTo>
                <a:lnTo>
                  <a:pt x="80121" y="277899"/>
                </a:lnTo>
                <a:lnTo>
                  <a:pt x="106955" y="284534"/>
                </a:lnTo>
                <a:lnTo>
                  <a:pt x="106955" y="280196"/>
                </a:lnTo>
                <a:lnTo>
                  <a:pt x="117689" y="281727"/>
                </a:lnTo>
                <a:lnTo>
                  <a:pt x="116667" y="289255"/>
                </a:lnTo>
                <a:lnTo>
                  <a:pt x="125101" y="290786"/>
                </a:lnTo>
                <a:lnTo>
                  <a:pt x="138135" y="294358"/>
                </a:lnTo>
                <a:lnTo>
                  <a:pt x="156536" y="315029"/>
                </a:lnTo>
                <a:lnTo>
                  <a:pt x="180048" y="316815"/>
                </a:lnTo>
                <a:lnTo>
                  <a:pt x="182348" y="335699"/>
                </a:lnTo>
                <a:lnTo>
                  <a:pt x="166247" y="346799"/>
                </a:lnTo>
                <a:lnTo>
                  <a:pt x="165480" y="363769"/>
                </a:lnTo>
                <a:lnTo>
                  <a:pt x="163180" y="374104"/>
                </a:lnTo>
                <a:lnTo>
                  <a:pt x="186437" y="402813"/>
                </a:lnTo>
                <a:lnTo>
                  <a:pt x="188226" y="412638"/>
                </a:lnTo>
                <a:cubicBezTo>
                  <a:pt x="188226" y="412638"/>
                  <a:pt x="196660" y="414934"/>
                  <a:pt x="197682" y="414934"/>
                </a:cubicBezTo>
                <a:cubicBezTo>
                  <a:pt x="198704" y="414934"/>
                  <a:pt x="216722" y="428332"/>
                  <a:pt x="216722" y="428332"/>
                </a:cubicBezTo>
                <a:lnTo>
                  <a:pt x="216722" y="480262"/>
                </a:lnTo>
                <a:lnTo>
                  <a:pt x="222983" y="482049"/>
                </a:lnTo>
                <a:lnTo>
                  <a:pt x="218639" y="506036"/>
                </a:lnTo>
                <a:lnTo>
                  <a:pt x="229372" y="520199"/>
                </a:lnTo>
                <a:lnTo>
                  <a:pt x="227456" y="543932"/>
                </a:lnTo>
                <a:lnTo>
                  <a:pt x="241640" y="568557"/>
                </a:lnTo>
                <a:lnTo>
                  <a:pt x="259785" y="584251"/>
                </a:lnTo>
                <a:lnTo>
                  <a:pt x="278058" y="584506"/>
                </a:lnTo>
                <a:lnTo>
                  <a:pt x="279847" y="578765"/>
                </a:lnTo>
                <a:lnTo>
                  <a:pt x="266430" y="567536"/>
                </a:lnTo>
                <a:lnTo>
                  <a:pt x="267196" y="562050"/>
                </a:lnTo>
                <a:lnTo>
                  <a:pt x="269624" y="555287"/>
                </a:lnTo>
                <a:lnTo>
                  <a:pt x="270135" y="548270"/>
                </a:lnTo>
                <a:lnTo>
                  <a:pt x="261063" y="548015"/>
                </a:lnTo>
                <a:lnTo>
                  <a:pt x="256463" y="542273"/>
                </a:lnTo>
                <a:lnTo>
                  <a:pt x="264002" y="535128"/>
                </a:lnTo>
                <a:lnTo>
                  <a:pt x="265024" y="529769"/>
                </a:lnTo>
                <a:lnTo>
                  <a:pt x="256590" y="527344"/>
                </a:lnTo>
                <a:lnTo>
                  <a:pt x="257102" y="522241"/>
                </a:lnTo>
                <a:lnTo>
                  <a:pt x="269113" y="520454"/>
                </a:lnTo>
                <a:lnTo>
                  <a:pt x="287386" y="511778"/>
                </a:lnTo>
                <a:lnTo>
                  <a:pt x="293520" y="500677"/>
                </a:lnTo>
                <a:lnTo>
                  <a:pt x="312688" y="476562"/>
                </a:lnTo>
                <a:lnTo>
                  <a:pt x="308343" y="457551"/>
                </a:lnTo>
                <a:lnTo>
                  <a:pt x="314221" y="447471"/>
                </a:lnTo>
                <a:lnTo>
                  <a:pt x="331855" y="447981"/>
                </a:lnTo>
                <a:lnTo>
                  <a:pt x="343739" y="438667"/>
                </a:lnTo>
                <a:lnTo>
                  <a:pt x="347573" y="402175"/>
                </a:lnTo>
                <a:lnTo>
                  <a:pt x="360734" y="385715"/>
                </a:lnTo>
                <a:lnTo>
                  <a:pt x="363034" y="375125"/>
                </a:lnTo>
                <a:lnTo>
                  <a:pt x="357698" y="373425"/>
                </a:lnTo>
                <a:lnTo>
                  <a:pt x="362777" y="360422"/>
                </a:lnTo>
                <a:cubicBezTo>
                  <a:pt x="362777" y="342680"/>
                  <a:pt x="348345" y="328129"/>
                  <a:pt x="330464" y="328129"/>
                </a:cubicBezTo>
                <a:cubicBezTo>
                  <a:pt x="329826" y="328129"/>
                  <a:pt x="329187" y="328129"/>
                  <a:pt x="328421" y="328257"/>
                </a:cubicBezTo>
                <a:lnTo>
                  <a:pt x="328421" y="332341"/>
                </a:lnTo>
                <a:cubicBezTo>
                  <a:pt x="329187" y="332214"/>
                  <a:pt x="329826" y="332214"/>
                  <a:pt x="330464" y="332214"/>
                </a:cubicBezTo>
                <a:cubicBezTo>
                  <a:pt x="346046" y="332214"/>
                  <a:pt x="358818" y="344850"/>
                  <a:pt x="358818" y="360422"/>
                </a:cubicBezTo>
                <a:lnTo>
                  <a:pt x="353905" y="372216"/>
                </a:lnTo>
                <a:lnTo>
                  <a:pt x="351023" y="371297"/>
                </a:lnTo>
                <a:lnTo>
                  <a:pt x="343100" y="358410"/>
                </a:lnTo>
                <a:lnTo>
                  <a:pt x="316010" y="358155"/>
                </a:lnTo>
                <a:lnTo>
                  <a:pt x="294542" y="350117"/>
                </a:lnTo>
                <a:lnTo>
                  <a:pt x="293520" y="334933"/>
                </a:lnTo>
                <a:lnTo>
                  <a:pt x="286236" y="322557"/>
                </a:lnTo>
                <a:lnTo>
                  <a:pt x="266813" y="322301"/>
                </a:lnTo>
                <a:lnTo>
                  <a:pt x="255568" y="304949"/>
                </a:lnTo>
                <a:lnTo>
                  <a:pt x="245601" y="300100"/>
                </a:lnTo>
                <a:lnTo>
                  <a:pt x="245090" y="305459"/>
                </a:lnTo>
                <a:lnTo>
                  <a:pt x="226944" y="306480"/>
                </a:lnTo>
                <a:lnTo>
                  <a:pt x="220300" y="297421"/>
                </a:lnTo>
                <a:lnTo>
                  <a:pt x="201388" y="293593"/>
                </a:lnTo>
                <a:lnTo>
                  <a:pt x="185798" y="311328"/>
                </a:lnTo>
                <a:lnTo>
                  <a:pt x="163691" y="307628"/>
                </a:lnTo>
                <a:lnTo>
                  <a:pt x="163564" y="307628"/>
                </a:lnTo>
                <a:lnTo>
                  <a:pt x="161264" y="307245"/>
                </a:lnTo>
                <a:lnTo>
                  <a:pt x="159475" y="279940"/>
                </a:lnTo>
                <a:lnTo>
                  <a:pt x="141585" y="277006"/>
                </a:lnTo>
                <a:lnTo>
                  <a:pt x="148741" y="263608"/>
                </a:lnTo>
                <a:lnTo>
                  <a:pt x="146696" y="255825"/>
                </a:lnTo>
                <a:lnTo>
                  <a:pt x="123184" y="271392"/>
                </a:lnTo>
                <a:lnTo>
                  <a:pt x="108361" y="269605"/>
                </a:lnTo>
                <a:lnTo>
                  <a:pt x="103122" y="258250"/>
                </a:lnTo>
                <a:lnTo>
                  <a:pt x="106316" y="246383"/>
                </a:lnTo>
                <a:lnTo>
                  <a:pt x="114495" y="231583"/>
                </a:lnTo>
                <a:lnTo>
                  <a:pt x="133279" y="222268"/>
                </a:lnTo>
                <a:lnTo>
                  <a:pt x="169570" y="222268"/>
                </a:lnTo>
                <a:lnTo>
                  <a:pt x="169442" y="233114"/>
                </a:lnTo>
                <a:lnTo>
                  <a:pt x="182476" y="239111"/>
                </a:lnTo>
                <a:lnTo>
                  <a:pt x="181453" y="220482"/>
                </a:lnTo>
                <a:lnTo>
                  <a:pt x="190909" y="211168"/>
                </a:lnTo>
                <a:lnTo>
                  <a:pt x="209821" y="198791"/>
                </a:lnTo>
                <a:lnTo>
                  <a:pt x="211099" y="190242"/>
                </a:lnTo>
                <a:lnTo>
                  <a:pt x="230011" y="170720"/>
                </a:lnTo>
                <a:lnTo>
                  <a:pt x="250201" y="159747"/>
                </a:lnTo>
                <a:lnTo>
                  <a:pt x="248412" y="158344"/>
                </a:lnTo>
                <a:lnTo>
                  <a:pt x="261957" y="145712"/>
                </a:lnTo>
                <a:lnTo>
                  <a:pt x="266941" y="146988"/>
                </a:lnTo>
                <a:lnTo>
                  <a:pt x="269241" y="149795"/>
                </a:lnTo>
                <a:lnTo>
                  <a:pt x="274480" y="144181"/>
                </a:lnTo>
                <a:lnTo>
                  <a:pt x="275758" y="143543"/>
                </a:lnTo>
                <a:lnTo>
                  <a:pt x="270008" y="142777"/>
                </a:lnTo>
                <a:lnTo>
                  <a:pt x="264257" y="140991"/>
                </a:lnTo>
                <a:lnTo>
                  <a:pt x="264257" y="135505"/>
                </a:lnTo>
                <a:lnTo>
                  <a:pt x="267324" y="132953"/>
                </a:lnTo>
                <a:lnTo>
                  <a:pt x="274097" y="132953"/>
                </a:lnTo>
                <a:lnTo>
                  <a:pt x="277164" y="134356"/>
                </a:lnTo>
                <a:lnTo>
                  <a:pt x="279719" y="139588"/>
                </a:lnTo>
                <a:lnTo>
                  <a:pt x="283042" y="139077"/>
                </a:lnTo>
                <a:lnTo>
                  <a:pt x="283042" y="138694"/>
                </a:lnTo>
                <a:lnTo>
                  <a:pt x="283936" y="138950"/>
                </a:lnTo>
                <a:lnTo>
                  <a:pt x="293392" y="137546"/>
                </a:lnTo>
                <a:lnTo>
                  <a:pt x="294670" y="132953"/>
                </a:lnTo>
                <a:lnTo>
                  <a:pt x="300165" y="134356"/>
                </a:lnTo>
                <a:lnTo>
                  <a:pt x="300165" y="139205"/>
                </a:lnTo>
                <a:lnTo>
                  <a:pt x="295181" y="142650"/>
                </a:lnTo>
                <a:lnTo>
                  <a:pt x="295820" y="148009"/>
                </a:lnTo>
                <a:lnTo>
                  <a:pt x="312943" y="153240"/>
                </a:lnTo>
                <a:cubicBezTo>
                  <a:pt x="312943" y="153240"/>
                  <a:pt x="312943" y="153368"/>
                  <a:pt x="312943" y="153495"/>
                </a:cubicBezTo>
                <a:lnTo>
                  <a:pt x="316904" y="153113"/>
                </a:lnTo>
                <a:lnTo>
                  <a:pt x="317160" y="145840"/>
                </a:lnTo>
                <a:lnTo>
                  <a:pt x="303615" y="139715"/>
                </a:lnTo>
                <a:lnTo>
                  <a:pt x="302848" y="136270"/>
                </a:lnTo>
                <a:lnTo>
                  <a:pt x="314093" y="132442"/>
                </a:lnTo>
                <a:lnTo>
                  <a:pt x="314604" y="121852"/>
                </a:lnTo>
                <a:lnTo>
                  <a:pt x="302848" y="114834"/>
                </a:lnTo>
                <a:lnTo>
                  <a:pt x="302081" y="96844"/>
                </a:lnTo>
                <a:lnTo>
                  <a:pt x="285981" y="104754"/>
                </a:lnTo>
                <a:lnTo>
                  <a:pt x="280103" y="104754"/>
                </a:lnTo>
                <a:lnTo>
                  <a:pt x="281636" y="91102"/>
                </a:lnTo>
                <a:lnTo>
                  <a:pt x="259785" y="85998"/>
                </a:lnTo>
                <a:lnTo>
                  <a:pt x="250712" y="92761"/>
                </a:lnTo>
                <a:lnTo>
                  <a:pt x="250712" y="113303"/>
                </a:lnTo>
                <a:lnTo>
                  <a:pt x="234356" y="118407"/>
                </a:lnTo>
                <a:lnTo>
                  <a:pt x="227839" y="131932"/>
                </a:lnTo>
                <a:lnTo>
                  <a:pt x="220683" y="133080"/>
                </a:lnTo>
                <a:lnTo>
                  <a:pt x="220683" y="115855"/>
                </a:lnTo>
                <a:lnTo>
                  <a:pt x="205349" y="113686"/>
                </a:lnTo>
                <a:lnTo>
                  <a:pt x="197682" y="108837"/>
                </a:lnTo>
                <a:lnTo>
                  <a:pt x="194743" y="97609"/>
                </a:lnTo>
                <a:lnTo>
                  <a:pt x="222089" y="81788"/>
                </a:lnTo>
                <a:lnTo>
                  <a:pt x="235506" y="77832"/>
                </a:lnTo>
                <a:lnTo>
                  <a:pt x="236912" y="86636"/>
                </a:lnTo>
                <a:lnTo>
                  <a:pt x="244323" y="86253"/>
                </a:lnTo>
                <a:lnTo>
                  <a:pt x="244962" y="81788"/>
                </a:lnTo>
                <a:lnTo>
                  <a:pt x="252757" y="80767"/>
                </a:lnTo>
                <a:lnTo>
                  <a:pt x="252885" y="79108"/>
                </a:lnTo>
                <a:lnTo>
                  <a:pt x="249562" y="77832"/>
                </a:lnTo>
                <a:lnTo>
                  <a:pt x="248796" y="72984"/>
                </a:lnTo>
                <a:lnTo>
                  <a:pt x="258379" y="72218"/>
                </a:lnTo>
                <a:lnTo>
                  <a:pt x="264130" y="66221"/>
                </a:lnTo>
                <a:lnTo>
                  <a:pt x="264513" y="65838"/>
                </a:lnTo>
                <a:lnTo>
                  <a:pt x="266302" y="64052"/>
                </a:lnTo>
                <a:lnTo>
                  <a:pt x="286492" y="61500"/>
                </a:lnTo>
                <a:lnTo>
                  <a:pt x="295437" y="69028"/>
                </a:lnTo>
                <a:lnTo>
                  <a:pt x="272052" y="81405"/>
                </a:lnTo>
                <a:lnTo>
                  <a:pt x="301826" y="88295"/>
                </a:lnTo>
                <a:lnTo>
                  <a:pt x="305659" y="78470"/>
                </a:lnTo>
                <a:lnTo>
                  <a:pt x="318693" y="78470"/>
                </a:lnTo>
                <a:lnTo>
                  <a:pt x="323294" y="69921"/>
                </a:lnTo>
                <a:lnTo>
                  <a:pt x="314093" y="67625"/>
                </a:lnTo>
                <a:lnTo>
                  <a:pt x="314093" y="56779"/>
                </a:lnTo>
                <a:lnTo>
                  <a:pt x="285214" y="44147"/>
                </a:lnTo>
                <a:lnTo>
                  <a:pt x="265280" y="46444"/>
                </a:lnTo>
                <a:lnTo>
                  <a:pt x="254035" y="52186"/>
                </a:lnTo>
                <a:lnTo>
                  <a:pt x="254801" y="66349"/>
                </a:lnTo>
                <a:lnTo>
                  <a:pt x="243045" y="64562"/>
                </a:lnTo>
                <a:lnTo>
                  <a:pt x="241256" y="56779"/>
                </a:lnTo>
                <a:lnTo>
                  <a:pt x="252501" y="46572"/>
                </a:lnTo>
                <a:lnTo>
                  <a:pt x="232056" y="45679"/>
                </a:lnTo>
                <a:lnTo>
                  <a:pt x="226178" y="47337"/>
                </a:lnTo>
                <a:lnTo>
                  <a:pt x="223622" y="54227"/>
                </a:lnTo>
                <a:lnTo>
                  <a:pt x="231289" y="55503"/>
                </a:lnTo>
                <a:lnTo>
                  <a:pt x="229756" y="63031"/>
                </a:lnTo>
                <a:lnTo>
                  <a:pt x="216722" y="63797"/>
                </a:lnTo>
                <a:lnTo>
                  <a:pt x="214677" y="68773"/>
                </a:lnTo>
                <a:lnTo>
                  <a:pt x="195765" y="69283"/>
                </a:lnTo>
                <a:cubicBezTo>
                  <a:pt x="195765" y="69283"/>
                  <a:pt x="195254" y="58693"/>
                  <a:pt x="194487" y="58693"/>
                </a:cubicBezTo>
                <a:cubicBezTo>
                  <a:pt x="193721" y="58693"/>
                  <a:pt x="209310" y="58438"/>
                  <a:pt x="209310" y="58438"/>
                </a:cubicBezTo>
                <a:lnTo>
                  <a:pt x="220555" y="47593"/>
                </a:lnTo>
                <a:lnTo>
                  <a:pt x="214422" y="44658"/>
                </a:lnTo>
                <a:lnTo>
                  <a:pt x="206244" y="52441"/>
                </a:lnTo>
                <a:lnTo>
                  <a:pt x="192698" y="51676"/>
                </a:lnTo>
                <a:lnTo>
                  <a:pt x="184520" y="40575"/>
                </a:lnTo>
                <a:lnTo>
                  <a:pt x="167142" y="40575"/>
                </a:lnTo>
                <a:lnTo>
                  <a:pt x="148996" y="53972"/>
                </a:lnTo>
                <a:lnTo>
                  <a:pt x="165608" y="53972"/>
                </a:lnTo>
                <a:lnTo>
                  <a:pt x="167142" y="58693"/>
                </a:lnTo>
                <a:lnTo>
                  <a:pt x="162797" y="62776"/>
                </a:lnTo>
                <a:lnTo>
                  <a:pt x="181198" y="63287"/>
                </a:lnTo>
                <a:lnTo>
                  <a:pt x="184009" y="69794"/>
                </a:lnTo>
                <a:lnTo>
                  <a:pt x="163308" y="69028"/>
                </a:lnTo>
                <a:lnTo>
                  <a:pt x="162286" y="64052"/>
                </a:lnTo>
                <a:lnTo>
                  <a:pt x="149252" y="61245"/>
                </a:lnTo>
                <a:lnTo>
                  <a:pt x="142352" y="57545"/>
                </a:lnTo>
                <a:lnTo>
                  <a:pt x="129445" y="57545"/>
                </a:lnTo>
                <a:cubicBezTo>
                  <a:pt x="180431" y="21436"/>
                  <a:pt x="242917" y="0"/>
                  <a:pt x="310515" y="0"/>
                </a:cubicBezTo>
                <a:close/>
              </a:path>
            </a:pathLst>
          </a:custGeom>
          <a:solidFill>
            <a:schemeClr val="bg1"/>
          </a:solidFill>
          <a:ln>
            <a:noFill/>
          </a:ln>
        </p:spPr>
      </p:sp>
    </p:spTree>
    <p:extLst>
      <p:ext uri="{BB962C8B-B14F-4D97-AF65-F5344CB8AC3E}">
        <p14:creationId xmlns:p14="http://schemas.microsoft.com/office/powerpoint/2010/main" val="41931308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E8C99E-9C0C-CCFE-5F61-F39538406F21}"/>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2DF686BE-C35C-0B59-1825-6D3F5AC6D460}"/>
              </a:ext>
            </a:extLst>
          </p:cNvPr>
          <p:cNvGrpSpPr/>
          <p:nvPr/>
        </p:nvGrpSpPr>
        <p:grpSpPr>
          <a:xfrm>
            <a:off x="-240704" y="246620"/>
            <a:ext cx="5040560" cy="734108"/>
            <a:chOff x="-240704" y="246620"/>
            <a:chExt cx="3456384" cy="734108"/>
          </a:xfrm>
        </p:grpSpPr>
        <p:sp>
          <p:nvSpPr>
            <p:cNvPr id="2" name="矩形: 圆角 1">
              <a:extLst>
                <a:ext uri="{FF2B5EF4-FFF2-40B4-BE49-F238E27FC236}">
                  <a16:creationId xmlns:a16="http://schemas.microsoft.com/office/drawing/2014/main" id="{A7DD8698-D1F2-8258-971A-8808C921C416}"/>
                </a:ext>
              </a:extLst>
            </p:cNvPr>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Segoe UI Light"/>
                <a:ea typeface="微软雅黑 Light"/>
                <a:cs typeface="+mn-cs"/>
              </a:endParaRPr>
            </a:p>
          </p:txBody>
        </p:sp>
        <p:sp>
          <p:nvSpPr>
            <p:cNvPr id="3" name="文本占位符 3">
              <a:extLst>
                <a:ext uri="{FF2B5EF4-FFF2-40B4-BE49-F238E27FC236}">
                  <a16:creationId xmlns:a16="http://schemas.microsoft.com/office/drawing/2014/main" id="{A1DEC2B0-1F77-4197-B4DB-34878B66BF57}"/>
                </a:ext>
              </a:extLst>
            </p:cNvPr>
            <p:cNvSpPr txBox="1">
              <a:spLocks/>
            </p:cNvSpPr>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en-US" altLang="zh-CN" b="1" dirty="0">
                  <a:solidFill>
                    <a:prstClr val="white"/>
                  </a:solidFill>
                  <a:latin typeface="微软雅黑" panose="020B0503020204020204" pitchFamily="34" charset="-122"/>
                  <a:ea typeface="微软雅黑" panose="020B0503020204020204" pitchFamily="34" charset="-122"/>
                </a:rPr>
                <a:t>1</a:t>
              </a:r>
              <a:r>
                <a:rPr lang="zh-CN" altLang="en-US" b="1" dirty="0">
                  <a:solidFill>
                    <a:prstClr val="white"/>
                  </a:solidFill>
                  <a:latin typeface="微软雅黑" panose="020B0503020204020204" pitchFamily="34" charset="-122"/>
                  <a:ea typeface="微软雅黑" panose="020B0503020204020204" pitchFamily="34" charset="-122"/>
                </a:rPr>
                <a:t>、案例分析</a:t>
              </a:r>
              <a:r>
                <a:rPr lang="en-US" altLang="zh-CN" b="1" dirty="0">
                  <a:solidFill>
                    <a:prstClr val="white"/>
                  </a:solidFill>
                  <a:latin typeface="微软雅黑" panose="020B0503020204020204" pitchFamily="34" charset="-122"/>
                  <a:ea typeface="微软雅黑" panose="020B0503020204020204" pitchFamily="34" charset="-122"/>
                </a:rPr>
                <a:t>-</a:t>
              </a:r>
              <a:r>
                <a:rPr lang="zh-CN" altLang="zh-CN" b="1" dirty="0">
                  <a:solidFill>
                    <a:prstClr val="white"/>
                  </a:solidFill>
                  <a:latin typeface="微软雅黑" panose="020B0503020204020204" pitchFamily="34" charset="-122"/>
                  <a:ea typeface="微软雅黑" panose="020B0503020204020204" pitchFamily="34" charset="-122"/>
                </a:rPr>
                <a:t>晶科</a:t>
              </a:r>
              <a:r>
                <a:rPr lang="zh-CN" altLang="en-US" b="1" dirty="0">
                  <a:solidFill>
                    <a:prstClr val="white"/>
                  </a:solidFill>
                  <a:latin typeface="微软雅黑" panose="020B0503020204020204" pitchFamily="34" charset="-122"/>
                  <a:ea typeface="微软雅黑" panose="020B0503020204020204" pitchFamily="34" charset="-122"/>
                </a:rPr>
                <a:t>能源</a:t>
              </a:r>
            </a:p>
          </p:txBody>
        </p:sp>
      </p:grpSp>
      <p:pic>
        <p:nvPicPr>
          <p:cNvPr id="25" name="图片 24">
            <a:extLst>
              <a:ext uri="{FF2B5EF4-FFF2-40B4-BE49-F238E27FC236}">
                <a16:creationId xmlns:a16="http://schemas.microsoft.com/office/drawing/2014/main" id="{17CCADFF-6E23-DC0F-E754-AA9E3C97A6F7}"/>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sp>
        <p:nvSpPr>
          <p:cNvPr id="26" name="矩形 25">
            <a:extLst>
              <a:ext uri="{FF2B5EF4-FFF2-40B4-BE49-F238E27FC236}">
                <a16:creationId xmlns:a16="http://schemas.microsoft.com/office/drawing/2014/main" id="{9494805C-25C2-602C-D788-4D9FE5FD3B8B}"/>
              </a:ext>
            </a:extLst>
          </p:cNvPr>
          <p:cNvSpPr/>
          <p:nvPr/>
        </p:nvSpPr>
        <p:spPr>
          <a:xfrm>
            <a:off x="375805" y="6426714"/>
            <a:ext cx="319991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300" normalizeH="0" baseline="0" noProof="0" dirty="0">
                <a:ln>
                  <a:noFill/>
                </a:ln>
                <a:solidFill>
                  <a:prstClr val="black">
                    <a:lumMod val="50000"/>
                    <a:lumOff val="50000"/>
                  </a:prstClr>
                </a:solidFill>
                <a:effectLst/>
                <a:uLnTx/>
                <a:uFillTx/>
                <a:latin typeface="微软雅黑" panose="020B0503020204020204" pitchFamily="34" charset="-122"/>
                <a:ea typeface="微软雅黑"/>
                <a:cs typeface="Arial" panose="020B0604020202020204" pitchFamily="34" charset="0"/>
              </a:rPr>
              <a:t>博学而笃志  切问而近思 </a:t>
            </a:r>
            <a:endParaRPr kumimoji="0" lang="zh-CN" altLang="en-US" sz="1800" b="0" i="0" u="none" strike="noStrike" kern="0" cap="none" spc="0" normalizeH="0" baseline="0" noProof="0" dirty="0">
              <a:ln>
                <a:noFill/>
              </a:ln>
              <a:solidFill>
                <a:prstClr val="black">
                  <a:lumMod val="50000"/>
                  <a:lumOff val="50000"/>
                </a:prstClr>
              </a:solidFill>
              <a:effectLst/>
              <a:uLnTx/>
              <a:uFillTx/>
              <a:latin typeface="Segoe UI Light"/>
              <a:ea typeface="微软雅黑 Light"/>
              <a:cs typeface="+mn-cs"/>
            </a:endParaRPr>
          </a:p>
        </p:txBody>
      </p:sp>
      <p:pic>
        <p:nvPicPr>
          <p:cNvPr id="34" name="图片 33">
            <a:extLst>
              <a:ext uri="{FF2B5EF4-FFF2-40B4-BE49-F238E27FC236}">
                <a16:creationId xmlns:a16="http://schemas.microsoft.com/office/drawing/2014/main" id="{BE425C4B-3089-D156-2E50-B2ACD4054B5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18971" y="380421"/>
            <a:ext cx="6438095" cy="6450793"/>
          </a:xfrm>
          <a:prstGeom prst="rect">
            <a:avLst/>
          </a:prstGeom>
        </p:spPr>
      </p:pic>
      <p:cxnSp>
        <p:nvCxnSpPr>
          <p:cNvPr id="10" name="直接连接符 9">
            <a:extLst>
              <a:ext uri="{FF2B5EF4-FFF2-40B4-BE49-F238E27FC236}">
                <a16:creationId xmlns:a16="http://schemas.microsoft.com/office/drawing/2014/main" id="{663EF375-A05F-C01B-AB7D-A26DD97E33B4}"/>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CA83CF72-7222-CCD7-9424-80D185339952}"/>
              </a:ext>
            </a:extLst>
          </p:cNvPr>
          <p:cNvSpPr txBox="1"/>
          <p:nvPr/>
        </p:nvSpPr>
        <p:spPr>
          <a:xfrm>
            <a:off x="509694" y="2065743"/>
            <a:ext cx="8424936" cy="3767570"/>
          </a:xfrm>
          <a:prstGeom prst="rect">
            <a:avLst/>
          </a:prstGeom>
          <a:noFill/>
        </p:spPr>
        <p:txBody>
          <a:bodyPr wrap="square">
            <a:spAutoFit/>
          </a:bodyPr>
          <a:lstStyle/>
          <a:p>
            <a:pPr algn="just">
              <a:lnSpc>
                <a:spcPct val="115000"/>
              </a:lnSpc>
              <a:spcAft>
                <a:spcPts val="800"/>
              </a:spcAft>
              <a:buNone/>
            </a:pPr>
            <a:r>
              <a:rPr lang="en-US" altLang="zh-CN" sz="1800" kern="100" dirty="0">
                <a:effectLst/>
                <a:latin typeface="+mn-ea"/>
                <a:cs typeface="Times New Roman" panose="02020603050405020304" pitchFamily="18" charset="0"/>
              </a:rPr>
              <a:t>1.</a:t>
            </a:r>
            <a:r>
              <a:rPr lang="zh-CN" altLang="zh-CN" sz="1800" kern="100" dirty="0">
                <a:effectLst/>
                <a:latin typeface="+mn-ea"/>
                <a:cs typeface="Times New Roman" panose="02020603050405020304" pitchFamily="18" charset="0"/>
              </a:rPr>
              <a:t>公司定位与规模</a:t>
            </a:r>
          </a:p>
          <a:p>
            <a:pPr algn="just">
              <a:lnSpc>
                <a:spcPct val="115000"/>
              </a:lnSpc>
              <a:spcAft>
                <a:spcPts val="800"/>
              </a:spcAft>
              <a:buNone/>
            </a:pPr>
            <a:r>
              <a:rPr lang="en-US" altLang="zh-CN" sz="1800" kern="100" dirty="0">
                <a:effectLst/>
                <a:latin typeface="+mn-ea"/>
                <a:cs typeface="Times New Roman" panose="02020603050405020304" pitchFamily="18" charset="0"/>
              </a:rPr>
              <a:t>    </a:t>
            </a:r>
            <a:r>
              <a:rPr lang="zh-CN" altLang="zh-CN" sz="1800" kern="100" dirty="0">
                <a:effectLst/>
                <a:latin typeface="+mn-ea"/>
                <a:cs typeface="Times New Roman" panose="02020603050405020304" pitchFamily="18" charset="0"/>
              </a:rPr>
              <a:t>晶科是</a:t>
            </a:r>
            <a:r>
              <a:rPr lang="zh-CN" altLang="zh-CN" sz="1800" b="1" kern="100" dirty="0">
                <a:effectLst/>
                <a:latin typeface="+mn-ea"/>
                <a:cs typeface="Times New Roman" panose="02020603050405020304" pitchFamily="18" charset="0"/>
              </a:rPr>
              <a:t>全球最大</a:t>
            </a:r>
            <a:r>
              <a:rPr lang="zh-CN" altLang="zh-CN" sz="1800" kern="100" dirty="0">
                <a:effectLst/>
                <a:latin typeface="+mn-ea"/>
                <a:cs typeface="Times New Roman" panose="02020603050405020304" pitchFamily="18" charset="0"/>
              </a:rPr>
              <a:t>的光伏组件制造商之一，长期位列全球</a:t>
            </a:r>
            <a:r>
              <a:rPr lang="zh-CN" altLang="zh-CN" sz="1800" b="1" kern="100" dirty="0">
                <a:effectLst/>
                <a:latin typeface="+mn-ea"/>
                <a:cs typeface="Times New Roman" panose="02020603050405020304" pitchFamily="18" charset="0"/>
              </a:rPr>
              <a:t>出货量首位</a:t>
            </a:r>
            <a:r>
              <a:rPr lang="zh-CN" altLang="zh-CN" sz="1800" kern="100" dirty="0">
                <a:effectLst/>
                <a:latin typeface="+mn-ea"/>
                <a:cs typeface="Times New Roman" panose="02020603050405020304" pitchFamily="18" charset="0"/>
              </a:rPr>
              <a:t>。公司自报其累计出货已突破</a:t>
            </a:r>
            <a:r>
              <a:rPr lang="en-US" altLang="zh-CN" sz="1800" kern="100" dirty="0">
                <a:effectLst/>
                <a:latin typeface="+mn-ea"/>
                <a:cs typeface="Times New Roman" panose="02020603050405020304" pitchFamily="18" charset="0"/>
              </a:rPr>
              <a:t> </a:t>
            </a:r>
            <a:r>
              <a:rPr lang="en-US" altLang="zh-CN" sz="1800" b="1" kern="100" dirty="0">
                <a:effectLst/>
                <a:latin typeface="+mn-ea"/>
                <a:cs typeface="Times New Roman" panose="02020603050405020304" pitchFamily="18" charset="0"/>
              </a:rPr>
              <a:t>300 GW</a:t>
            </a:r>
            <a:r>
              <a:rPr lang="zh-CN" altLang="zh-CN" sz="1800" kern="100" dirty="0">
                <a:effectLst/>
                <a:latin typeface="+mn-ea"/>
                <a:cs typeface="Times New Roman" panose="02020603050405020304" pitchFamily="18" charset="0"/>
              </a:rPr>
              <a:t>（截至</a:t>
            </a:r>
            <a:r>
              <a:rPr lang="en-US" altLang="zh-CN" sz="1800" kern="100" dirty="0">
                <a:effectLst/>
                <a:latin typeface="+mn-ea"/>
                <a:cs typeface="Times New Roman" panose="02020603050405020304" pitchFamily="18" charset="0"/>
              </a:rPr>
              <a:t> 2024 </a:t>
            </a:r>
            <a:r>
              <a:rPr lang="zh-CN" altLang="zh-CN" sz="1800" kern="100" dirty="0">
                <a:effectLst/>
                <a:latin typeface="+mn-ea"/>
                <a:cs typeface="Times New Roman" panose="02020603050405020304" pitchFamily="18" charset="0"/>
              </a:rPr>
              <a:t>年底）。公司披露的</a:t>
            </a:r>
            <a:r>
              <a:rPr lang="en-US" altLang="zh-CN" sz="1800" kern="100" dirty="0">
                <a:effectLst/>
                <a:latin typeface="+mn-ea"/>
                <a:cs typeface="Times New Roman" panose="02020603050405020304" pitchFamily="18" charset="0"/>
              </a:rPr>
              <a:t> 2024 </a:t>
            </a:r>
            <a:r>
              <a:rPr lang="zh-CN" altLang="zh-CN" sz="1800" kern="100" dirty="0">
                <a:effectLst/>
                <a:latin typeface="+mn-ea"/>
                <a:cs typeface="Times New Roman" panose="02020603050405020304" pitchFamily="18" charset="0"/>
              </a:rPr>
              <a:t>年模块出货</a:t>
            </a:r>
            <a:r>
              <a:rPr lang="en-US" altLang="zh-CN" sz="1800" kern="100" dirty="0">
                <a:effectLst/>
                <a:latin typeface="+mn-ea"/>
                <a:cs typeface="Times New Roman" panose="02020603050405020304" pitchFamily="18" charset="0"/>
              </a:rPr>
              <a:t>/</a:t>
            </a:r>
            <a:r>
              <a:rPr lang="zh-CN" altLang="zh-CN" sz="1800" kern="100" dirty="0">
                <a:effectLst/>
                <a:latin typeface="+mn-ea"/>
                <a:cs typeface="Times New Roman" panose="02020603050405020304" pitchFamily="18" charset="0"/>
              </a:rPr>
              <a:t>销售数据在公司财报与行业报道中常被引用，行业排名第一。 </a:t>
            </a:r>
          </a:p>
          <a:p>
            <a:pPr algn="just">
              <a:lnSpc>
                <a:spcPct val="115000"/>
              </a:lnSpc>
              <a:spcAft>
                <a:spcPts val="800"/>
              </a:spcAft>
              <a:buNone/>
            </a:pPr>
            <a:r>
              <a:rPr lang="en-US" altLang="zh-CN" sz="1800" kern="100" dirty="0">
                <a:effectLst/>
                <a:latin typeface="+mn-ea"/>
                <a:cs typeface="Times New Roman" panose="02020603050405020304" pitchFamily="18" charset="0"/>
              </a:rPr>
              <a:t>2.2024/2023</a:t>
            </a:r>
            <a:r>
              <a:rPr lang="zh-CN" altLang="zh-CN" sz="1800" kern="100" dirty="0">
                <a:effectLst/>
                <a:latin typeface="+mn-ea"/>
                <a:cs typeface="Times New Roman" panose="02020603050405020304" pitchFamily="18" charset="0"/>
              </a:rPr>
              <a:t>–</a:t>
            </a:r>
            <a:r>
              <a:rPr lang="en-US" altLang="zh-CN" sz="1800" kern="100" dirty="0">
                <a:effectLst/>
                <a:latin typeface="+mn-ea"/>
                <a:cs typeface="Times New Roman" panose="02020603050405020304" pitchFamily="18" charset="0"/>
              </a:rPr>
              <a:t>2024 </a:t>
            </a:r>
            <a:r>
              <a:rPr lang="zh-CN" altLang="zh-CN" sz="1800" kern="100" dirty="0">
                <a:effectLst/>
                <a:latin typeface="+mn-ea"/>
                <a:cs typeface="Times New Roman" panose="02020603050405020304" pitchFamily="18" charset="0"/>
              </a:rPr>
              <a:t>出货量</a:t>
            </a:r>
          </a:p>
          <a:p>
            <a:pPr algn="just">
              <a:lnSpc>
                <a:spcPct val="115000"/>
              </a:lnSpc>
              <a:spcAft>
                <a:spcPts val="800"/>
              </a:spcAft>
              <a:buNone/>
            </a:pPr>
            <a:r>
              <a:rPr lang="en-US" altLang="zh-CN" kern="100" dirty="0">
                <a:latin typeface="+mn-ea"/>
                <a:cs typeface="Times New Roman" panose="02020603050405020304" pitchFamily="18" charset="0"/>
              </a:rPr>
              <a:t>    </a:t>
            </a:r>
            <a:r>
              <a:rPr lang="zh-CN" altLang="zh-CN" sz="1800" kern="100" dirty="0">
                <a:effectLst/>
                <a:latin typeface="+mn-ea"/>
                <a:cs typeface="Times New Roman" panose="02020603050405020304" pitchFamily="18" charset="0"/>
              </a:rPr>
              <a:t>晶科在</a:t>
            </a:r>
            <a:r>
              <a:rPr lang="en-US" altLang="zh-CN" sz="1800" kern="100" dirty="0">
                <a:effectLst/>
                <a:latin typeface="+mn-ea"/>
                <a:cs typeface="Times New Roman" panose="02020603050405020304" pitchFamily="18" charset="0"/>
              </a:rPr>
              <a:t> 2024 </a:t>
            </a:r>
            <a:r>
              <a:rPr lang="zh-CN" altLang="zh-CN" sz="1800" kern="100" dirty="0">
                <a:effectLst/>
                <a:latin typeface="+mn-ea"/>
                <a:cs typeface="Times New Roman" panose="02020603050405020304" pitchFamily="18" charset="0"/>
              </a:rPr>
              <a:t>年的模块出货位于行业前列（</a:t>
            </a:r>
            <a:r>
              <a:rPr lang="en-US" altLang="zh-CN" sz="1800" kern="100" dirty="0">
                <a:effectLst/>
                <a:latin typeface="+mn-ea"/>
                <a:cs typeface="Times New Roman" panose="02020603050405020304" pitchFamily="18" charset="0"/>
              </a:rPr>
              <a:t>92.9 GW</a:t>
            </a:r>
            <a:r>
              <a:rPr lang="zh-CN" altLang="zh-CN" sz="1800" kern="100" dirty="0">
                <a:effectLst/>
                <a:latin typeface="+mn-ea"/>
                <a:cs typeface="Times New Roman" panose="02020603050405020304" pitchFamily="18" charset="0"/>
              </a:rPr>
              <a:t>—</a:t>
            </a:r>
            <a:r>
              <a:rPr lang="en-US" altLang="zh-CN" sz="1800" kern="100" dirty="0">
                <a:effectLst/>
                <a:latin typeface="+mn-ea"/>
                <a:cs typeface="Times New Roman" panose="02020603050405020304" pitchFamily="18" charset="0"/>
              </a:rPr>
              <a:t>99.6 GW</a:t>
            </a:r>
            <a:r>
              <a:rPr lang="zh-CN" altLang="zh-CN" sz="1800" kern="100" dirty="0">
                <a:effectLst/>
                <a:latin typeface="+mn-ea"/>
                <a:cs typeface="Times New Roman" panose="02020603050405020304" pitchFamily="18" charset="0"/>
              </a:rPr>
              <a:t>）（</a:t>
            </a:r>
            <a:r>
              <a:rPr lang="en-US" altLang="zh-CN" sz="1800" kern="100" dirty="0" err="1">
                <a:effectLst/>
                <a:latin typeface="+mn-ea"/>
                <a:cs typeface="Times New Roman" panose="02020603050405020304" pitchFamily="18" charset="0"/>
              </a:rPr>
              <a:t>JinkoSolar</a:t>
            </a:r>
            <a:r>
              <a:rPr lang="en-US" altLang="zh-CN" sz="1800" kern="100" dirty="0">
                <a:effectLst/>
                <a:latin typeface="+mn-ea"/>
                <a:cs typeface="Times New Roman" panose="02020603050405020304" pitchFamily="18" charset="0"/>
              </a:rPr>
              <a:t> 2024 Annual Report / Form 20-F</a:t>
            </a:r>
            <a:r>
              <a:rPr lang="zh-CN" altLang="zh-CN" sz="1800" kern="100" dirty="0">
                <a:effectLst/>
                <a:latin typeface="+mn-ea"/>
                <a:cs typeface="Times New Roman" panose="02020603050405020304" pitchFamily="18" charset="0"/>
              </a:rPr>
              <a:t>）。 </a:t>
            </a:r>
          </a:p>
          <a:p>
            <a:pPr algn="just">
              <a:lnSpc>
                <a:spcPct val="115000"/>
              </a:lnSpc>
              <a:spcAft>
                <a:spcPts val="800"/>
              </a:spcAft>
              <a:buNone/>
            </a:pPr>
            <a:r>
              <a:rPr lang="en-US" altLang="zh-CN" sz="1800" kern="100" dirty="0">
                <a:effectLst/>
                <a:latin typeface="+mn-ea"/>
                <a:cs typeface="Times New Roman" panose="02020603050405020304" pitchFamily="18" charset="0"/>
              </a:rPr>
              <a:t>3.</a:t>
            </a:r>
            <a:r>
              <a:rPr lang="zh-CN" altLang="zh-CN" sz="1800" kern="100" dirty="0">
                <a:effectLst/>
                <a:latin typeface="+mn-ea"/>
                <a:cs typeface="Times New Roman" panose="02020603050405020304" pitchFamily="18" charset="0"/>
              </a:rPr>
              <a:t>出口主要目的地</a:t>
            </a:r>
          </a:p>
          <a:p>
            <a:pPr algn="just">
              <a:lnSpc>
                <a:spcPct val="115000"/>
              </a:lnSpc>
              <a:spcAft>
                <a:spcPts val="800"/>
              </a:spcAft>
              <a:buNone/>
            </a:pPr>
            <a:r>
              <a:rPr lang="en-US" altLang="zh-CN" kern="100" dirty="0">
                <a:latin typeface="+mn-ea"/>
                <a:cs typeface="Times New Roman" panose="02020603050405020304" pitchFamily="18" charset="0"/>
              </a:rPr>
              <a:t>    </a:t>
            </a:r>
            <a:r>
              <a:rPr lang="zh-CN" altLang="zh-CN" sz="1800" kern="100" dirty="0">
                <a:effectLst/>
                <a:latin typeface="+mn-ea"/>
                <a:cs typeface="Times New Roman" panose="02020603050405020304" pitchFamily="18" charset="0"/>
              </a:rPr>
              <a:t>在全球模块出口总体（中国</a:t>
            </a:r>
            <a:r>
              <a:rPr lang="en-US" altLang="zh-CN" sz="1800" kern="100" dirty="0">
                <a:effectLst/>
                <a:latin typeface="+mn-ea"/>
                <a:cs typeface="Times New Roman" panose="02020603050405020304" pitchFamily="18" charset="0"/>
              </a:rPr>
              <a:t> 2024 </a:t>
            </a:r>
            <a:r>
              <a:rPr lang="zh-CN" altLang="zh-CN" sz="1800" kern="100" dirty="0">
                <a:effectLst/>
                <a:latin typeface="+mn-ea"/>
                <a:cs typeface="Times New Roman" panose="02020603050405020304" pitchFamily="18" charset="0"/>
              </a:rPr>
              <a:t>年出口约</a:t>
            </a:r>
            <a:r>
              <a:rPr lang="en-US" altLang="zh-CN" sz="1800" kern="100" dirty="0">
                <a:effectLst/>
                <a:latin typeface="+mn-ea"/>
                <a:cs typeface="Times New Roman" panose="02020603050405020304" pitchFamily="18" charset="0"/>
              </a:rPr>
              <a:t> 235.93 GW</a:t>
            </a:r>
            <a:r>
              <a:rPr lang="zh-CN" altLang="zh-CN" sz="1800" kern="100" dirty="0">
                <a:effectLst/>
                <a:latin typeface="+mn-ea"/>
                <a:cs typeface="Times New Roman" panose="02020603050405020304" pitchFamily="18" charset="0"/>
              </a:rPr>
              <a:t>）的大背景下，晶科作为头部厂商，其海外市场覆盖欧洲、拉美、亚太、非洲以及美洲等多个地区</a:t>
            </a:r>
          </a:p>
        </p:txBody>
      </p:sp>
      <p:pic>
        <p:nvPicPr>
          <p:cNvPr id="1026" name="Picture 2" descr="JinkoSolar - Wikipedia">
            <a:extLst>
              <a:ext uri="{FF2B5EF4-FFF2-40B4-BE49-F238E27FC236}">
                <a16:creationId xmlns:a16="http://schemas.microsoft.com/office/drawing/2014/main" id="{D79E0C06-9BEA-C0B6-8207-D23E8DEF022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85070" y="831826"/>
            <a:ext cx="3657600" cy="124777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a:extLst>
              <a:ext uri="{FF2B5EF4-FFF2-40B4-BE49-F238E27FC236}">
                <a16:creationId xmlns:a16="http://schemas.microsoft.com/office/drawing/2014/main" id="{099AF792-6547-1DFB-E3A8-8A369084979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942224" y="2420888"/>
            <a:ext cx="3004827" cy="27897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16749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0B4B1-B97F-83C9-6297-3BA9502A33F1}"/>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7D6704CD-98B3-76C5-3F12-74D706672B7C}"/>
              </a:ext>
            </a:extLst>
          </p:cNvPr>
          <p:cNvGrpSpPr/>
          <p:nvPr/>
        </p:nvGrpSpPr>
        <p:grpSpPr>
          <a:xfrm>
            <a:off x="-240704" y="246620"/>
            <a:ext cx="6236912" cy="734108"/>
            <a:chOff x="-240704" y="246620"/>
            <a:chExt cx="3456384" cy="734108"/>
          </a:xfrm>
        </p:grpSpPr>
        <p:sp>
          <p:nvSpPr>
            <p:cNvPr id="2" name="矩形: 圆角 1">
              <a:extLst>
                <a:ext uri="{FF2B5EF4-FFF2-40B4-BE49-F238E27FC236}">
                  <a16:creationId xmlns:a16="http://schemas.microsoft.com/office/drawing/2014/main" id="{26DBD1B9-A30F-0D00-61C1-329408E3A2BE}"/>
                </a:ext>
              </a:extLst>
            </p:cNvPr>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Segoe UI Light"/>
                <a:ea typeface="微软雅黑 Light"/>
                <a:cs typeface="+mn-cs"/>
              </a:endParaRPr>
            </a:p>
          </p:txBody>
        </p:sp>
        <p:sp>
          <p:nvSpPr>
            <p:cNvPr id="3" name="文本占位符 3">
              <a:extLst>
                <a:ext uri="{FF2B5EF4-FFF2-40B4-BE49-F238E27FC236}">
                  <a16:creationId xmlns:a16="http://schemas.microsoft.com/office/drawing/2014/main" id="{A7201AE5-5590-3157-628A-2584D7D6276B}"/>
                </a:ext>
              </a:extLst>
            </p:cNvPr>
            <p:cNvSpPr txBox="1">
              <a:spLocks/>
            </p:cNvSpPr>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b="1" dirty="0">
                  <a:solidFill>
                    <a:prstClr val="white"/>
                  </a:solidFill>
                  <a:latin typeface="微软雅黑" panose="020B0503020204020204" pitchFamily="34" charset="-122"/>
                  <a:ea typeface="微软雅黑" panose="020B0503020204020204" pitchFamily="34" charset="-122"/>
                </a:rPr>
                <a:t>1</a:t>
              </a:r>
              <a:r>
                <a:rPr lang="zh-CN" altLang="en-US" b="1" dirty="0">
                  <a:solidFill>
                    <a:prstClr val="white"/>
                  </a:solidFill>
                  <a:latin typeface="微软雅黑" panose="020B0503020204020204" pitchFamily="34" charset="-122"/>
                  <a:ea typeface="微软雅黑" panose="020B0503020204020204" pitchFamily="34" charset="-122"/>
                </a:rPr>
                <a:t>、国内出口体量与市场地位</a:t>
              </a:r>
              <a:endParaRPr kumimoji="0" lang="zh-CN" altLang="en-US" sz="28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pic>
        <p:nvPicPr>
          <p:cNvPr id="25" name="图片 24">
            <a:extLst>
              <a:ext uri="{FF2B5EF4-FFF2-40B4-BE49-F238E27FC236}">
                <a16:creationId xmlns:a16="http://schemas.microsoft.com/office/drawing/2014/main" id="{05A02F82-005C-238D-C946-FB048E5FE5A9}"/>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sp>
        <p:nvSpPr>
          <p:cNvPr id="26" name="矩形 25">
            <a:extLst>
              <a:ext uri="{FF2B5EF4-FFF2-40B4-BE49-F238E27FC236}">
                <a16:creationId xmlns:a16="http://schemas.microsoft.com/office/drawing/2014/main" id="{BA95F6CD-A896-619A-A00E-25DB0BBF293B}"/>
              </a:ext>
            </a:extLst>
          </p:cNvPr>
          <p:cNvSpPr/>
          <p:nvPr/>
        </p:nvSpPr>
        <p:spPr>
          <a:xfrm>
            <a:off x="375805" y="6426714"/>
            <a:ext cx="319991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300" normalizeH="0" baseline="0" noProof="0" dirty="0">
                <a:ln>
                  <a:noFill/>
                </a:ln>
                <a:solidFill>
                  <a:prstClr val="black">
                    <a:lumMod val="50000"/>
                    <a:lumOff val="50000"/>
                  </a:prstClr>
                </a:solidFill>
                <a:effectLst/>
                <a:uLnTx/>
                <a:uFillTx/>
                <a:latin typeface="微软雅黑" panose="020B0503020204020204" pitchFamily="34" charset="-122"/>
                <a:ea typeface="微软雅黑"/>
                <a:cs typeface="Arial" panose="020B0604020202020204" pitchFamily="34" charset="0"/>
              </a:rPr>
              <a:t>博学而笃志  切问而近思 </a:t>
            </a:r>
            <a:endParaRPr kumimoji="0" lang="zh-CN" altLang="en-US" sz="1800" b="0" i="0" u="none" strike="noStrike" kern="0" cap="none" spc="0" normalizeH="0" baseline="0" noProof="0" dirty="0">
              <a:ln>
                <a:noFill/>
              </a:ln>
              <a:solidFill>
                <a:prstClr val="black">
                  <a:lumMod val="50000"/>
                  <a:lumOff val="50000"/>
                </a:prstClr>
              </a:solidFill>
              <a:effectLst/>
              <a:uLnTx/>
              <a:uFillTx/>
              <a:latin typeface="Segoe UI Light"/>
              <a:ea typeface="微软雅黑 Light"/>
              <a:cs typeface="+mn-cs"/>
            </a:endParaRPr>
          </a:p>
        </p:txBody>
      </p:sp>
      <p:pic>
        <p:nvPicPr>
          <p:cNvPr id="34" name="图片 33">
            <a:extLst>
              <a:ext uri="{FF2B5EF4-FFF2-40B4-BE49-F238E27FC236}">
                <a16:creationId xmlns:a16="http://schemas.microsoft.com/office/drawing/2014/main" id="{5F44D979-5624-E856-3CE6-5D3B54487F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31058"/>
            <a:ext cx="6438095" cy="6450793"/>
          </a:xfrm>
          <a:prstGeom prst="rect">
            <a:avLst/>
          </a:prstGeom>
        </p:spPr>
      </p:pic>
      <p:cxnSp>
        <p:nvCxnSpPr>
          <p:cNvPr id="10" name="直接连接符 9">
            <a:extLst>
              <a:ext uri="{FF2B5EF4-FFF2-40B4-BE49-F238E27FC236}">
                <a16:creationId xmlns:a16="http://schemas.microsoft.com/office/drawing/2014/main" id="{E8E3C83A-2BA5-0733-480C-96BFFE16488E}"/>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F39E04DA-696D-6353-3A0C-884ECE35A7B6}"/>
              </a:ext>
            </a:extLst>
          </p:cNvPr>
          <p:cNvSpPr txBox="1"/>
          <p:nvPr/>
        </p:nvSpPr>
        <p:spPr>
          <a:xfrm>
            <a:off x="767408" y="1872593"/>
            <a:ext cx="5904656" cy="3346429"/>
          </a:xfrm>
          <a:prstGeom prst="rect">
            <a:avLst/>
          </a:prstGeom>
          <a:noFill/>
        </p:spPr>
        <p:txBody>
          <a:bodyPr wrap="square">
            <a:spAutoFit/>
          </a:bodyPr>
          <a:lstStyle/>
          <a:p>
            <a:pPr algn="just">
              <a:lnSpc>
                <a:spcPct val="115000"/>
              </a:lnSpc>
              <a:spcAft>
                <a:spcPts val="800"/>
              </a:spcAft>
              <a:buNone/>
            </a:pPr>
            <a:r>
              <a:rPr lang="zh-CN" altLang="zh-CN" sz="1800" kern="100" dirty="0">
                <a:effectLst/>
                <a:latin typeface="+mn-ea"/>
                <a:cs typeface="Times New Roman" panose="02020603050405020304" pitchFamily="18" charset="0"/>
              </a:rPr>
              <a:t>晶科采用的是组合式的海外供货</a:t>
            </a:r>
            <a:r>
              <a:rPr lang="en-US" altLang="zh-CN" sz="1800" kern="100" dirty="0">
                <a:effectLst/>
                <a:latin typeface="+mn-ea"/>
                <a:cs typeface="Times New Roman" panose="02020603050405020304" pitchFamily="18" charset="0"/>
              </a:rPr>
              <a:t>/</a:t>
            </a:r>
            <a:r>
              <a:rPr lang="zh-CN" altLang="zh-CN" sz="1800" kern="100" dirty="0">
                <a:effectLst/>
                <a:latin typeface="+mn-ea"/>
                <a:cs typeface="Times New Roman" panose="02020603050405020304" pitchFamily="18" charset="0"/>
              </a:rPr>
              <a:t>出海策略，主要包括：</a:t>
            </a:r>
          </a:p>
          <a:p>
            <a:pPr algn="just">
              <a:lnSpc>
                <a:spcPct val="115000"/>
              </a:lnSpc>
              <a:spcAft>
                <a:spcPts val="800"/>
              </a:spcAft>
              <a:buNone/>
            </a:pPr>
            <a:r>
              <a:rPr lang="en-US" altLang="zh-CN" sz="1800" kern="100" dirty="0">
                <a:effectLst/>
                <a:latin typeface="+mn-ea"/>
                <a:cs typeface="Times New Roman" panose="02020603050405020304" pitchFamily="18" charset="0"/>
              </a:rPr>
              <a:t>1.</a:t>
            </a:r>
            <a:r>
              <a:rPr lang="zh-CN" altLang="zh-CN" sz="1800" b="1" kern="100" dirty="0">
                <a:effectLst/>
                <a:latin typeface="+mn-ea"/>
                <a:cs typeface="Times New Roman" panose="02020603050405020304" pitchFamily="18" charset="0"/>
              </a:rPr>
              <a:t>中国本土大规模生产</a:t>
            </a:r>
            <a:r>
              <a:rPr lang="en-US" altLang="zh-CN" sz="1800" b="1" kern="100" dirty="0">
                <a:effectLst/>
                <a:latin typeface="+mn-ea"/>
                <a:cs typeface="Times New Roman" panose="02020603050405020304" pitchFamily="18" charset="0"/>
              </a:rPr>
              <a:t> + </a:t>
            </a:r>
            <a:r>
              <a:rPr lang="zh-CN" altLang="zh-CN" sz="1800" b="1" kern="100" dirty="0">
                <a:effectLst/>
                <a:latin typeface="+mn-ea"/>
                <a:cs typeface="Times New Roman" panose="02020603050405020304" pitchFamily="18" charset="0"/>
              </a:rPr>
              <a:t>直接出口</a:t>
            </a:r>
            <a:r>
              <a:rPr lang="zh-CN" altLang="zh-CN" sz="1800" kern="100" dirty="0">
                <a:effectLst/>
                <a:latin typeface="+mn-ea"/>
                <a:cs typeface="Times New Roman" panose="02020603050405020304" pitchFamily="18" charset="0"/>
              </a:rPr>
              <a:t>对需求增长、关税低或无障碍的国家，晶科通过中国工厂直接出口模块以发挥规模成本优势。</a:t>
            </a:r>
            <a:r>
              <a:rPr lang="en-US" altLang="zh-CN" sz="1800" kern="100" dirty="0">
                <a:effectLst/>
                <a:latin typeface="+mn-ea"/>
                <a:cs typeface="Times New Roman" panose="02020603050405020304" pitchFamily="18" charset="0"/>
              </a:rPr>
              <a:t>2024 </a:t>
            </a:r>
            <a:r>
              <a:rPr lang="zh-CN" altLang="zh-CN" sz="1800" kern="100" dirty="0">
                <a:effectLst/>
                <a:latin typeface="+mn-ea"/>
                <a:cs typeface="Times New Roman" panose="02020603050405020304" pitchFamily="18" charset="0"/>
              </a:rPr>
              <a:t>年全球模块出货量很大一部分仍以整机形式从中国本土发出。 </a:t>
            </a:r>
          </a:p>
          <a:p>
            <a:pPr algn="just">
              <a:lnSpc>
                <a:spcPct val="115000"/>
              </a:lnSpc>
              <a:spcAft>
                <a:spcPts val="800"/>
              </a:spcAft>
              <a:buNone/>
            </a:pPr>
            <a:r>
              <a:rPr lang="en-US" altLang="zh-CN" sz="1800" kern="100" dirty="0">
                <a:effectLst/>
                <a:latin typeface="+mn-ea"/>
                <a:cs typeface="Times New Roman" panose="02020603050405020304" pitchFamily="18" charset="0"/>
              </a:rPr>
              <a:t>2.</a:t>
            </a:r>
            <a:r>
              <a:rPr lang="zh-CN" altLang="zh-CN" sz="1800" b="1" kern="100" dirty="0">
                <a:effectLst/>
                <a:latin typeface="+mn-ea"/>
                <a:cs typeface="Times New Roman" panose="02020603050405020304" pitchFamily="18" charset="0"/>
              </a:rPr>
              <a:t>第三国制造</a:t>
            </a:r>
            <a:r>
              <a:rPr lang="en-US" altLang="zh-CN" sz="1800" b="1" kern="100" dirty="0">
                <a:effectLst/>
                <a:latin typeface="+mn-ea"/>
                <a:cs typeface="Times New Roman" panose="02020603050405020304" pitchFamily="18" charset="0"/>
              </a:rPr>
              <a:t> / </a:t>
            </a:r>
            <a:r>
              <a:rPr lang="zh-CN" altLang="zh-CN" sz="1800" b="1" kern="100" dirty="0">
                <a:effectLst/>
                <a:latin typeface="+mn-ea"/>
                <a:cs typeface="Times New Roman" panose="02020603050405020304" pitchFamily="18" charset="0"/>
              </a:rPr>
              <a:t>转口</a:t>
            </a:r>
            <a:r>
              <a:rPr lang="zh-CN" altLang="zh-CN" sz="1800" kern="100" dirty="0">
                <a:effectLst/>
                <a:latin typeface="+mn-ea"/>
                <a:cs typeface="Times New Roman" panose="02020603050405020304" pitchFamily="18" charset="0"/>
              </a:rPr>
              <a:t>（东南亚工厂）</a:t>
            </a:r>
          </a:p>
          <a:p>
            <a:pPr algn="just">
              <a:lnSpc>
                <a:spcPct val="115000"/>
              </a:lnSpc>
              <a:spcAft>
                <a:spcPts val="800"/>
              </a:spcAft>
              <a:buNone/>
            </a:pPr>
            <a:r>
              <a:rPr lang="zh-CN" altLang="zh-CN" sz="1800" kern="100" dirty="0">
                <a:effectLst/>
                <a:latin typeface="+mn-ea"/>
                <a:cs typeface="Times New Roman" panose="02020603050405020304" pitchFamily="18" charset="0"/>
              </a:rPr>
              <a:t>晶科在越南、马来西亚等东南亚国家设立或委托生产线或与当地企业合作，以就近服务欧美市场并尝试规避针对中国产品直接进口的贸易壁垒。</a:t>
            </a:r>
          </a:p>
        </p:txBody>
      </p:sp>
      <p:pic>
        <p:nvPicPr>
          <p:cNvPr id="2052" name="Picture 4" descr="US Solar Panel Imports Hit by Tariffs: What's Next for the Top Solar Panel Manufacturers?">
            <a:extLst>
              <a:ext uri="{FF2B5EF4-FFF2-40B4-BE49-F238E27FC236}">
                <a16:creationId xmlns:a16="http://schemas.microsoft.com/office/drawing/2014/main" id="{E5E8FA53-5A4D-8926-DE00-9871FFA625B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20466" y="2077514"/>
            <a:ext cx="4803860" cy="2702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12519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60E54-D14C-0EE6-C93C-3000A10B6A7E}"/>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5C334521-AED2-C61E-5EF4-8A46BB9B2BDC}"/>
              </a:ext>
            </a:extLst>
          </p:cNvPr>
          <p:cNvGrpSpPr/>
          <p:nvPr/>
        </p:nvGrpSpPr>
        <p:grpSpPr>
          <a:xfrm>
            <a:off x="-240704" y="246620"/>
            <a:ext cx="8568952" cy="734108"/>
            <a:chOff x="-240704" y="246620"/>
            <a:chExt cx="3456384" cy="734108"/>
          </a:xfrm>
        </p:grpSpPr>
        <p:sp>
          <p:nvSpPr>
            <p:cNvPr id="2" name="矩形: 圆角 1">
              <a:extLst>
                <a:ext uri="{FF2B5EF4-FFF2-40B4-BE49-F238E27FC236}">
                  <a16:creationId xmlns:a16="http://schemas.microsoft.com/office/drawing/2014/main" id="{8FC82F33-1D2B-B85D-9551-2011E07CC161}"/>
                </a:ext>
              </a:extLst>
            </p:cNvPr>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Segoe UI Light"/>
                <a:ea typeface="微软雅黑 Light"/>
                <a:cs typeface="+mn-cs"/>
              </a:endParaRPr>
            </a:p>
          </p:txBody>
        </p:sp>
        <p:sp>
          <p:nvSpPr>
            <p:cNvPr id="3" name="文本占位符 3">
              <a:extLst>
                <a:ext uri="{FF2B5EF4-FFF2-40B4-BE49-F238E27FC236}">
                  <a16:creationId xmlns:a16="http://schemas.microsoft.com/office/drawing/2014/main" id="{50F831A1-4A66-366B-EBD4-68A04E18559E}"/>
                </a:ext>
              </a:extLst>
            </p:cNvPr>
            <p:cNvSpPr txBox="1">
              <a:spLocks/>
            </p:cNvSpPr>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zh-CN" altLang="zh-CN" b="1" dirty="0">
                  <a:solidFill>
                    <a:prstClr val="white"/>
                  </a:solidFill>
                  <a:latin typeface="微软雅黑" panose="020B0503020204020204" pitchFamily="34" charset="-122"/>
                  <a:ea typeface="微软雅黑" panose="020B0503020204020204" pitchFamily="34" charset="-122"/>
                </a:rPr>
                <a:t>晶科面临的问题及公司可采取的解决办法</a:t>
              </a:r>
              <a:endParaRPr lang="zh-CN" altLang="en-US" b="1" dirty="0">
                <a:solidFill>
                  <a:prstClr val="white"/>
                </a:solidFill>
                <a:latin typeface="微软雅黑" panose="020B0503020204020204" pitchFamily="34" charset="-122"/>
                <a:ea typeface="微软雅黑" panose="020B0503020204020204" pitchFamily="34" charset="-122"/>
              </a:endParaRPr>
            </a:p>
          </p:txBody>
        </p:sp>
      </p:grpSp>
      <p:pic>
        <p:nvPicPr>
          <p:cNvPr id="25" name="图片 24">
            <a:extLst>
              <a:ext uri="{FF2B5EF4-FFF2-40B4-BE49-F238E27FC236}">
                <a16:creationId xmlns:a16="http://schemas.microsoft.com/office/drawing/2014/main" id="{884B3CAB-CD06-CE01-5674-B85DDC0349FD}"/>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sp>
        <p:nvSpPr>
          <p:cNvPr id="26" name="矩形 25">
            <a:extLst>
              <a:ext uri="{FF2B5EF4-FFF2-40B4-BE49-F238E27FC236}">
                <a16:creationId xmlns:a16="http://schemas.microsoft.com/office/drawing/2014/main" id="{035A3F8B-3549-EDFB-2975-214CB3299B66}"/>
              </a:ext>
            </a:extLst>
          </p:cNvPr>
          <p:cNvSpPr/>
          <p:nvPr/>
        </p:nvSpPr>
        <p:spPr>
          <a:xfrm>
            <a:off x="375805" y="6426714"/>
            <a:ext cx="319991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300" normalizeH="0" baseline="0" noProof="0" dirty="0">
                <a:ln>
                  <a:noFill/>
                </a:ln>
                <a:solidFill>
                  <a:prstClr val="black">
                    <a:lumMod val="50000"/>
                    <a:lumOff val="50000"/>
                  </a:prstClr>
                </a:solidFill>
                <a:effectLst/>
                <a:uLnTx/>
                <a:uFillTx/>
                <a:latin typeface="微软雅黑" panose="020B0503020204020204" pitchFamily="34" charset="-122"/>
                <a:ea typeface="微软雅黑"/>
                <a:cs typeface="Arial" panose="020B0604020202020204" pitchFamily="34" charset="0"/>
              </a:rPr>
              <a:t>博学而笃志  切问而近思 </a:t>
            </a:r>
            <a:endParaRPr kumimoji="0" lang="zh-CN" altLang="en-US" sz="1800" b="0" i="0" u="none" strike="noStrike" kern="0" cap="none" spc="0" normalizeH="0" baseline="0" noProof="0" dirty="0">
              <a:ln>
                <a:noFill/>
              </a:ln>
              <a:solidFill>
                <a:prstClr val="black">
                  <a:lumMod val="50000"/>
                  <a:lumOff val="50000"/>
                </a:prstClr>
              </a:solidFill>
              <a:effectLst/>
              <a:uLnTx/>
              <a:uFillTx/>
              <a:latin typeface="Segoe UI Light"/>
              <a:ea typeface="微软雅黑 Light"/>
              <a:cs typeface="+mn-cs"/>
            </a:endParaRPr>
          </a:p>
        </p:txBody>
      </p:sp>
      <p:pic>
        <p:nvPicPr>
          <p:cNvPr id="34" name="图片 33">
            <a:extLst>
              <a:ext uri="{FF2B5EF4-FFF2-40B4-BE49-F238E27FC236}">
                <a16:creationId xmlns:a16="http://schemas.microsoft.com/office/drawing/2014/main" id="{38E12C48-69F1-3725-EEB2-0009023537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11409" y="217124"/>
            <a:ext cx="6438095" cy="6450793"/>
          </a:xfrm>
          <a:prstGeom prst="rect">
            <a:avLst/>
          </a:prstGeom>
        </p:spPr>
      </p:pic>
      <p:cxnSp>
        <p:nvCxnSpPr>
          <p:cNvPr id="10" name="直接连接符 9">
            <a:extLst>
              <a:ext uri="{FF2B5EF4-FFF2-40B4-BE49-F238E27FC236}">
                <a16:creationId xmlns:a16="http://schemas.microsoft.com/office/drawing/2014/main" id="{4952D29C-E9E1-BE3C-42C2-BBD462A465FB}"/>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 name="矩形: 圆角 6">
            <a:extLst>
              <a:ext uri="{FF2B5EF4-FFF2-40B4-BE49-F238E27FC236}">
                <a16:creationId xmlns:a16="http://schemas.microsoft.com/office/drawing/2014/main" id="{168E5C83-FDBA-94D9-7974-8CEBFDE5E775}"/>
              </a:ext>
            </a:extLst>
          </p:cNvPr>
          <p:cNvSpPr/>
          <p:nvPr/>
        </p:nvSpPr>
        <p:spPr>
          <a:xfrm>
            <a:off x="587375" y="1669144"/>
            <a:ext cx="5348968" cy="4382884"/>
          </a:xfrm>
          <a:prstGeom prst="roundRect">
            <a:avLst>
              <a:gd name="adj" fmla="val 5101"/>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8" name="矩形: 圆角 7">
            <a:extLst>
              <a:ext uri="{FF2B5EF4-FFF2-40B4-BE49-F238E27FC236}">
                <a16:creationId xmlns:a16="http://schemas.microsoft.com/office/drawing/2014/main" id="{FDDCB732-7F06-50F1-873E-BE7CF33FD111}"/>
              </a:ext>
            </a:extLst>
          </p:cNvPr>
          <p:cNvSpPr/>
          <p:nvPr/>
        </p:nvSpPr>
        <p:spPr>
          <a:xfrm>
            <a:off x="6246132" y="1669144"/>
            <a:ext cx="5348968" cy="4382884"/>
          </a:xfrm>
          <a:prstGeom prst="roundRect">
            <a:avLst>
              <a:gd name="adj" fmla="val 5101"/>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9" name="椭圆 8">
            <a:extLst>
              <a:ext uri="{FF2B5EF4-FFF2-40B4-BE49-F238E27FC236}">
                <a16:creationId xmlns:a16="http://schemas.microsoft.com/office/drawing/2014/main" id="{AF911996-ECD6-67CA-A056-F858520F58E2}"/>
              </a:ext>
            </a:extLst>
          </p:cNvPr>
          <p:cNvSpPr/>
          <p:nvPr/>
        </p:nvSpPr>
        <p:spPr>
          <a:xfrm>
            <a:off x="5247944" y="3012529"/>
            <a:ext cx="1696112" cy="1696115"/>
          </a:xfrm>
          <a:prstGeom prst="ellipse">
            <a:avLst/>
          </a:prstGeom>
          <a:gradFill flip="none" rotWithShape="1">
            <a:gsLst>
              <a:gs pos="30000">
                <a:schemeClr val="accent1"/>
              </a:gs>
              <a:gs pos="100000">
                <a:schemeClr val="accent3"/>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11" name="空心弧 10">
            <a:extLst>
              <a:ext uri="{FF2B5EF4-FFF2-40B4-BE49-F238E27FC236}">
                <a16:creationId xmlns:a16="http://schemas.microsoft.com/office/drawing/2014/main" id="{200F1E5A-828E-ADDB-38D0-019BF52DE93B}"/>
              </a:ext>
            </a:extLst>
          </p:cNvPr>
          <p:cNvSpPr/>
          <p:nvPr/>
        </p:nvSpPr>
        <p:spPr>
          <a:xfrm>
            <a:off x="5034706" y="2799290"/>
            <a:ext cx="2122589" cy="2122592"/>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12" name="空心弧 11">
            <a:extLst>
              <a:ext uri="{FF2B5EF4-FFF2-40B4-BE49-F238E27FC236}">
                <a16:creationId xmlns:a16="http://schemas.microsoft.com/office/drawing/2014/main" id="{A10EDF80-B98C-3717-1F85-C2E6ABCFA592}"/>
              </a:ext>
            </a:extLst>
          </p:cNvPr>
          <p:cNvSpPr/>
          <p:nvPr/>
        </p:nvSpPr>
        <p:spPr>
          <a:xfrm rot="9472655">
            <a:off x="5034706" y="2799290"/>
            <a:ext cx="2122589" cy="2122592"/>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13" name="文本框 12">
            <a:extLst>
              <a:ext uri="{FF2B5EF4-FFF2-40B4-BE49-F238E27FC236}">
                <a16:creationId xmlns:a16="http://schemas.microsoft.com/office/drawing/2014/main" id="{F35CDE7F-239C-45E9-648F-CF63DF2DBB46}"/>
              </a:ext>
            </a:extLst>
          </p:cNvPr>
          <p:cNvSpPr txBox="1"/>
          <p:nvPr/>
        </p:nvSpPr>
        <p:spPr>
          <a:xfrm>
            <a:off x="5569428" y="3321977"/>
            <a:ext cx="1053144" cy="107721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解决方案</a:t>
            </a:r>
          </a:p>
        </p:txBody>
      </p:sp>
      <p:sp>
        <p:nvSpPr>
          <p:cNvPr id="14" name="文本框 13">
            <a:extLst>
              <a:ext uri="{FF2B5EF4-FFF2-40B4-BE49-F238E27FC236}">
                <a16:creationId xmlns:a16="http://schemas.microsoft.com/office/drawing/2014/main" id="{1C15F3CD-3A61-2CE4-A831-18BBDAC01A65}"/>
              </a:ext>
            </a:extLst>
          </p:cNvPr>
          <p:cNvSpPr txBox="1"/>
          <p:nvPr/>
        </p:nvSpPr>
        <p:spPr>
          <a:xfrm>
            <a:off x="1530610" y="2216141"/>
            <a:ext cx="1980029" cy="954107"/>
          </a:xfrm>
          <a:prstGeom prst="rect">
            <a:avLst/>
          </a:prstGeom>
          <a:noFill/>
        </p:spPr>
        <p:txBody>
          <a:bodyPr wrap="none" rtlCol="0">
            <a:spAutoFit/>
          </a:bodyPr>
          <a:lstStyle/>
          <a:p>
            <a:pPr>
              <a:defRPr/>
            </a:pPr>
            <a:r>
              <a:rPr lang="zh-CN" altLang="en-US" sz="2800" dirty="0">
                <a:gradFill>
                  <a:gsLst>
                    <a:gs pos="0">
                      <a:schemeClr val="accent3"/>
                    </a:gs>
                    <a:gs pos="100000">
                      <a:schemeClr val="accent1"/>
                    </a:gs>
                  </a:gsLst>
                  <a:lin ang="5400000" scaled="1"/>
                </a:gradFill>
                <a:latin typeface="Arial" panose="020B0604020202020204" pitchFamily="34" charset="0"/>
                <a:ea typeface="微软雅黑" panose="020B0503020204020204" pitchFamily="34" charset="-122"/>
              </a:rPr>
              <a:t>面临的风险</a:t>
            </a:r>
            <a:endParaRPr lang="zh-CN" altLang="zh-CN" sz="2800" dirty="0">
              <a:gradFill>
                <a:gsLst>
                  <a:gs pos="0">
                    <a:schemeClr val="accent3"/>
                  </a:gs>
                  <a:gs pos="100000">
                    <a:schemeClr val="accent1"/>
                  </a:gs>
                </a:gsLst>
                <a:lin ang="5400000" scaled="1"/>
              </a:gradFill>
              <a:latin typeface="Arial" panose="020B0604020202020204" pitchFamily="34" charset="0"/>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dirty="0">
              <a:ln>
                <a:noFill/>
              </a:ln>
              <a:gradFill>
                <a:gsLst>
                  <a:gs pos="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endParaRPr>
          </a:p>
        </p:txBody>
      </p:sp>
      <p:cxnSp>
        <p:nvCxnSpPr>
          <p:cNvPr id="15" name="直接连接符 14">
            <a:extLst>
              <a:ext uri="{FF2B5EF4-FFF2-40B4-BE49-F238E27FC236}">
                <a16:creationId xmlns:a16="http://schemas.microsoft.com/office/drawing/2014/main" id="{F39D7435-5832-21A1-07BA-9CFFC603ADF4}"/>
              </a:ext>
            </a:extLst>
          </p:cNvPr>
          <p:cNvCxnSpPr>
            <a:cxnSpLocks/>
          </p:cNvCxnSpPr>
          <p:nvPr/>
        </p:nvCxnSpPr>
        <p:spPr>
          <a:xfrm>
            <a:off x="908793" y="2923629"/>
            <a:ext cx="3587007"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8F326204-E848-4BF3-EBA2-D97A3A633C5F}"/>
              </a:ext>
            </a:extLst>
          </p:cNvPr>
          <p:cNvSpPr txBox="1"/>
          <p:nvPr/>
        </p:nvSpPr>
        <p:spPr>
          <a:xfrm>
            <a:off x="1173590" y="3113537"/>
            <a:ext cx="3746185" cy="2585323"/>
          </a:xfrm>
          <a:prstGeom prst="rect">
            <a:avLst/>
          </a:prstGeom>
          <a:noFill/>
        </p:spPr>
        <p:txBody>
          <a:bodyPr wrap="square" rtlCol="0">
            <a:spAutoFit/>
          </a:bodyPr>
          <a:lstStyle/>
          <a:p>
            <a:r>
              <a:rPr lang="zh-CN" altLang="zh-CN" dirty="0">
                <a:latin typeface="+mn-ea"/>
              </a:rPr>
              <a:t>美国对东南亚产能的“反倾销”与高额税率</a:t>
            </a:r>
          </a:p>
          <a:p>
            <a:r>
              <a:rPr lang="zh-CN" altLang="zh-CN" dirty="0">
                <a:latin typeface="+mn-ea"/>
              </a:rPr>
              <a:t>例如媒体报道指出对晶科在马来工厂的产品征以</a:t>
            </a:r>
            <a:r>
              <a:rPr lang="en-US" altLang="zh-CN" dirty="0">
                <a:latin typeface="+mn-ea"/>
              </a:rPr>
              <a:t>~21.31%</a:t>
            </a:r>
            <a:r>
              <a:rPr lang="zh-CN" altLang="zh-CN" dirty="0">
                <a:latin typeface="+mn-ea"/>
              </a:rPr>
              <a:t>，对越南产的产品征以</a:t>
            </a:r>
            <a:r>
              <a:rPr lang="en-US" altLang="zh-CN" dirty="0">
                <a:latin typeface="+mn-ea"/>
              </a:rPr>
              <a:t>~56.51%</a:t>
            </a:r>
            <a:r>
              <a:rPr lang="zh-CN" altLang="zh-CN" dirty="0">
                <a:latin typeface="+mn-ea"/>
              </a:rPr>
              <a:t>。此外，后续的最终税率在</a:t>
            </a:r>
            <a:r>
              <a:rPr lang="en-US" altLang="zh-CN" dirty="0">
                <a:latin typeface="+mn-ea"/>
              </a:rPr>
              <a:t>2025</a:t>
            </a:r>
            <a:r>
              <a:rPr lang="zh-CN" altLang="zh-CN" dirty="0">
                <a:latin typeface="+mn-ea"/>
              </a:rPr>
              <a:t>年仍有演变。这些高税率在短期内将显著抬高晶科产品进入美国的成本并影响市场份额。 </a:t>
            </a:r>
          </a:p>
        </p:txBody>
      </p:sp>
      <p:sp>
        <p:nvSpPr>
          <p:cNvPr id="17" name="文本框 16">
            <a:extLst>
              <a:ext uri="{FF2B5EF4-FFF2-40B4-BE49-F238E27FC236}">
                <a16:creationId xmlns:a16="http://schemas.microsoft.com/office/drawing/2014/main" id="{8057CA98-F5FB-8C95-72EF-0DF7A50C9367}"/>
              </a:ext>
            </a:extLst>
          </p:cNvPr>
          <p:cNvSpPr txBox="1"/>
          <p:nvPr/>
        </p:nvSpPr>
        <p:spPr>
          <a:xfrm>
            <a:off x="8302334" y="2216141"/>
            <a:ext cx="162095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gradFill>
                  <a:gsLst>
                    <a:gs pos="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rPr>
              <a:t>解决方案</a:t>
            </a:r>
          </a:p>
        </p:txBody>
      </p:sp>
      <p:cxnSp>
        <p:nvCxnSpPr>
          <p:cNvPr id="18" name="直接连接符 17">
            <a:extLst>
              <a:ext uri="{FF2B5EF4-FFF2-40B4-BE49-F238E27FC236}">
                <a16:creationId xmlns:a16="http://schemas.microsoft.com/office/drawing/2014/main" id="{D6BF85D5-594F-4B77-3C7E-0D70FF46EAF8}"/>
              </a:ext>
            </a:extLst>
          </p:cNvPr>
          <p:cNvCxnSpPr>
            <a:cxnSpLocks/>
          </p:cNvCxnSpPr>
          <p:nvPr/>
        </p:nvCxnSpPr>
        <p:spPr>
          <a:xfrm>
            <a:off x="7680517" y="2923629"/>
            <a:ext cx="3587007"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6BD7E886-AF73-715F-AA1B-5C74A0CCC395}"/>
              </a:ext>
            </a:extLst>
          </p:cNvPr>
          <p:cNvSpPr txBox="1"/>
          <p:nvPr/>
        </p:nvSpPr>
        <p:spPr>
          <a:xfrm>
            <a:off x="7182721" y="2739361"/>
            <a:ext cx="4225022" cy="3416320"/>
          </a:xfrm>
          <a:prstGeom prst="rect">
            <a:avLst/>
          </a:prstGeom>
          <a:noFill/>
        </p:spPr>
        <p:txBody>
          <a:bodyPr wrap="square" rtlCol="0">
            <a:spAutoFit/>
          </a:bodyPr>
          <a:lstStyle/>
          <a:p>
            <a:r>
              <a:rPr lang="en-US" altLang="zh-CN" dirty="0">
                <a:latin typeface="+mn-ea"/>
              </a:rPr>
              <a:t>1.</a:t>
            </a:r>
            <a:r>
              <a:rPr lang="zh-CN" altLang="zh-CN" dirty="0">
                <a:latin typeface="+mn-ea"/>
              </a:rPr>
              <a:t>法律与合规应对：通过法律与贸易顾问提交事实证据、争取较低税率或时间性宽限；同时完善原产地与供应链文件以争取更有利的裁定。</a:t>
            </a:r>
          </a:p>
          <a:p>
            <a:r>
              <a:rPr lang="en-US" altLang="zh-CN" dirty="0">
                <a:latin typeface="+mn-ea"/>
              </a:rPr>
              <a:t>2.</a:t>
            </a:r>
            <a:r>
              <a:rPr lang="zh-CN" altLang="zh-CN" dirty="0">
                <a:latin typeface="+mn-ea"/>
              </a:rPr>
              <a:t>产能与市场重配置：将更多面向美国市场的产能搬迁或新建于美国本土或美方友好国家</a:t>
            </a:r>
            <a:r>
              <a:rPr lang="zh-CN" altLang="en-US" dirty="0">
                <a:latin typeface="+mn-ea"/>
              </a:rPr>
              <a:t>，</a:t>
            </a:r>
            <a:r>
              <a:rPr lang="zh-CN" altLang="zh-CN" dirty="0">
                <a:latin typeface="+mn-ea"/>
              </a:rPr>
              <a:t>以直接获得“本地制造”身份并适配美国的激励政策（如</a:t>
            </a:r>
            <a:r>
              <a:rPr lang="en-US" altLang="zh-CN" dirty="0">
                <a:latin typeface="+mn-ea"/>
              </a:rPr>
              <a:t>IRA</a:t>
            </a:r>
            <a:r>
              <a:rPr lang="zh-CN" altLang="zh-CN" dirty="0">
                <a:latin typeface="+mn-ea"/>
              </a:rPr>
              <a:t>）。</a:t>
            </a:r>
            <a:endParaRPr lang="en-US" altLang="zh-CN" dirty="0">
              <a:latin typeface="+mn-ea"/>
            </a:endParaRPr>
          </a:p>
          <a:p>
            <a:r>
              <a:rPr lang="en-US" altLang="zh-CN" dirty="0">
                <a:latin typeface="+mn-ea"/>
              </a:rPr>
              <a:t>3.</a:t>
            </a:r>
            <a:r>
              <a:rPr lang="zh-CN" altLang="zh-CN" dirty="0">
                <a:latin typeface="+mn-ea"/>
              </a:rPr>
              <a:t>多元化市场与产品上移：转向欧洲、拉美、非洲等增长市场，或提供</a:t>
            </a:r>
            <a:r>
              <a:rPr lang="en-US" altLang="zh-CN" dirty="0">
                <a:latin typeface="+mn-ea"/>
              </a:rPr>
              <a:t>EPC</a:t>
            </a:r>
            <a:r>
              <a:rPr lang="zh-CN" altLang="zh-CN" dirty="0">
                <a:latin typeface="+mn-ea"/>
              </a:rPr>
              <a:t>服务与长期运维以减少对纯商品出口的依赖。</a:t>
            </a:r>
          </a:p>
        </p:txBody>
      </p:sp>
      <p:sp>
        <p:nvSpPr>
          <p:cNvPr id="20" name="任意多边形: 形状 19">
            <a:extLst>
              <a:ext uri="{FF2B5EF4-FFF2-40B4-BE49-F238E27FC236}">
                <a16:creationId xmlns:a16="http://schemas.microsoft.com/office/drawing/2014/main" id="{7B3B9431-0391-C9C1-FDC6-5165CAFF4582}"/>
              </a:ext>
            </a:extLst>
          </p:cNvPr>
          <p:cNvSpPr/>
          <p:nvPr/>
        </p:nvSpPr>
        <p:spPr>
          <a:xfrm>
            <a:off x="1027478" y="2260594"/>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1" name="任意多边形: 形状 20">
            <a:extLst>
              <a:ext uri="{FF2B5EF4-FFF2-40B4-BE49-F238E27FC236}">
                <a16:creationId xmlns:a16="http://schemas.microsoft.com/office/drawing/2014/main" id="{DF5238F2-AB61-EBEE-AC94-9E6300920F9D}"/>
              </a:ext>
            </a:extLst>
          </p:cNvPr>
          <p:cNvSpPr/>
          <p:nvPr/>
        </p:nvSpPr>
        <p:spPr>
          <a:xfrm>
            <a:off x="1102392" y="2410422"/>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2" name="任意多边形: 形状 21">
            <a:extLst>
              <a:ext uri="{FF2B5EF4-FFF2-40B4-BE49-F238E27FC236}">
                <a16:creationId xmlns:a16="http://schemas.microsoft.com/office/drawing/2014/main" id="{69355700-D18F-6629-2521-7EDD1BAD7E1A}"/>
              </a:ext>
            </a:extLst>
          </p:cNvPr>
          <p:cNvSpPr/>
          <p:nvPr/>
        </p:nvSpPr>
        <p:spPr>
          <a:xfrm>
            <a:off x="1102392" y="2485337"/>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3" name="任意多边形: 形状 22">
            <a:extLst>
              <a:ext uri="{FF2B5EF4-FFF2-40B4-BE49-F238E27FC236}">
                <a16:creationId xmlns:a16="http://schemas.microsoft.com/office/drawing/2014/main" id="{07C55DC5-5A99-C3B0-9AE6-7E8F34734A3C}"/>
              </a:ext>
            </a:extLst>
          </p:cNvPr>
          <p:cNvSpPr/>
          <p:nvPr/>
        </p:nvSpPr>
        <p:spPr>
          <a:xfrm>
            <a:off x="7809278" y="2260594"/>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4" name="任意多边形: 形状 23">
            <a:extLst>
              <a:ext uri="{FF2B5EF4-FFF2-40B4-BE49-F238E27FC236}">
                <a16:creationId xmlns:a16="http://schemas.microsoft.com/office/drawing/2014/main" id="{FC5B47E3-00BD-D43A-5893-D20C66D760C4}"/>
              </a:ext>
            </a:extLst>
          </p:cNvPr>
          <p:cNvSpPr/>
          <p:nvPr/>
        </p:nvSpPr>
        <p:spPr>
          <a:xfrm>
            <a:off x="7884192" y="2410422"/>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7" name="任意多边形: 形状 26">
            <a:extLst>
              <a:ext uri="{FF2B5EF4-FFF2-40B4-BE49-F238E27FC236}">
                <a16:creationId xmlns:a16="http://schemas.microsoft.com/office/drawing/2014/main" id="{0D9AE51B-4F80-E555-5339-E889D6194885}"/>
              </a:ext>
            </a:extLst>
          </p:cNvPr>
          <p:cNvSpPr/>
          <p:nvPr/>
        </p:nvSpPr>
        <p:spPr>
          <a:xfrm>
            <a:off x="7884192" y="2485337"/>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Tree>
    <p:extLst>
      <p:ext uri="{BB962C8B-B14F-4D97-AF65-F5344CB8AC3E}">
        <p14:creationId xmlns:p14="http://schemas.microsoft.com/office/powerpoint/2010/main" val="2540278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C089C-A857-C1FB-FE16-C54015046D1A}"/>
            </a:ext>
          </a:extLst>
        </p:cNvPr>
        <p:cNvGrpSpPr/>
        <p:nvPr/>
      </p:nvGrpSpPr>
      <p:grpSpPr>
        <a:xfrm>
          <a:off x="0" y="0"/>
          <a:ext cx="0" cy="0"/>
          <a:chOff x="0" y="0"/>
          <a:chExt cx="0" cy="0"/>
        </a:xfrm>
      </p:grpSpPr>
      <p:grpSp>
        <p:nvGrpSpPr>
          <p:cNvPr id="4" name="组合 3">
            <a:extLst>
              <a:ext uri="{FF2B5EF4-FFF2-40B4-BE49-F238E27FC236}">
                <a16:creationId xmlns:a16="http://schemas.microsoft.com/office/drawing/2014/main" id="{D67492B3-F00D-5080-A771-58B6D04E37E9}"/>
              </a:ext>
            </a:extLst>
          </p:cNvPr>
          <p:cNvGrpSpPr/>
          <p:nvPr/>
        </p:nvGrpSpPr>
        <p:grpSpPr>
          <a:xfrm>
            <a:off x="-240704" y="246620"/>
            <a:ext cx="8568952" cy="734108"/>
            <a:chOff x="-240704" y="246620"/>
            <a:chExt cx="3456384" cy="734108"/>
          </a:xfrm>
        </p:grpSpPr>
        <p:sp>
          <p:nvSpPr>
            <p:cNvPr id="2" name="矩形: 圆角 1">
              <a:extLst>
                <a:ext uri="{FF2B5EF4-FFF2-40B4-BE49-F238E27FC236}">
                  <a16:creationId xmlns:a16="http://schemas.microsoft.com/office/drawing/2014/main" id="{289ABF54-123F-F41F-D2BB-522065CFEB58}"/>
                </a:ext>
              </a:extLst>
            </p:cNvPr>
            <p:cNvSpPr/>
            <p:nvPr/>
          </p:nvSpPr>
          <p:spPr>
            <a:xfrm>
              <a:off x="-240704" y="246620"/>
              <a:ext cx="3456384" cy="734108"/>
            </a:xfrm>
            <a:prstGeom prst="roundRect">
              <a:avLst/>
            </a:prstGeom>
            <a:solidFill>
              <a:srgbClr val="0326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Segoe UI Light"/>
                <a:ea typeface="微软雅黑 Light"/>
                <a:cs typeface="+mn-cs"/>
              </a:endParaRPr>
            </a:p>
          </p:txBody>
        </p:sp>
        <p:sp>
          <p:nvSpPr>
            <p:cNvPr id="3" name="文本占位符 3">
              <a:extLst>
                <a:ext uri="{FF2B5EF4-FFF2-40B4-BE49-F238E27FC236}">
                  <a16:creationId xmlns:a16="http://schemas.microsoft.com/office/drawing/2014/main" id="{FA1933F2-D7C1-AA3C-984A-2E072E5988C1}"/>
                </a:ext>
              </a:extLst>
            </p:cNvPr>
            <p:cNvSpPr txBox="1">
              <a:spLocks/>
            </p:cNvSpPr>
            <p:nvPr/>
          </p:nvSpPr>
          <p:spPr>
            <a:xfrm>
              <a:off x="263352" y="310719"/>
              <a:ext cx="2765853" cy="605909"/>
            </a:xfrm>
            <a:prstGeom prst="roundRect">
              <a:avLst>
                <a:gd name="adj" fmla="val 50000"/>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buNone/>
                <a:defRPr/>
              </a:pPr>
              <a:r>
                <a:rPr lang="zh-CN" altLang="zh-CN" b="1" dirty="0">
                  <a:solidFill>
                    <a:prstClr val="white"/>
                  </a:solidFill>
                  <a:latin typeface="微软雅黑" panose="020B0503020204020204" pitchFamily="34" charset="-122"/>
                  <a:ea typeface="微软雅黑" panose="020B0503020204020204" pitchFamily="34" charset="-122"/>
                </a:rPr>
                <a:t>晶科面临的问题及公司可采取的解决办法</a:t>
              </a:r>
              <a:endParaRPr lang="zh-CN" altLang="en-US" b="1" dirty="0">
                <a:solidFill>
                  <a:prstClr val="white"/>
                </a:solidFill>
                <a:latin typeface="微软雅黑" panose="020B0503020204020204" pitchFamily="34" charset="-122"/>
                <a:ea typeface="微软雅黑" panose="020B0503020204020204" pitchFamily="34" charset="-122"/>
              </a:endParaRPr>
            </a:p>
          </p:txBody>
        </p:sp>
      </p:grpSp>
      <p:pic>
        <p:nvPicPr>
          <p:cNvPr id="25" name="图片 24">
            <a:extLst>
              <a:ext uri="{FF2B5EF4-FFF2-40B4-BE49-F238E27FC236}">
                <a16:creationId xmlns:a16="http://schemas.microsoft.com/office/drawing/2014/main" id="{3AFADDF0-DC80-4E60-B285-38C9CFD1FF6D}"/>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sp>
        <p:nvSpPr>
          <p:cNvPr id="26" name="矩形 25">
            <a:extLst>
              <a:ext uri="{FF2B5EF4-FFF2-40B4-BE49-F238E27FC236}">
                <a16:creationId xmlns:a16="http://schemas.microsoft.com/office/drawing/2014/main" id="{C3417815-4357-6FF9-BF5D-412F5833011E}"/>
              </a:ext>
            </a:extLst>
          </p:cNvPr>
          <p:cNvSpPr/>
          <p:nvPr/>
        </p:nvSpPr>
        <p:spPr>
          <a:xfrm>
            <a:off x="375805" y="6426714"/>
            <a:ext cx="319991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300" normalizeH="0" baseline="0" noProof="0" dirty="0">
                <a:ln>
                  <a:noFill/>
                </a:ln>
                <a:solidFill>
                  <a:prstClr val="black">
                    <a:lumMod val="50000"/>
                    <a:lumOff val="50000"/>
                  </a:prstClr>
                </a:solidFill>
                <a:effectLst/>
                <a:uLnTx/>
                <a:uFillTx/>
                <a:latin typeface="微软雅黑" panose="020B0503020204020204" pitchFamily="34" charset="-122"/>
                <a:ea typeface="微软雅黑"/>
                <a:cs typeface="Arial" panose="020B0604020202020204" pitchFamily="34" charset="0"/>
              </a:rPr>
              <a:t>博学而笃志  切问而近思 </a:t>
            </a:r>
            <a:endParaRPr kumimoji="0" lang="zh-CN" altLang="en-US" sz="1800" b="0" i="0" u="none" strike="noStrike" kern="0" cap="none" spc="0" normalizeH="0" baseline="0" noProof="0" dirty="0">
              <a:ln>
                <a:noFill/>
              </a:ln>
              <a:solidFill>
                <a:prstClr val="black">
                  <a:lumMod val="50000"/>
                  <a:lumOff val="50000"/>
                </a:prstClr>
              </a:solidFill>
              <a:effectLst/>
              <a:uLnTx/>
              <a:uFillTx/>
              <a:latin typeface="Segoe UI Light"/>
              <a:ea typeface="微软雅黑 Light"/>
              <a:cs typeface="+mn-cs"/>
            </a:endParaRPr>
          </a:p>
        </p:txBody>
      </p:sp>
      <p:pic>
        <p:nvPicPr>
          <p:cNvPr id="34" name="图片 33">
            <a:extLst>
              <a:ext uri="{FF2B5EF4-FFF2-40B4-BE49-F238E27FC236}">
                <a16:creationId xmlns:a16="http://schemas.microsoft.com/office/drawing/2014/main" id="{B8D6859D-4819-031B-7C12-6FE12C57C6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11409" y="217124"/>
            <a:ext cx="6438095" cy="6450793"/>
          </a:xfrm>
          <a:prstGeom prst="rect">
            <a:avLst/>
          </a:prstGeom>
        </p:spPr>
      </p:pic>
      <p:cxnSp>
        <p:nvCxnSpPr>
          <p:cNvPr id="10" name="直接连接符 9">
            <a:extLst>
              <a:ext uri="{FF2B5EF4-FFF2-40B4-BE49-F238E27FC236}">
                <a16:creationId xmlns:a16="http://schemas.microsoft.com/office/drawing/2014/main" id="{CBC8CE18-AFBD-DFA0-8691-04F266B5831C}"/>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 name="矩形: 圆角 6">
            <a:extLst>
              <a:ext uri="{FF2B5EF4-FFF2-40B4-BE49-F238E27FC236}">
                <a16:creationId xmlns:a16="http://schemas.microsoft.com/office/drawing/2014/main" id="{69950554-9F72-8800-FC8B-740DD760AC89}"/>
              </a:ext>
            </a:extLst>
          </p:cNvPr>
          <p:cNvSpPr/>
          <p:nvPr/>
        </p:nvSpPr>
        <p:spPr>
          <a:xfrm>
            <a:off x="587375" y="1669144"/>
            <a:ext cx="5348968" cy="4382884"/>
          </a:xfrm>
          <a:prstGeom prst="roundRect">
            <a:avLst>
              <a:gd name="adj" fmla="val 5101"/>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8" name="矩形: 圆角 7">
            <a:extLst>
              <a:ext uri="{FF2B5EF4-FFF2-40B4-BE49-F238E27FC236}">
                <a16:creationId xmlns:a16="http://schemas.microsoft.com/office/drawing/2014/main" id="{64E4068B-F6D3-E5CB-3A07-BBCDD0FEFA39}"/>
              </a:ext>
            </a:extLst>
          </p:cNvPr>
          <p:cNvSpPr/>
          <p:nvPr/>
        </p:nvSpPr>
        <p:spPr>
          <a:xfrm>
            <a:off x="6246132" y="1669144"/>
            <a:ext cx="5348968" cy="4382884"/>
          </a:xfrm>
          <a:prstGeom prst="roundRect">
            <a:avLst>
              <a:gd name="adj" fmla="val 5101"/>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9" name="椭圆 8">
            <a:extLst>
              <a:ext uri="{FF2B5EF4-FFF2-40B4-BE49-F238E27FC236}">
                <a16:creationId xmlns:a16="http://schemas.microsoft.com/office/drawing/2014/main" id="{F6C125FF-C24D-3E69-87A6-0A1FBAC5AC4E}"/>
              </a:ext>
            </a:extLst>
          </p:cNvPr>
          <p:cNvSpPr/>
          <p:nvPr/>
        </p:nvSpPr>
        <p:spPr>
          <a:xfrm>
            <a:off x="5247944" y="3012529"/>
            <a:ext cx="1696112" cy="1696115"/>
          </a:xfrm>
          <a:prstGeom prst="ellipse">
            <a:avLst/>
          </a:prstGeom>
          <a:gradFill flip="none" rotWithShape="1">
            <a:gsLst>
              <a:gs pos="30000">
                <a:schemeClr val="accent1"/>
              </a:gs>
              <a:gs pos="100000">
                <a:schemeClr val="accent3"/>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11" name="空心弧 10">
            <a:extLst>
              <a:ext uri="{FF2B5EF4-FFF2-40B4-BE49-F238E27FC236}">
                <a16:creationId xmlns:a16="http://schemas.microsoft.com/office/drawing/2014/main" id="{28E8CB72-22B9-8EF3-D543-9BCB1B30D662}"/>
              </a:ext>
            </a:extLst>
          </p:cNvPr>
          <p:cNvSpPr/>
          <p:nvPr/>
        </p:nvSpPr>
        <p:spPr>
          <a:xfrm>
            <a:off x="5034706" y="2799290"/>
            <a:ext cx="2122589" cy="2122592"/>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12" name="空心弧 11">
            <a:extLst>
              <a:ext uri="{FF2B5EF4-FFF2-40B4-BE49-F238E27FC236}">
                <a16:creationId xmlns:a16="http://schemas.microsoft.com/office/drawing/2014/main" id="{A3CE9A58-3B42-62E2-8E8B-20D442A53CA4}"/>
              </a:ext>
            </a:extLst>
          </p:cNvPr>
          <p:cNvSpPr/>
          <p:nvPr/>
        </p:nvSpPr>
        <p:spPr>
          <a:xfrm rot="9472655">
            <a:off x="5034706" y="2799290"/>
            <a:ext cx="2122589" cy="2122592"/>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13" name="文本框 12">
            <a:extLst>
              <a:ext uri="{FF2B5EF4-FFF2-40B4-BE49-F238E27FC236}">
                <a16:creationId xmlns:a16="http://schemas.microsoft.com/office/drawing/2014/main" id="{B1A47BB5-A6CD-F7F1-270F-F8E29D2A7725}"/>
              </a:ext>
            </a:extLst>
          </p:cNvPr>
          <p:cNvSpPr txBox="1"/>
          <p:nvPr/>
        </p:nvSpPr>
        <p:spPr>
          <a:xfrm>
            <a:off x="5569428" y="3321977"/>
            <a:ext cx="1053144" cy="107721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解决方案</a:t>
            </a:r>
          </a:p>
        </p:txBody>
      </p:sp>
      <p:sp>
        <p:nvSpPr>
          <p:cNvPr id="14" name="文本框 13">
            <a:extLst>
              <a:ext uri="{FF2B5EF4-FFF2-40B4-BE49-F238E27FC236}">
                <a16:creationId xmlns:a16="http://schemas.microsoft.com/office/drawing/2014/main" id="{493DAF78-5965-17B9-4B9D-DBCB91F9C8AE}"/>
              </a:ext>
            </a:extLst>
          </p:cNvPr>
          <p:cNvSpPr txBox="1"/>
          <p:nvPr/>
        </p:nvSpPr>
        <p:spPr>
          <a:xfrm>
            <a:off x="1530610" y="2216141"/>
            <a:ext cx="1980029" cy="954107"/>
          </a:xfrm>
          <a:prstGeom prst="rect">
            <a:avLst/>
          </a:prstGeom>
          <a:noFill/>
        </p:spPr>
        <p:txBody>
          <a:bodyPr wrap="none" rtlCol="0">
            <a:spAutoFit/>
          </a:bodyPr>
          <a:lstStyle/>
          <a:p>
            <a:pPr>
              <a:defRPr/>
            </a:pPr>
            <a:r>
              <a:rPr lang="zh-CN" altLang="en-US" sz="2800" dirty="0">
                <a:gradFill>
                  <a:gsLst>
                    <a:gs pos="0">
                      <a:schemeClr val="accent3"/>
                    </a:gs>
                    <a:gs pos="100000">
                      <a:schemeClr val="accent1"/>
                    </a:gs>
                  </a:gsLst>
                  <a:lin ang="5400000" scaled="1"/>
                </a:gradFill>
                <a:latin typeface="Arial" panose="020B0604020202020204" pitchFamily="34" charset="0"/>
                <a:ea typeface="微软雅黑" panose="020B0503020204020204" pitchFamily="34" charset="-122"/>
              </a:rPr>
              <a:t>面临的风险</a:t>
            </a:r>
            <a:endParaRPr lang="zh-CN" altLang="zh-CN" sz="2800" dirty="0">
              <a:gradFill>
                <a:gsLst>
                  <a:gs pos="0">
                    <a:schemeClr val="accent3"/>
                  </a:gs>
                  <a:gs pos="100000">
                    <a:schemeClr val="accent1"/>
                  </a:gs>
                </a:gsLst>
                <a:lin ang="5400000" scaled="1"/>
              </a:gradFill>
              <a:latin typeface="Arial" panose="020B0604020202020204" pitchFamily="34" charset="0"/>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dirty="0">
              <a:ln>
                <a:noFill/>
              </a:ln>
              <a:gradFill>
                <a:gsLst>
                  <a:gs pos="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endParaRPr>
          </a:p>
        </p:txBody>
      </p:sp>
      <p:cxnSp>
        <p:nvCxnSpPr>
          <p:cNvPr id="15" name="直接连接符 14">
            <a:extLst>
              <a:ext uri="{FF2B5EF4-FFF2-40B4-BE49-F238E27FC236}">
                <a16:creationId xmlns:a16="http://schemas.microsoft.com/office/drawing/2014/main" id="{08EA97D0-9E2D-0D9F-553C-5701A97E5BA4}"/>
              </a:ext>
            </a:extLst>
          </p:cNvPr>
          <p:cNvCxnSpPr>
            <a:cxnSpLocks/>
          </p:cNvCxnSpPr>
          <p:nvPr/>
        </p:nvCxnSpPr>
        <p:spPr>
          <a:xfrm>
            <a:off x="908793" y="2923629"/>
            <a:ext cx="3587007"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219F7D87-1C0C-A342-2594-89052574A9BA}"/>
              </a:ext>
            </a:extLst>
          </p:cNvPr>
          <p:cNvSpPr txBox="1"/>
          <p:nvPr/>
        </p:nvSpPr>
        <p:spPr>
          <a:xfrm>
            <a:off x="1128421" y="3183117"/>
            <a:ext cx="3746185" cy="2031325"/>
          </a:xfrm>
          <a:prstGeom prst="rect">
            <a:avLst/>
          </a:prstGeom>
          <a:noFill/>
        </p:spPr>
        <p:txBody>
          <a:bodyPr wrap="square" rtlCol="0">
            <a:spAutoFit/>
          </a:bodyPr>
          <a:lstStyle/>
          <a:p>
            <a:r>
              <a:rPr lang="zh-CN" altLang="zh-CN" dirty="0"/>
              <a:t>欧盟与英国在</a:t>
            </a:r>
            <a:r>
              <a:rPr lang="en-US" altLang="zh-CN" dirty="0"/>
              <a:t> 2024</a:t>
            </a:r>
            <a:r>
              <a:rPr lang="zh-CN" altLang="zh-CN" dirty="0"/>
              <a:t>–</a:t>
            </a:r>
            <a:r>
              <a:rPr lang="en-US" altLang="zh-CN" dirty="0"/>
              <a:t>2025 </a:t>
            </a:r>
            <a:r>
              <a:rPr lang="zh-CN" altLang="zh-CN" dirty="0"/>
              <a:t>年加紧针对“强迫劳动”相关产品的进口限制與尽职调查要求。由于光伏上游涉及新疆等敏感地区，若供应链中出现“强迫劳动”疑虑，相关产品可能被禁止进入欧盟</a:t>
            </a:r>
            <a:r>
              <a:rPr lang="en-US" altLang="zh-CN" dirty="0"/>
              <a:t>/</a:t>
            </a:r>
            <a:r>
              <a:rPr lang="zh-CN" altLang="zh-CN" dirty="0"/>
              <a:t>英国市场或被大幅受限。</a:t>
            </a:r>
          </a:p>
        </p:txBody>
      </p:sp>
      <p:sp>
        <p:nvSpPr>
          <p:cNvPr id="17" name="文本框 16">
            <a:extLst>
              <a:ext uri="{FF2B5EF4-FFF2-40B4-BE49-F238E27FC236}">
                <a16:creationId xmlns:a16="http://schemas.microsoft.com/office/drawing/2014/main" id="{E656F2A7-F557-D6B2-03A6-DADD569D8FE1}"/>
              </a:ext>
            </a:extLst>
          </p:cNvPr>
          <p:cNvSpPr txBox="1"/>
          <p:nvPr/>
        </p:nvSpPr>
        <p:spPr>
          <a:xfrm>
            <a:off x="8302334" y="2216141"/>
            <a:ext cx="162095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gradFill>
                  <a:gsLst>
                    <a:gs pos="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rPr>
              <a:t>解决方案</a:t>
            </a:r>
          </a:p>
        </p:txBody>
      </p:sp>
      <p:cxnSp>
        <p:nvCxnSpPr>
          <p:cNvPr id="18" name="直接连接符 17">
            <a:extLst>
              <a:ext uri="{FF2B5EF4-FFF2-40B4-BE49-F238E27FC236}">
                <a16:creationId xmlns:a16="http://schemas.microsoft.com/office/drawing/2014/main" id="{F23D8D6D-842E-E546-F657-F841854D5D1D}"/>
              </a:ext>
            </a:extLst>
          </p:cNvPr>
          <p:cNvCxnSpPr>
            <a:cxnSpLocks/>
          </p:cNvCxnSpPr>
          <p:nvPr/>
        </p:nvCxnSpPr>
        <p:spPr>
          <a:xfrm>
            <a:off x="7680517" y="2923629"/>
            <a:ext cx="3587007"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C9E58CB9-11A3-CD50-E4B0-A179AD340687}"/>
              </a:ext>
            </a:extLst>
          </p:cNvPr>
          <p:cNvSpPr txBox="1"/>
          <p:nvPr/>
        </p:nvSpPr>
        <p:spPr>
          <a:xfrm>
            <a:off x="7072423" y="2739361"/>
            <a:ext cx="4377097" cy="3139321"/>
          </a:xfrm>
          <a:prstGeom prst="rect">
            <a:avLst/>
          </a:prstGeom>
          <a:noFill/>
        </p:spPr>
        <p:txBody>
          <a:bodyPr wrap="square" rtlCol="0">
            <a:spAutoFit/>
          </a:bodyPr>
          <a:lstStyle/>
          <a:p>
            <a:r>
              <a:rPr lang="en-US" altLang="zh-CN" dirty="0"/>
              <a:t>1.</a:t>
            </a:r>
            <a:r>
              <a:rPr lang="zh-CN" altLang="zh-CN" dirty="0"/>
              <a:t>供应链可追溯与第三方审计：加强对硅料—硅片—电池—组件的全链路追溯，并主动向欧盟</a:t>
            </a:r>
            <a:r>
              <a:rPr lang="en-US" altLang="zh-CN" dirty="0"/>
              <a:t>/</a:t>
            </a:r>
            <a:r>
              <a:rPr lang="zh-CN" altLang="zh-CN" dirty="0"/>
              <a:t>客户披露审计结果以降低合规风险。</a:t>
            </a:r>
            <a:endParaRPr lang="en-US" altLang="zh-CN" dirty="0"/>
          </a:p>
          <a:p>
            <a:r>
              <a:rPr lang="en-US" altLang="zh-CN" dirty="0"/>
              <a:t>2.</a:t>
            </a:r>
            <a:r>
              <a:rPr lang="zh-CN" altLang="zh-CN" dirty="0"/>
              <a:t>材料来源多元化</a:t>
            </a:r>
            <a:r>
              <a:rPr lang="en-US" altLang="zh-CN" dirty="0"/>
              <a:t>/</a:t>
            </a:r>
            <a:r>
              <a:rPr lang="zh-CN" altLang="zh-CN" dirty="0"/>
              <a:t>低风险替代：在可能情况下优先使用可证明“低风险来源”的原材料或通过第三国中转以证明合规来源。</a:t>
            </a:r>
          </a:p>
          <a:p>
            <a:r>
              <a:rPr lang="en-US" altLang="zh-CN" dirty="0"/>
              <a:t>3.</a:t>
            </a:r>
            <a:r>
              <a:rPr lang="zh-CN" altLang="zh-CN" dirty="0"/>
              <a:t>本地化供应或装配：在欧洲</a:t>
            </a:r>
            <a:r>
              <a:rPr lang="en-US" altLang="zh-CN" dirty="0"/>
              <a:t>/</a:t>
            </a:r>
            <a:r>
              <a:rPr lang="zh-CN" altLang="zh-CN" dirty="0"/>
              <a:t>英国设装配中心或合资企业，既能满足采购方的“本地化要求”，也能减少上游争议对终端销售的影响。</a:t>
            </a:r>
          </a:p>
        </p:txBody>
      </p:sp>
      <p:sp>
        <p:nvSpPr>
          <p:cNvPr id="20" name="任意多边形: 形状 19">
            <a:extLst>
              <a:ext uri="{FF2B5EF4-FFF2-40B4-BE49-F238E27FC236}">
                <a16:creationId xmlns:a16="http://schemas.microsoft.com/office/drawing/2014/main" id="{0EB4F6DD-921B-4C42-EF92-559A2F1A1C84}"/>
              </a:ext>
            </a:extLst>
          </p:cNvPr>
          <p:cNvSpPr/>
          <p:nvPr/>
        </p:nvSpPr>
        <p:spPr>
          <a:xfrm>
            <a:off x="1027478" y="2260594"/>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1" name="任意多边形: 形状 20">
            <a:extLst>
              <a:ext uri="{FF2B5EF4-FFF2-40B4-BE49-F238E27FC236}">
                <a16:creationId xmlns:a16="http://schemas.microsoft.com/office/drawing/2014/main" id="{7102188E-A8F6-8CB1-52C6-DA4418D3D9DA}"/>
              </a:ext>
            </a:extLst>
          </p:cNvPr>
          <p:cNvSpPr/>
          <p:nvPr/>
        </p:nvSpPr>
        <p:spPr>
          <a:xfrm>
            <a:off x="1102392" y="2410422"/>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2" name="任意多边形: 形状 21">
            <a:extLst>
              <a:ext uri="{FF2B5EF4-FFF2-40B4-BE49-F238E27FC236}">
                <a16:creationId xmlns:a16="http://schemas.microsoft.com/office/drawing/2014/main" id="{673701D4-5A6A-6AAD-E3CA-3DACBF332067}"/>
              </a:ext>
            </a:extLst>
          </p:cNvPr>
          <p:cNvSpPr/>
          <p:nvPr/>
        </p:nvSpPr>
        <p:spPr>
          <a:xfrm>
            <a:off x="1102392" y="2485337"/>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3" name="任意多边形: 形状 22">
            <a:extLst>
              <a:ext uri="{FF2B5EF4-FFF2-40B4-BE49-F238E27FC236}">
                <a16:creationId xmlns:a16="http://schemas.microsoft.com/office/drawing/2014/main" id="{E7CFA4EF-F428-AA9F-A00B-0476B7A29C7C}"/>
              </a:ext>
            </a:extLst>
          </p:cNvPr>
          <p:cNvSpPr/>
          <p:nvPr/>
        </p:nvSpPr>
        <p:spPr>
          <a:xfrm>
            <a:off x="7809278" y="2260594"/>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4" name="任意多边形: 形状 23">
            <a:extLst>
              <a:ext uri="{FF2B5EF4-FFF2-40B4-BE49-F238E27FC236}">
                <a16:creationId xmlns:a16="http://schemas.microsoft.com/office/drawing/2014/main" id="{A286F77F-7A76-E64B-2656-911C3BCE98C6}"/>
              </a:ext>
            </a:extLst>
          </p:cNvPr>
          <p:cNvSpPr/>
          <p:nvPr/>
        </p:nvSpPr>
        <p:spPr>
          <a:xfrm>
            <a:off x="7884192" y="2410422"/>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7" name="任意多边形: 形状 26">
            <a:extLst>
              <a:ext uri="{FF2B5EF4-FFF2-40B4-BE49-F238E27FC236}">
                <a16:creationId xmlns:a16="http://schemas.microsoft.com/office/drawing/2014/main" id="{44E9E4C2-B076-2060-3B92-C61D025E06CC}"/>
              </a:ext>
            </a:extLst>
          </p:cNvPr>
          <p:cNvSpPr/>
          <p:nvPr/>
        </p:nvSpPr>
        <p:spPr>
          <a:xfrm>
            <a:off x="7884192" y="2485337"/>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Tree>
    <p:extLst>
      <p:ext uri="{BB962C8B-B14F-4D97-AF65-F5344CB8AC3E}">
        <p14:creationId xmlns:p14="http://schemas.microsoft.com/office/powerpoint/2010/main" val="17844299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7592C-6743-8B35-5151-6327278A9AA6}"/>
            </a:ext>
          </a:extLst>
        </p:cNvPr>
        <p:cNvGrpSpPr/>
        <p:nvPr/>
      </p:nvGrpSpPr>
      <p:grpSpPr>
        <a:xfrm>
          <a:off x="0" y="0"/>
          <a:ext cx="0" cy="0"/>
          <a:chOff x="0" y="0"/>
          <a:chExt cx="0" cy="0"/>
        </a:xfrm>
      </p:grpSpPr>
      <p:pic>
        <p:nvPicPr>
          <p:cNvPr id="25" name="图片 24">
            <a:extLst>
              <a:ext uri="{FF2B5EF4-FFF2-40B4-BE49-F238E27FC236}">
                <a16:creationId xmlns:a16="http://schemas.microsoft.com/office/drawing/2014/main" id="{469D8E5F-BDC7-BA8A-541F-64B15639C681}"/>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sp>
        <p:nvSpPr>
          <p:cNvPr id="26" name="矩形 25">
            <a:extLst>
              <a:ext uri="{FF2B5EF4-FFF2-40B4-BE49-F238E27FC236}">
                <a16:creationId xmlns:a16="http://schemas.microsoft.com/office/drawing/2014/main" id="{25FCBB96-26FD-AF7C-1947-6B2EA20EABC0}"/>
              </a:ext>
            </a:extLst>
          </p:cNvPr>
          <p:cNvSpPr/>
          <p:nvPr/>
        </p:nvSpPr>
        <p:spPr>
          <a:xfrm>
            <a:off x="375805" y="6210690"/>
            <a:ext cx="319991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300" normalizeH="0" baseline="0" noProof="0" dirty="0">
                <a:ln>
                  <a:noFill/>
                </a:ln>
                <a:solidFill>
                  <a:prstClr val="black">
                    <a:lumMod val="50000"/>
                    <a:lumOff val="50000"/>
                  </a:prstClr>
                </a:solidFill>
                <a:effectLst/>
                <a:uLnTx/>
                <a:uFillTx/>
                <a:latin typeface="微软雅黑" panose="020B0503020204020204" pitchFamily="34" charset="-122"/>
                <a:ea typeface="微软雅黑"/>
                <a:cs typeface="Arial" panose="020B0604020202020204" pitchFamily="34" charset="0"/>
              </a:rPr>
              <a:t>博学而笃志  切问而近思 </a:t>
            </a:r>
            <a:endParaRPr kumimoji="0" lang="zh-CN" altLang="en-US" sz="1800" b="0" i="0" u="none" strike="noStrike" kern="0" cap="none" spc="0" normalizeH="0" baseline="0" noProof="0" dirty="0">
              <a:ln>
                <a:noFill/>
              </a:ln>
              <a:solidFill>
                <a:prstClr val="black">
                  <a:lumMod val="50000"/>
                  <a:lumOff val="50000"/>
                </a:prstClr>
              </a:solidFill>
              <a:effectLst/>
              <a:uLnTx/>
              <a:uFillTx/>
              <a:latin typeface="Segoe UI Light"/>
              <a:ea typeface="微软雅黑 Light"/>
              <a:cs typeface="+mn-cs"/>
            </a:endParaRPr>
          </a:p>
        </p:txBody>
      </p:sp>
      <p:pic>
        <p:nvPicPr>
          <p:cNvPr id="34" name="图片 33">
            <a:extLst>
              <a:ext uri="{FF2B5EF4-FFF2-40B4-BE49-F238E27FC236}">
                <a16:creationId xmlns:a16="http://schemas.microsoft.com/office/drawing/2014/main" id="{61830445-2997-CA63-D50C-E6B64327E9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31058"/>
            <a:ext cx="6438095" cy="6450793"/>
          </a:xfrm>
          <a:prstGeom prst="rect">
            <a:avLst/>
          </a:prstGeom>
        </p:spPr>
      </p:pic>
      <p:sp>
        <p:nvSpPr>
          <p:cNvPr id="6" name="矩形: 圆角 5">
            <a:extLst>
              <a:ext uri="{FF2B5EF4-FFF2-40B4-BE49-F238E27FC236}">
                <a16:creationId xmlns:a16="http://schemas.microsoft.com/office/drawing/2014/main" id="{BCE0C58F-C28F-739D-88F9-CB5452881786}"/>
              </a:ext>
            </a:extLst>
          </p:cNvPr>
          <p:cNvSpPr/>
          <p:nvPr/>
        </p:nvSpPr>
        <p:spPr>
          <a:xfrm>
            <a:off x="587375" y="2574508"/>
            <a:ext cx="5348968" cy="4382884"/>
          </a:xfrm>
          <a:prstGeom prst="roundRect">
            <a:avLst>
              <a:gd name="adj" fmla="val 5101"/>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7" name="矩形: 圆角 6">
            <a:extLst>
              <a:ext uri="{FF2B5EF4-FFF2-40B4-BE49-F238E27FC236}">
                <a16:creationId xmlns:a16="http://schemas.microsoft.com/office/drawing/2014/main" id="{9D79597C-9B43-C509-C6AA-F2BEA58F508A}"/>
              </a:ext>
            </a:extLst>
          </p:cNvPr>
          <p:cNvSpPr/>
          <p:nvPr/>
        </p:nvSpPr>
        <p:spPr>
          <a:xfrm>
            <a:off x="6246132" y="2574508"/>
            <a:ext cx="5348968" cy="4382884"/>
          </a:xfrm>
          <a:prstGeom prst="roundRect">
            <a:avLst>
              <a:gd name="adj" fmla="val 5101"/>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8" name="椭圆 7">
            <a:extLst>
              <a:ext uri="{FF2B5EF4-FFF2-40B4-BE49-F238E27FC236}">
                <a16:creationId xmlns:a16="http://schemas.microsoft.com/office/drawing/2014/main" id="{16CAD1E2-B89F-9CC2-8AA7-B886FF24D0ED}"/>
              </a:ext>
            </a:extLst>
          </p:cNvPr>
          <p:cNvSpPr/>
          <p:nvPr/>
        </p:nvSpPr>
        <p:spPr>
          <a:xfrm>
            <a:off x="5247944" y="3917893"/>
            <a:ext cx="1696112" cy="1696115"/>
          </a:xfrm>
          <a:prstGeom prst="ellipse">
            <a:avLst/>
          </a:prstGeom>
          <a:gradFill flip="none" rotWithShape="1">
            <a:gsLst>
              <a:gs pos="30000">
                <a:schemeClr val="accent1"/>
              </a:gs>
              <a:gs pos="100000">
                <a:schemeClr val="accent3"/>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9" name="空心弧 8">
            <a:extLst>
              <a:ext uri="{FF2B5EF4-FFF2-40B4-BE49-F238E27FC236}">
                <a16:creationId xmlns:a16="http://schemas.microsoft.com/office/drawing/2014/main" id="{80C90C96-19E4-43AE-C57C-574F02AA712B}"/>
              </a:ext>
            </a:extLst>
          </p:cNvPr>
          <p:cNvSpPr/>
          <p:nvPr/>
        </p:nvSpPr>
        <p:spPr>
          <a:xfrm>
            <a:off x="5034706" y="3704654"/>
            <a:ext cx="2122589" cy="2122592"/>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11" name="空心弧 10">
            <a:extLst>
              <a:ext uri="{FF2B5EF4-FFF2-40B4-BE49-F238E27FC236}">
                <a16:creationId xmlns:a16="http://schemas.microsoft.com/office/drawing/2014/main" id="{FEBCBBC9-DFC0-AE48-82D0-68A5D09DB7A0}"/>
              </a:ext>
            </a:extLst>
          </p:cNvPr>
          <p:cNvSpPr/>
          <p:nvPr/>
        </p:nvSpPr>
        <p:spPr>
          <a:xfrm rot="9472655">
            <a:off x="5034706" y="3704654"/>
            <a:ext cx="2122589" cy="2122592"/>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12" name="文本框 11">
            <a:extLst>
              <a:ext uri="{FF2B5EF4-FFF2-40B4-BE49-F238E27FC236}">
                <a16:creationId xmlns:a16="http://schemas.microsoft.com/office/drawing/2014/main" id="{95B0B772-947B-DB20-8329-A8A53BE446A8}"/>
              </a:ext>
            </a:extLst>
          </p:cNvPr>
          <p:cNvSpPr txBox="1"/>
          <p:nvPr/>
        </p:nvSpPr>
        <p:spPr>
          <a:xfrm>
            <a:off x="5569428" y="4227341"/>
            <a:ext cx="1053144" cy="107721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解决方案</a:t>
            </a:r>
          </a:p>
        </p:txBody>
      </p:sp>
      <p:sp>
        <p:nvSpPr>
          <p:cNvPr id="13" name="文本框 12">
            <a:extLst>
              <a:ext uri="{FF2B5EF4-FFF2-40B4-BE49-F238E27FC236}">
                <a16:creationId xmlns:a16="http://schemas.microsoft.com/office/drawing/2014/main" id="{CD0F39FD-CAE6-370E-E752-532688851602}"/>
              </a:ext>
            </a:extLst>
          </p:cNvPr>
          <p:cNvSpPr txBox="1"/>
          <p:nvPr/>
        </p:nvSpPr>
        <p:spPr>
          <a:xfrm>
            <a:off x="1530610" y="3121505"/>
            <a:ext cx="1980029" cy="954107"/>
          </a:xfrm>
          <a:prstGeom prst="rect">
            <a:avLst/>
          </a:prstGeom>
          <a:noFill/>
        </p:spPr>
        <p:txBody>
          <a:bodyPr wrap="none" rtlCol="0">
            <a:spAutoFit/>
          </a:bodyPr>
          <a:lstStyle/>
          <a:p>
            <a:pPr>
              <a:defRPr/>
            </a:pPr>
            <a:r>
              <a:rPr lang="zh-CN" altLang="en-US" sz="2800" dirty="0">
                <a:gradFill>
                  <a:gsLst>
                    <a:gs pos="0">
                      <a:schemeClr val="accent3"/>
                    </a:gs>
                    <a:gs pos="100000">
                      <a:schemeClr val="accent1"/>
                    </a:gs>
                  </a:gsLst>
                  <a:lin ang="5400000" scaled="1"/>
                </a:gradFill>
                <a:latin typeface="Arial" panose="020B0604020202020204" pitchFamily="34" charset="0"/>
                <a:ea typeface="微软雅黑" panose="020B0503020204020204" pitchFamily="34" charset="-122"/>
              </a:rPr>
              <a:t>面临的风险</a:t>
            </a:r>
            <a:endParaRPr lang="zh-CN" altLang="zh-CN" sz="2800" dirty="0">
              <a:gradFill>
                <a:gsLst>
                  <a:gs pos="0">
                    <a:schemeClr val="accent3"/>
                  </a:gs>
                  <a:gs pos="100000">
                    <a:schemeClr val="accent1"/>
                  </a:gs>
                </a:gsLst>
                <a:lin ang="5400000" scaled="1"/>
              </a:gradFill>
              <a:latin typeface="Arial" panose="020B0604020202020204" pitchFamily="34" charset="0"/>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dirty="0">
              <a:ln>
                <a:noFill/>
              </a:ln>
              <a:gradFill>
                <a:gsLst>
                  <a:gs pos="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endParaRPr>
          </a:p>
        </p:txBody>
      </p:sp>
      <p:cxnSp>
        <p:nvCxnSpPr>
          <p:cNvPr id="14" name="直接连接符 13">
            <a:extLst>
              <a:ext uri="{FF2B5EF4-FFF2-40B4-BE49-F238E27FC236}">
                <a16:creationId xmlns:a16="http://schemas.microsoft.com/office/drawing/2014/main" id="{1F16BD5F-D1C0-F006-867C-8F867D29D959}"/>
              </a:ext>
            </a:extLst>
          </p:cNvPr>
          <p:cNvCxnSpPr>
            <a:cxnSpLocks/>
          </p:cNvCxnSpPr>
          <p:nvPr/>
        </p:nvCxnSpPr>
        <p:spPr>
          <a:xfrm>
            <a:off x="908793" y="3828993"/>
            <a:ext cx="3587007"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A9ED38D6-37FB-BBE0-2DD1-5C8FF5E85B0F}"/>
              </a:ext>
            </a:extLst>
          </p:cNvPr>
          <p:cNvSpPr txBox="1"/>
          <p:nvPr/>
        </p:nvSpPr>
        <p:spPr>
          <a:xfrm>
            <a:off x="858298" y="4162483"/>
            <a:ext cx="3746185" cy="1477328"/>
          </a:xfrm>
          <a:prstGeom prst="rect">
            <a:avLst/>
          </a:prstGeom>
          <a:noFill/>
        </p:spPr>
        <p:txBody>
          <a:bodyPr wrap="square" rtlCol="0">
            <a:spAutoFit/>
          </a:bodyPr>
          <a:lstStyle/>
          <a:p>
            <a:pPr lvl="1"/>
            <a:r>
              <a:rPr lang="zh-CN" altLang="zh-CN" dirty="0">
                <a:latin typeface="Arial" panose="020B0604020202020204" pitchFamily="34" charset="0"/>
                <a:ea typeface="微软雅黑" panose="020B0503020204020204" pitchFamily="34" charset="-122"/>
              </a:rPr>
              <a:t>美国对中国及东南亚国家（如越南／泰国／马来／柬埔寨）进行反倾销／反补贴调查，并对</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绕过中国产地</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产品征收极高关税。</a:t>
            </a:r>
            <a:endParaRPr lang="en-US" altLang="zh-CN" dirty="0">
              <a:latin typeface="Arial" panose="020B0604020202020204" pitchFamily="34" charset="0"/>
              <a:ea typeface="微软雅黑" panose="020B0503020204020204" pitchFamily="34" charset="-122"/>
            </a:endParaRPr>
          </a:p>
        </p:txBody>
      </p:sp>
      <p:sp>
        <p:nvSpPr>
          <p:cNvPr id="16" name="文本框 15">
            <a:extLst>
              <a:ext uri="{FF2B5EF4-FFF2-40B4-BE49-F238E27FC236}">
                <a16:creationId xmlns:a16="http://schemas.microsoft.com/office/drawing/2014/main" id="{8F8DA94E-127F-E3FF-908B-AF5C932F4D5F}"/>
              </a:ext>
            </a:extLst>
          </p:cNvPr>
          <p:cNvSpPr txBox="1"/>
          <p:nvPr/>
        </p:nvSpPr>
        <p:spPr>
          <a:xfrm>
            <a:off x="8302334" y="3121505"/>
            <a:ext cx="162095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gradFill>
                  <a:gsLst>
                    <a:gs pos="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rPr>
              <a:t>解决方案</a:t>
            </a:r>
          </a:p>
        </p:txBody>
      </p:sp>
      <p:cxnSp>
        <p:nvCxnSpPr>
          <p:cNvPr id="17" name="直接连接符 16">
            <a:extLst>
              <a:ext uri="{FF2B5EF4-FFF2-40B4-BE49-F238E27FC236}">
                <a16:creationId xmlns:a16="http://schemas.microsoft.com/office/drawing/2014/main" id="{FA9EC272-9547-3267-BFE0-F4CDD9E4B3C7}"/>
              </a:ext>
            </a:extLst>
          </p:cNvPr>
          <p:cNvCxnSpPr>
            <a:cxnSpLocks/>
          </p:cNvCxnSpPr>
          <p:nvPr/>
        </p:nvCxnSpPr>
        <p:spPr>
          <a:xfrm>
            <a:off x="7680517" y="3828993"/>
            <a:ext cx="3587007"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39BEFF0C-84E9-665E-98C5-B1336476174D}"/>
              </a:ext>
            </a:extLst>
          </p:cNvPr>
          <p:cNvSpPr txBox="1"/>
          <p:nvPr/>
        </p:nvSpPr>
        <p:spPr>
          <a:xfrm>
            <a:off x="7630554" y="4123272"/>
            <a:ext cx="3812826" cy="1754326"/>
          </a:xfrm>
          <a:prstGeom prst="rect">
            <a:avLst/>
          </a:prstGeom>
          <a:noFill/>
        </p:spPr>
        <p:txBody>
          <a:bodyPr wrap="square" rtlCol="0">
            <a:spAutoFit/>
          </a:bodyPr>
          <a:lstStyle/>
          <a:p>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在美国或友好国家设厂</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合资制造（</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本地制造</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）以规避进口关税。</a:t>
            </a:r>
          </a:p>
          <a:p>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建立完整的原产地与供应链合规体系，确保进口组件不会被视为</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绕关</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a:t>
            </a:r>
          </a:p>
          <a:p>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多元化出口市场，降低对美国市场依赖。</a:t>
            </a:r>
          </a:p>
        </p:txBody>
      </p:sp>
      <p:sp>
        <p:nvSpPr>
          <p:cNvPr id="19" name="任意多边形: 形状 18">
            <a:extLst>
              <a:ext uri="{FF2B5EF4-FFF2-40B4-BE49-F238E27FC236}">
                <a16:creationId xmlns:a16="http://schemas.microsoft.com/office/drawing/2014/main" id="{9DC10CAB-8FC6-3B08-EBF9-E3CE41D177DF}"/>
              </a:ext>
            </a:extLst>
          </p:cNvPr>
          <p:cNvSpPr/>
          <p:nvPr/>
        </p:nvSpPr>
        <p:spPr>
          <a:xfrm>
            <a:off x="1027478" y="3165958"/>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0" name="任意多边形: 形状 19">
            <a:extLst>
              <a:ext uri="{FF2B5EF4-FFF2-40B4-BE49-F238E27FC236}">
                <a16:creationId xmlns:a16="http://schemas.microsoft.com/office/drawing/2014/main" id="{D8040978-F922-5BDC-31D1-2F8E9624FF5D}"/>
              </a:ext>
            </a:extLst>
          </p:cNvPr>
          <p:cNvSpPr/>
          <p:nvPr/>
        </p:nvSpPr>
        <p:spPr>
          <a:xfrm>
            <a:off x="1102392" y="3315786"/>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1" name="任意多边形: 形状 20">
            <a:extLst>
              <a:ext uri="{FF2B5EF4-FFF2-40B4-BE49-F238E27FC236}">
                <a16:creationId xmlns:a16="http://schemas.microsoft.com/office/drawing/2014/main" id="{A14C3B56-BC2D-3C7E-A77D-4658A21CC1C5}"/>
              </a:ext>
            </a:extLst>
          </p:cNvPr>
          <p:cNvSpPr/>
          <p:nvPr/>
        </p:nvSpPr>
        <p:spPr>
          <a:xfrm>
            <a:off x="1102392" y="3390701"/>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2" name="任意多边形: 形状 21">
            <a:extLst>
              <a:ext uri="{FF2B5EF4-FFF2-40B4-BE49-F238E27FC236}">
                <a16:creationId xmlns:a16="http://schemas.microsoft.com/office/drawing/2014/main" id="{E5210DB0-9BAB-E959-B3A9-9E5AD0C412F7}"/>
              </a:ext>
            </a:extLst>
          </p:cNvPr>
          <p:cNvSpPr/>
          <p:nvPr/>
        </p:nvSpPr>
        <p:spPr>
          <a:xfrm>
            <a:off x="7809278" y="3165958"/>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3" name="任意多边形: 形状 22">
            <a:extLst>
              <a:ext uri="{FF2B5EF4-FFF2-40B4-BE49-F238E27FC236}">
                <a16:creationId xmlns:a16="http://schemas.microsoft.com/office/drawing/2014/main" id="{018DE601-CADF-8717-4CE2-D3F7E6BA6AB3}"/>
              </a:ext>
            </a:extLst>
          </p:cNvPr>
          <p:cNvSpPr/>
          <p:nvPr/>
        </p:nvSpPr>
        <p:spPr>
          <a:xfrm>
            <a:off x="7884192" y="3315786"/>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4" name="任意多边形: 形状 23">
            <a:extLst>
              <a:ext uri="{FF2B5EF4-FFF2-40B4-BE49-F238E27FC236}">
                <a16:creationId xmlns:a16="http://schemas.microsoft.com/office/drawing/2014/main" id="{EFBEACBC-7DC2-C73C-E2F6-1965B6EAD608}"/>
              </a:ext>
            </a:extLst>
          </p:cNvPr>
          <p:cNvSpPr/>
          <p:nvPr/>
        </p:nvSpPr>
        <p:spPr>
          <a:xfrm>
            <a:off x="7884192" y="3390701"/>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7" name="文本占位符 7">
            <a:extLst>
              <a:ext uri="{FF2B5EF4-FFF2-40B4-BE49-F238E27FC236}">
                <a16:creationId xmlns:a16="http://schemas.microsoft.com/office/drawing/2014/main" id="{8F25E55A-7D14-86E6-A468-9CA94F7477F2}"/>
              </a:ext>
            </a:extLst>
          </p:cNvPr>
          <p:cNvSpPr txBox="1">
            <a:spLocks/>
          </p:cNvSpPr>
          <p:nvPr/>
        </p:nvSpPr>
        <p:spPr>
          <a:xfrm>
            <a:off x="767408" y="1445551"/>
            <a:ext cx="5925418" cy="996170"/>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Arial" panose="020B0604020202020204" pitchFamily="34" charset="0"/>
                <a:ea typeface="微软雅黑" panose="020B0503020204020204" pitchFamily="34" charset="-122"/>
              </a:rPr>
              <a:t>面临的问题及策略</a:t>
            </a:r>
            <a:endParaRPr lang="en-US" altLang="zh-CN" b="1" dirty="0">
              <a:latin typeface="Arial" panose="020B0604020202020204" pitchFamily="34" charset="0"/>
              <a:ea typeface="微软雅黑" panose="020B0503020204020204" pitchFamily="34" charset="-122"/>
            </a:endParaRPr>
          </a:p>
          <a:p>
            <a:pPr marL="0" indent="0">
              <a:buNone/>
            </a:pPr>
            <a:r>
              <a:rPr lang="en-US" altLang="zh-CN" b="1" dirty="0">
                <a:latin typeface="Arial" panose="020B0604020202020204" pitchFamily="34" charset="0"/>
                <a:ea typeface="微软雅黑" panose="020B0503020204020204" pitchFamily="34" charset="-122"/>
              </a:rPr>
              <a:t>——</a:t>
            </a:r>
            <a:r>
              <a:rPr lang="zh-CN" altLang="en-US" b="1" dirty="0">
                <a:latin typeface="Arial" panose="020B0604020202020204" pitchFamily="34" charset="0"/>
                <a:ea typeface="微软雅黑" panose="020B0503020204020204" pitchFamily="34" charset="-122"/>
              </a:rPr>
              <a:t>美国</a:t>
            </a:r>
            <a:endParaRPr lang="zh-CN" altLang="en-US" sz="2400" dirty="0">
              <a:latin typeface="Arial" panose="020B0604020202020204" pitchFamily="34" charset="0"/>
              <a:ea typeface="微软雅黑" panose="020B0503020204020204" pitchFamily="34" charset="-122"/>
            </a:endParaRPr>
          </a:p>
        </p:txBody>
      </p:sp>
      <p:sp>
        <p:nvSpPr>
          <p:cNvPr id="4" name="文本框 3">
            <a:extLst>
              <a:ext uri="{FF2B5EF4-FFF2-40B4-BE49-F238E27FC236}">
                <a16:creationId xmlns:a16="http://schemas.microsoft.com/office/drawing/2014/main" id="{5720FE32-E763-CE73-80B2-B1811964FDED}"/>
              </a:ext>
            </a:extLst>
          </p:cNvPr>
          <p:cNvSpPr txBox="1"/>
          <p:nvPr/>
        </p:nvSpPr>
        <p:spPr>
          <a:xfrm>
            <a:off x="479376" y="475262"/>
            <a:ext cx="7404816" cy="584775"/>
          </a:xfrm>
          <a:prstGeom prst="rect">
            <a:avLst/>
          </a:prstGeom>
          <a:noFill/>
        </p:spPr>
        <p:txBody>
          <a:bodyPr wrap="square">
            <a:spAutoFit/>
          </a:bodyPr>
          <a:lstStyle/>
          <a:p>
            <a:pPr algn="ctr">
              <a:defRPr/>
            </a:pPr>
            <a:r>
              <a:rPr lang="zh-CN" altLang="en-US" sz="3200" b="1" dirty="0">
                <a:latin typeface="Arial" panose="020B0604020202020204" pitchFamily="34" charset="0"/>
                <a:ea typeface="微软雅黑" panose="020B0503020204020204" pitchFamily="34" charset="-122"/>
              </a:rPr>
              <a:t>推广</a:t>
            </a:r>
            <a:r>
              <a:rPr lang="en-US" altLang="zh-CN" sz="3200" b="1" dirty="0">
                <a:latin typeface="Arial" panose="020B0604020202020204" pitchFamily="34" charset="0"/>
                <a:ea typeface="微软雅黑" panose="020B0503020204020204" pitchFamily="34" charset="-122"/>
              </a:rPr>
              <a:t>——</a:t>
            </a:r>
            <a:r>
              <a:rPr lang="zh-CN" altLang="zh-CN" sz="3200" b="1" dirty="0">
                <a:latin typeface="Arial" panose="020B0604020202020204" pitchFamily="34" charset="0"/>
                <a:ea typeface="微软雅黑" panose="020B0503020204020204" pitchFamily="34" charset="-122"/>
              </a:rPr>
              <a:t>对中国光伏企业出海的建议</a:t>
            </a:r>
            <a:endParaRPr lang="en-US" altLang="zh-CN" sz="3200" b="1"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01373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707E-EE03-8E63-AD74-6851D80D4031}"/>
            </a:ext>
          </a:extLst>
        </p:cNvPr>
        <p:cNvGrpSpPr/>
        <p:nvPr/>
      </p:nvGrpSpPr>
      <p:grpSpPr>
        <a:xfrm>
          <a:off x="0" y="0"/>
          <a:ext cx="0" cy="0"/>
          <a:chOff x="0" y="0"/>
          <a:chExt cx="0" cy="0"/>
        </a:xfrm>
      </p:grpSpPr>
      <p:pic>
        <p:nvPicPr>
          <p:cNvPr id="25" name="图片 24">
            <a:extLst>
              <a:ext uri="{FF2B5EF4-FFF2-40B4-BE49-F238E27FC236}">
                <a16:creationId xmlns:a16="http://schemas.microsoft.com/office/drawing/2014/main" id="{37176D8C-704D-87D9-BA43-E420C03F7D4F}"/>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pic>
        <p:nvPicPr>
          <p:cNvPr id="34" name="图片 33">
            <a:extLst>
              <a:ext uri="{FF2B5EF4-FFF2-40B4-BE49-F238E27FC236}">
                <a16:creationId xmlns:a16="http://schemas.microsoft.com/office/drawing/2014/main" id="{D50199E7-7FB0-C572-4C25-64497F05C5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31058"/>
            <a:ext cx="6438095" cy="6450793"/>
          </a:xfrm>
          <a:prstGeom prst="rect">
            <a:avLst/>
          </a:prstGeom>
        </p:spPr>
      </p:pic>
      <p:cxnSp>
        <p:nvCxnSpPr>
          <p:cNvPr id="2" name="直接连接符 1">
            <a:extLst>
              <a:ext uri="{FF2B5EF4-FFF2-40B4-BE49-F238E27FC236}">
                <a16:creationId xmlns:a16="http://schemas.microsoft.com/office/drawing/2014/main" id="{187BED7C-7A64-AD51-1E9E-A8DC4E7A47DE}"/>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3" name="矩形: 圆角 2">
            <a:extLst>
              <a:ext uri="{FF2B5EF4-FFF2-40B4-BE49-F238E27FC236}">
                <a16:creationId xmlns:a16="http://schemas.microsoft.com/office/drawing/2014/main" id="{FEDC64E5-D7D7-BE6F-8F50-AD24FD372BB2}"/>
              </a:ext>
            </a:extLst>
          </p:cNvPr>
          <p:cNvSpPr/>
          <p:nvPr/>
        </p:nvSpPr>
        <p:spPr>
          <a:xfrm>
            <a:off x="587375" y="1669144"/>
            <a:ext cx="5348968" cy="4382884"/>
          </a:xfrm>
          <a:prstGeom prst="roundRect">
            <a:avLst>
              <a:gd name="adj" fmla="val 5101"/>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4" name="矩形: 圆角 3">
            <a:extLst>
              <a:ext uri="{FF2B5EF4-FFF2-40B4-BE49-F238E27FC236}">
                <a16:creationId xmlns:a16="http://schemas.microsoft.com/office/drawing/2014/main" id="{05270C1C-73EF-C032-58E5-AC06BEA4DE79}"/>
              </a:ext>
            </a:extLst>
          </p:cNvPr>
          <p:cNvSpPr/>
          <p:nvPr/>
        </p:nvSpPr>
        <p:spPr>
          <a:xfrm>
            <a:off x="6246132" y="1669144"/>
            <a:ext cx="5348968" cy="4382884"/>
          </a:xfrm>
          <a:prstGeom prst="roundRect">
            <a:avLst>
              <a:gd name="adj" fmla="val 5101"/>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5" name="椭圆 4">
            <a:extLst>
              <a:ext uri="{FF2B5EF4-FFF2-40B4-BE49-F238E27FC236}">
                <a16:creationId xmlns:a16="http://schemas.microsoft.com/office/drawing/2014/main" id="{A2FC1A02-1483-F91A-FBAD-E56521AC57DF}"/>
              </a:ext>
            </a:extLst>
          </p:cNvPr>
          <p:cNvSpPr/>
          <p:nvPr/>
        </p:nvSpPr>
        <p:spPr>
          <a:xfrm>
            <a:off x="5247944" y="3012529"/>
            <a:ext cx="1696112" cy="1696115"/>
          </a:xfrm>
          <a:prstGeom prst="ellipse">
            <a:avLst/>
          </a:prstGeom>
          <a:gradFill flip="none" rotWithShape="1">
            <a:gsLst>
              <a:gs pos="30000">
                <a:schemeClr val="accent1"/>
              </a:gs>
              <a:gs pos="100000">
                <a:schemeClr val="accent3"/>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10" name="空心弧 9">
            <a:extLst>
              <a:ext uri="{FF2B5EF4-FFF2-40B4-BE49-F238E27FC236}">
                <a16:creationId xmlns:a16="http://schemas.microsoft.com/office/drawing/2014/main" id="{34AE9D9E-3EBF-1C01-9267-17235841811A}"/>
              </a:ext>
            </a:extLst>
          </p:cNvPr>
          <p:cNvSpPr/>
          <p:nvPr/>
        </p:nvSpPr>
        <p:spPr>
          <a:xfrm>
            <a:off x="5034706" y="2799290"/>
            <a:ext cx="2122589" cy="2122592"/>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28" name="空心弧 27">
            <a:extLst>
              <a:ext uri="{FF2B5EF4-FFF2-40B4-BE49-F238E27FC236}">
                <a16:creationId xmlns:a16="http://schemas.microsoft.com/office/drawing/2014/main" id="{5D5434CA-9BC5-A06F-2263-291075DC395C}"/>
              </a:ext>
            </a:extLst>
          </p:cNvPr>
          <p:cNvSpPr/>
          <p:nvPr/>
        </p:nvSpPr>
        <p:spPr>
          <a:xfrm rot="9472655">
            <a:off x="5034706" y="2799290"/>
            <a:ext cx="2122589" cy="2122592"/>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29" name="文本框 28">
            <a:extLst>
              <a:ext uri="{FF2B5EF4-FFF2-40B4-BE49-F238E27FC236}">
                <a16:creationId xmlns:a16="http://schemas.microsoft.com/office/drawing/2014/main" id="{11AB87EB-CC3B-74BC-6124-7DA1F72E052C}"/>
              </a:ext>
            </a:extLst>
          </p:cNvPr>
          <p:cNvSpPr txBox="1"/>
          <p:nvPr/>
        </p:nvSpPr>
        <p:spPr>
          <a:xfrm>
            <a:off x="5569428" y="3321977"/>
            <a:ext cx="1053144" cy="107721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解决方案</a:t>
            </a:r>
          </a:p>
        </p:txBody>
      </p:sp>
      <p:sp>
        <p:nvSpPr>
          <p:cNvPr id="30" name="文本框 29">
            <a:extLst>
              <a:ext uri="{FF2B5EF4-FFF2-40B4-BE49-F238E27FC236}">
                <a16:creationId xmlns:a16="http://schemas.microsoft.com/office/drawing/2014/main" id="{D475062D-95AE-C3BA-F8AE-49C3F0B07C3B}"/>
              </a:ext>
            </a:extLst>
          </p:cNvPr>
          <p:cNvSpPr txBox="1"/>
          <p:nvPr/>
        </p:nvSpPr>
        <p:spPr>
          <a:xfrm>
            <a:off x="1530610" y="2216141"/>
            <a:ext cx="1980029" cy="954107"/>
          </a:xfrm>
          <a:prstGeom prst="rect">
            <a:avLst/>
          </a:prstGeom>
          <a:noFill/>
        </p:spPr>
        <p:txBody>
          <a:bodyPr wrap="none" rtlCol="0">
            <a:spAutoFit/>
          </a:bodyPr>
          <a:lstStyle/>
          <a:p>
            <a:pPr>
              <a:defRPr/>
            </a:pPr>
            <a:r>
              <a:rPr lang="zh-CN" altLang="en-US" sz="2800" dirty="0">
                <a:gradFill>
                  <a:gsLst>
                    <a:gs pos="0">
                      <a:schemeClr val="accent3"/>
                    </a:gs>
                    <a:gs pos="100000">
                      <a:schemeClr val="accent1"/>
                    </a:gs>
                  </a:gsLst>
                  <a:lin ang="5400000" scaled="1"/>
                </a:gradFill>
                <a:latin typeface="Arial" panose="020B0604020202020204" pitchFamily="34" charset="0"/>
                <a:ea typeface="微软雅黑" panose="020B0503020204020204" pitchFamily="34" charset="-122"/>
              </a:rPr>
              <a:t>面临的风险</a:t>
            </a:r>
            <a:endParaRPr lang="zh-CN" altLang="zh-CN" sz="2800" dirty="0">
              <a:gradFill>
                <a:gsLst>
                  <a:gs pos="0">
                    <a:schemeClr val="accent3"/>
                  </a:gs>
                  <a:gs pos="100000">
                    <a:schemeClr val="accent1"/>
                  </a:gs>
                </a:gsLst>
                <a:lin ang="5400000" scaled="1"/>
              </a:gradFill>
              <a:latin typeface="Arial" panose="020B0604020202020204" pitchFamily="34" charset="0"/>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dirty="0">
              <a:ln>
                <a:noFill/>
              </a:ln>
              <a:gradFill>
                <a:gsLst>
                  <a:gs pos="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endParaRPr>
          </a:p>
        </p:txBody>
      </p:sp>
      <p:cxnSp>
        <p:nvCxnSpPr>
          <p:cNvPr id="31" name="直接连接符 30">
            <a:extLst>
              <a:ext uri="{FF2B5EF4-FFF2-40B4-BE49-F238E27FC236}">
                <a16:creationId xmlns:a16="http://schemas.microsoft.com/office/drawing/2014/main" id="{C76F5AFA-49D7-E4CF-FBC1-44D98FABAC51}"/>
              </a:ext>
            </a:extLst>
          </p:cNvPr>
          <p:cNvCxnSpPr>
            <a:cxnSpLocks/>
          </p:cNvCxnSpPr>
          <p:nvPr/>
        </p:nvCxnSpPr>
        <p:spPr>
          <a:xfrm>
            <a:off x="908793" y="2923629"/>
            <a:ext cx="3587007"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0A52B4F2-2B65-ED02-AAF0-05D696401CEB}"/>
              </a:ext>
            </a:extLst>
          </p:cNvPr>
          <p:cNvSpPr txBox="1"/>
          <p:nvPr/>
        </p:nvSpPr>
        <p:spPr>
          <a:xfrm>
            <a:off x="858298" y="3257119"/>
            <a:ext cx="3746185" cy="1477328"/>
          </a:xfrm>
          <a:prstGeom prst="rect">
            <a:avLst/>
          </a:prstGeom>
          <a:noFill/>
        </p:spPr>
        <p:txBody>
          <a:bodyPr wrap="square" rtlCol="0">
            <a:spAutoFit/>
          </a:bodyPr>
          <a:lstStyle/>
          <a:p>
            <a:pPr lvl="1"/>
            <a:r>
              <a:rPr lang="zh-CN" altLang="zh-CN" dirty="0">
                <a:latin typeface="Arial" panose="020B0604020202020204" pitchFamily="34" charset="0"/>
                <a:ea typeface="微软雅黑" panose="020B0503020204020204" pitchFamily="34" charset="-122"/>
              </a:rPr>
              <a:t>欧盟加强对进口产品的</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强迫劳动</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审查、补贴调查、以及绿色采购合规要求。若被认定中国光伏组件含有强迫劳动／受补贴情形，则可能被限入市场。</a:t>
            </a:r>
            <a:endParaRPr lang="en-US" altLang="zh-CN" dirty="0">
              <a:latin typeface="Arial" panose="020B0604020202020204" pitchFamily="34" charset="0"/>
              <a:ea typeface="微软雅黑" panose="020B0503020204020204" pitchFamily="34" charset="-122"/>
            </a:endParaRPr>
          </a:p>
        </p:txBody>
      </p:sp>
      <p:sp>
        <p:nvSpPr>
          <p:cNvPr id="33" name="文本框 32">
            <a:extLst>
              <a:ext uri="{FF2B5EF4-FFF2-40B4-BE49-F238E27FC236}">
                <a16:creationId xmlns:a16="http://schemas.microsoft.com/office/drawing/2014/main" id="{2ECDC4D2-FBC7-AE07-BE49-11C43CB21410}"/>
              </a:ext>
            </a:extLst>
          </p:cNvPr>
          <p:cNvSpPr txBox="1"/>
          <p:nvPr/>
        </p:nvSpPr>
        <p:spPr>
          <a:xfrm>
            <a:off x="8302334" y="2216141"/>
            <a:ext cx="162095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gradFill>
                  <a:gsLst>
                    <a:gs pos="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rPr>
              <a:t>解决方案</a:t>
            </a:r>
          </a:p>
        </p:txBody>
      </p:sp>
      <p:cxnSp>
        <p:nvCxnSpPr>
          <p:cNvPr id="35" name="直接连接符 34">
            <a:extLst>
              <a:ext uri="{FF2B5EF4-FFF2-40B4-BE49-F238E27FC236}">
                <a16:creationId xmlns:a16="http://schemas.microsoft.com/office/drawing/2014/main" id="{E7CBCC39-5D25-2B8C-4F3C-7511BFF7E313}"/>
              </a:ext>
            </a:extLst>
          </p:cNvPr>
          <p:cNvCxnSpPr>
            <a:cxnSpLocks/>
          </p:cNvCxnSpPr>
          <p:nvPr/>
        </p:nvCxnSpPr>
        <p:spPr>
          <a:xfrm>
            <a:off x="7680517" y="2923629"/>
            <a:ext cx="3587007"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6" name="文本框 35">
            <a:extLst>
              <a:ext uri="{FF2B5EF4-FFF2-40B4-BE49-F238E27FC236}">
                <a16:creationId xmlns:a16="http://schemas.microsoft.com/office/drawing/2014/main" id="{A7D7E06D-860F-4D5D-ECB3-DD220CB71944}"/>
              </a:ext>
            </a:extLst>
          </p:cNvPr>
          <p:cNvSpPr txBox="1"/>
          <p:nvPr/>
        </p:nvSpPr>
        <p:spPr>
          <a:xfrm>
            <a:off x="7587518" y="3189706"/>
            <a:ext cx="3812826" cy="2585323"/>
          </a:xfrm>
          <a:prstGeom prst="rect">
            <a:avLst/>
          </a:prstGeom>
          <a:noFill/>
        </p:spPr>
        <p:txBody>
          <a:bodyPr wrap="square" rtlCol="0">
            <a:spAutoFit/>
          </a:bodyPr>
          <a:lstStyle/>
          <a:p>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加强供应链透明度与第三方审计（如加入</a:t>
            </a:r>
            <a:r>
              <a:rPr lang="en-US" altLang="zh-CN" dirty="0">
                <a:latin typeface="Arial" panose="020B0604020202020204" pitchFamily="34" charset="0"/>
                <a:ea typeface="微软雅黑" panose="020B0503020204020204" pitchFamily="34" charset="-122"/>
              </a:rPr>
              <a:t> Solar Stewardship Initiative</a:t>
            </a:r>
            <a:r>
              <a:rPr lang="zh-CN" altLang="zh-CN" dirty="0">
                <a:latin typeface="Arial" panose="020B0604020202020204" pitchFamily="34" charset="0"/>
                <a:ea typeface="微软雅黑" panose="020B0503020204020204" pitchFamily="34" charset="-122"/>
              </a:rPr>
              <a:t>，或独立认证）。例如</a:t>
            </a:r>
            <a:r>
              <a:rPr lang="en-US" altLang="zh-CN" dirty="0">
                <a:latin typeface="Arial" panose="020B0604020202020204" pitchFamily="34" charset="0"/>
                <a:ea typeface="微软雅黑" panose="020B0503020204020204" pitchFamily="34" charset="-122"/>
              </a:rPr>
              <a:t> JA Solar </a:t>
            </a:r>
            <a:r>
              <a:rPr lang="zh-CN" altLang="zh-CN" dirty="0">
                <a:latin typeface="Arial" panose="020B0604020202020204" pitchFamily="34" charset="0"/>
                <a:ea typeface="微软雅黑" panose="020B0503020204020204" pitchFamily="34" charset="-122"/>
              </a:rPr>
              <a:t>曾因合规问题被暂停会员资格，后恢复。</a:t>
            </a:r>
          </a:p>
          <a:p>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在欧洲设立装配或服务中心，提高</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本地化</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程度，增强客户信任。</a:t>
            </a:r>
          </a:p>
          <a:p>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定价和品牌策略同步：在保持价格竞争力的同时突出合规与可持续性。</a:t>
            </a:r>
          </a:p>
        </p:txBody>
      </p:sp>
      <p:sp>
        <p:nvSpPr>
          <p:cNvPr id="37" name="任意多边形: 形状 36">
            <a:extLst>
              <a:ext uri="{FF2B5EF4-FFF2-40B4-BE49-F238E27FC236}">
                <a16:creationId xmlns:a16="http://schemas.microsoft.com/office/drawing/2014/main" id="{344C820B-E6D6-978E-E997-1E3C6DBB11C1}"/>
              </a:ext>
            </a:extLst>
          </p:cNvPr>
          <p:cNvSpPr/>
          <p:nvPr/>
        </p:nvSpPr>
        <p:spPr>
          <a:xfrm>
            <a:off x="1027478" y="2260594"/>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38" name="任意多边形: 形状 37">
            <a:extLst>
              <a:ext uri="{FF2B5EF4-FFF2-40B4-BE49-F238E27FC236}">
                <a16:creationId xmlns:a16="http://schemas.microsoft.com/office/drawing/2014/main" id="{83DE430C-3BBC-70D8-0669-6F33FAA28CC7}"/>
              </a:ext>
            </a:extLst>
          </p:cNvPr>
          <p:cNvSpPr/>
          <p:nvPr/>
        </p:nvSpPr>
        <p:spPr>
          <a:xfrm>
            <a:off x="1102392" y="2410422"/>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39" name="任意多边形: 形状 38">
            <a:extLst>
              <a:ext uri="{FF2B5EF4-FFF2-40B4-BE49-F238E27FC236}">
                <a16:creationId xmlns:a16="http://schemas.microsoft.com/office/drawing/2014/main" id="{4124BF46-1BE0-C3FD-1985-30A2F4024E23}"/>
              </a:ext>
            </a:extLst>
          </p:cNvPr>
          <p:cNvSpPr/>
          <p:nvPr/>
        </p:nvSpPr>
        <p:spPr>
          <a:xfrm>
            <a:off x="1102392" y="2485337"/>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40" name="任意多边形: 形状 39">
            <a:extLst>
              <a:ext uri="{FF2B5EF4-FFF2-40B4-BE49-F238E27FC236}">
                <a16:creationId xmlns:a16="http://schemas.microsoft.com/office/drawing/2014/main" id="{2DA2CE10-5AA5-696B-49CF-ED13E7F17258}"/>
              </a:ext>
            </a:extLst>
          </p:cNvPr>
          <p:cNvSpPr/>
          <p:nvPr/>
        </p:nvSpPr>
        <p:spPr>
          <a:xfrm>
            <a:off x="7809278" y="2260594"/>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41" name="任意多边形: 形状 40">
            <a:extLst>
              <a:ext uri="{FF2B5EF4-FFF2-40B4-BE49-F238E27FC236}">
                <a16:creationId xmlns:a16="http://schemas.microsoft.com/office/drawing/2014/main" id="{EBA6EBAA-3E89-9FB7-8153-DBF73A8C551D}"/>
              </a:ext>
            </a:extLst>
          </p:cNvPr>
          <p:cNvSpPr/>
          <p:nvPr/>
        </p:nvSpPr>
        <p:spPr>
          <a:xfrm>
            <a:off x="7884192" y="2410422"/>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42" name="任意多边形: 形状 41">
            <a:extLst>
              <a:ext uri="{FF2B5EF4-FFF2-40B4-BE49-F238E27FC236}">
                <a16:creationId xmlns:a16="http://schemas.microsoft.com/office/drawing/2014/main" id="{E92C411D-2085-2C52-FA66-DEA453CE3E90}"/>
              </a:ext>
            </a:extLst>
          </p:cNvPr>
          <p:cNvSpPr/>
          <p:nvPr/>
        </p:nvSpPr>
        <p:spPr>
          <a:xfrm>
            <a:off x="7884192" y="2485337"/>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43" name="文本占位符 7">
            <a:extLst>
              <a:ext uri="{FF2B5EF4-FFF2-40B4-BE49-F238E27FC236}">
                <a16:creationId xmlns:a16="http://schemas.microsoft.com/office/drawing/2014/main" id="{661A5E0D-001E-88C3-EB2F-6326CA730A5A}"/>
              </a:ext>
            </a:extLst>
          </p:cNvPr>
          <p:cNvSpPr txBox="1">
            <a:spLocks/>
          </p:cNvSpPr>
          <p:nvPr/>
        </p:nvSpPr>
        <p:spPr>
          <a:xfrm>
            <a:off x="1098072" y="602771"/>
            <a:ext cx="5925418" cy="996170"/>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Arial" panose="020B0604020202020204" pitchFamily="34" charset="0"/>
                <a:ea typeface="微软雅黑" panose="020B0503020204020204" pitchFamily="34" charset="-122"/>
              </a:rPr>
              <a:t>面临的问题及策略</a:t>
            </a:r>
            <a:endParaRPr lang="en-US" altLang="zh-CN" b="1" dirty="0">
              <a:latin typeface="Arial" panose="020B0604020202020204" pitchFamily="34" charset="0"/>
              <a:ea typeface="微软雅黑" panose="020B0503020204020204" pitchFamily="34" charset="-122"/>
            </a:endParaRPr>
          </a:p>
          <a:p>
            <a:pPr marL="0" indent="0">
              <a:buNone/>
            </a:pPr>
            <a:r>
              <a:rPr lang="en-US" altLang="zh-CN" b="1" dirty="0">
                <a:latin typeface="Arial" panose="020B0604020202020204" pitchFamily="34" charset="0"/>
                <a:ea typeface="微软雅黑" panose="020B0503020204020204" pitchFamily="34" charset="-122"/>
              </a:rPr>
              <a:t>——</a:t>
            </a:r>
            <a:r>
              <a:rPr lang="zh-CN" altLang="en-US" b="1" dirty="0">
                <a:latin typeface="Arial" panose="020B0604020202020204" pitchFamily="34" charset="0"/>
                <a:ea typeface="微软雅黑" panose="020B0503020204020204" pitchFamily="34" charset="-122"/>
              </a:rPr>
              <a:t>欧盟</a:t>
            </a:r>
            <a:r>
              <a:rPr lang="en-US" altLang="zh-CN" b="1" dirty="0">
                <a:latin typeface="Arial" panose="020B0604020202020204" pitchFamily="34" charset="0"/>
                <a:ea typeface="微软雅黑" panose="020B0503020204020204" pitchFamily="34" charset="-122"/>
              </a:rPr>
              <a:t>/</a:t>
            </a:r>
            <a:r>
              <a:rPr lang="zh-CN" altLang="en-US" b="1" dirty="0">
                <a:latin typeface="Arial" panose="020B0604020202020204" pitchFamily="34" charset="0"/>
                <a:ea typeface="微软雅黑" panose="020B0503020204020204" pitchFamily="34" charset="-122"/>
              </a:rPr>
              <a:t>欧洲市场</a:t>
            </a:r>
            <a:endParaRPr lang="zh-CN" altLang="en-US" sz="2400"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984926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6AFD5-AB39-7B8E-BD89-B89BC0036C83}"/>
            </a:ext>
          </a:extLst>
        </p:cNvPr>
        <p:cNvGrpSpPr/>
        <p:nvPr/>
      </p:nvGrpSpPr>
      <p:grpSpPr>
        <a:xfrm>
          <a:off x="0" y="0"/>
          <a:ext cx="0" cy="0"/>
          <a:chOff x="0" y="0"/>
          <a:chExt cx="0" cy="0"/>
        </a:xfrm>
      </p:grpSpPr>
      <p:pic>
        <p:nvPicPr>
          <p:cNvPr id="25" name="图片 24">
            <a:extLst>
              <a:ext uri="{FF2B5EF4-FFF2-40B4-BE49-F238E27FC236}">
                <a16:creationId xmlns:a16="http://schemas.microsoft.com/office/drawing/2014/main" id="{62D99957-5624-D747-7998-2968E2123622}"/>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sp>
        <p:nvSpPr>
          <p:cNvPr id="26" name="矩形 25">
            <a:extLst>
              <a:ext uri="{FF2B5EF4-FFF2-40B4-BE49-F238E27FC236}">
                <a16:creationId xmlns:a16="http://schemas.microsoft.com/office/drawing/2014/main" id="{42162A4B-89B1-9553-0C15-FBB295A23D4B}"/>
              </a:ext>
            </a:extLst>
          </p:cNvPr>
          <p:cNvSpPr/>
          <p:nvPr/>
        </p:nvSpPr>
        <p:spPr>
          <a:xfrm>
            <a:off x="375805" y="6426714"/>
            <a:ext cx="319991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300" normalizeH="0" baseline="0" noProof="0" dirty="0">
                <a:ln>
                  <a:noFill/>
                </a:ln>
                <a:solidFill>
                  <a:prstClr val="black">
                    <a:lumMod val="50000"/>
                    <a:lumOff val="50000"/>
                  </a:prstClr>
                </a:solidFill>
                <a:effectLst/>
                <a:uLnTx/>
                <a:uFillTx/>
                <a:latin typeface="微软雅黑" panose="020B0503020204020204" pitchFamily="34" charset="-122"/>
                <a:ea typeface="微软雅黑"/>
                <a:cs typeface="Arial" panose="020B0604020202020204" pitchFamily="34" charset="0"/>
              </a:rPr>
              <a:t>博学而笃志  切问而近思 </a:t>
            </a:r>
            <a:endParaRPr kumimoji="0" lang="zh-CN" altLang="en-US" sz="1800" b="0" i="0" u="none" strike="noStrike" kern="0" cap="none" spc="0" normalizeH="0" baseline="0" noProof="0" dirty="0">
              <a:ln>
                <a:noFill/>
              </a:ln>
              <a:solidFill>
                <a:prstClr val="black">
                  <a:lumMod val="50000"/>
                  <a:lumOff val="50000"/>
                </a:prstClr>
              </a:solidFill>
              <a:effectLst/>
              <a:uLnTx/>
              <a:uFillTx/>
              <a:latin typeface="Segoe UI Light"/>
              <a:ea typeface="微软雅黑 Light"/>
              <a:cs typeface="+mn-cs"/>
            </a:endParaRPr>
          </a:p>
        </p:txBody>
      </p:sp>
      <p:pic>
        <p:nvPicPr>
          <p:cNvPr id="34" name="图片 33">
            <a:extLst>
              <a:ext uri="{FF2B5EF4-FFF2-40B4-BE49-F238E27FC236}">
                <a16:creationId xmlns:a16="http://schemas.microsoft.com/office/drawing/2014/main" id="{157F6DF5-2840-B34B-E402-2998674F9D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31058"/>
            <a:ext cx="6438095" cy="6450793"/>
          </a:xfrm>
          <a:prstGeom prst="rect">
            <a:avLst/>
          </a:prstGeom>
        </p:spPr>
      </p:pic>
      <p:cxnSp>
        <p:nvCxnSpPr>
          <p:cNvPr id="10" name="直接连接符 9">
            <a:extLst>
              <a:ext uri="{FF2B5EF4-FFF2-40B4-BE49-F238E27FC236}">
                <a16:creationId xmlns:a16="http://schemas.microsoft.com/office/drawing/2014/main" id="{77165A15-1FC9-D478-F1F6-57486386E75C}"/>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5A92A1F5-C068-20CB-1F9D-871C5B2E8A6D}"/>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6" name="矩形: 圆角 5">
            <a:extLst>
              <a:ext uri="{FF2B5EF4-FFF2-40B4-BE49-F238E27FC236}">
                <a16:creationId xmlns:a16="http://schemas.microsoft.com/office/drawing/2014/main" id="{19F99224-E7BD-0ADB-7675-3DB0F0B1A43E}"/>
              </a:ext>
            </a:extLst>
          </p:cNvPr>
          <p:cNvSpPr/>
          <p:nvPr/>
        </p:nvSpPr>
        <p:spPr>
          <a:xfrm>
            <a:off x="587375" y="1669144"/>
            <a:ext cx="5348968" cy="4382884"/>
          </a:xfrm>
          <a:prstGeom prst="roundRect">
            <a:avLst>
              <a:gd name="adj" fmla="val 5101"/>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7" name="矩形: 圆角 6">
            <a:extLst>
              <a:ext uri="{FF2B5EF4-FFF2-40B4-BE49-F238E27FC236}">
                <a16:creationId xmlns:a16="http://schemas.microsoft.com/office/drawing/2014/main" id="{51A674C7-D4F1-0A7D-5452-A5A310809F1F}"/>
              </a:ext>
            </a:extLst>
          </p:cNvPr>
          <p:cNvSpPr/>
          <p:nvPr/>
        </p:nvSpPr>
        <p:spPr>
          <a:xfrm>
            <a:off x="6246132" y="1669144"/>
            <a:ext cx="5348968" cy="4382884"/>
          </a:xfrm>
          <a:prstGeom prst="roundRect">
            <a:avLst>
              <a:gd name="adj" fmla="val 5101"/>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8" name="椭圆 7">
            <a:extLst>
              <a:ext uri="{FF2B5EF4-FFF2-40B4-BE49-F238E27FC236}">
                <a16:creationId xmlns:a16="http://schemas.microsoft.com/office/drawing/2014/main" id="{2C7D587F-30AF-2C02-2F72-702C0C2BC58A}"/>
              </a:ext>
            </a:extLst>
          </p:cNvPr>
          <p:cNvSpPr/>
          <p:nvPr/>
        </p:nvSpPr>
        <p:spPr>
          <a:xfrm>
            <a:off x="5247944" y="3012529"/>
            <a:ext cx="1696112" cy="1696115"/>
          </a:xfrm>
          <a:prstGeom prst="ellipse">
            <a:avLst/>
          </a:prstGeom>
          <a:gradFill flip="none" rotWithShape="1">
            <a:gsLst>
              <a:gs pos="30000">
                <a:schemeClr val="accent1"/>
              </a:gs>
              <a:gs pos="100000">
                <a:schemeClr val="accent3"/>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9" name="空心弧 8">
            <a:extLst>
              <a:ext uri="{FF2B5EF4-FFF2-40B4-BE49-F238E27FC236}">
                <a16:creationId xmlns:a16="http://schemas.microsoft.com/office/drawing/2014/main" id="{33A250C3-1174-2C78-933A-9CA1F589C14C}"/>
              </a:ext>
            </a:extLst>
          </p:cNvPr>
          <p:cNvSpPr/>
          <p:nvPr/>
        </p:nvSpPr>
        <p:spPr>
          <a:xfrm>
            <a:off x="5034706" y="2799290"/>
            <a:ext cx="2122589" cy="2122592"/>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11" name="空心弧 10">
            <a:extLst>
              <a:ext uri="{FF2B5EF4-FFF2-40B4-BE49-F238E27FC236}">
                <a16:creationId xmlns:a16="http://schemas.microsoft.com/office/drawing/2014/main" id="{F81924AF-413F-CD31-DE4E-AEA4E9026382}"/>
              </a:ext>
            </a:extLst>
          </p:cNvPr>
          <p:cNvSpPr/>
          <p:nvPr/>
        </p:nvSpPr>
        <p:spPr>
          <a:xfrm rot="9472655">
            <a:off x="5034706" y="2799290"/>
            <a:ext cx="2122589" cy="2122592"/>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12" name="文本框 11">
            <a:extLst>
              <a:ext uri="{FF2B5EF4-FFF2-40B4-BE49-F238E27FC236}">
                <a16:creationId xmlns:a16="http://schemas.microsoft.com/office/drawing/2014/main" id="{F1D6C8C6-0C3B-500B-75BF-5FEF663C4D32}"/>
              </a:ext>
            </a:extLst>
          </p:cNvPr>
          <p:cNvSpPr txBox="1"/>
          <p:nvPr/>
        </p:nvSpPr>
        <p:spPr>
          <a:xfrm>
            <a:off x="5569428" y="3321977"/>
            <a:ext cx="1053144" cy="107721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解决方案</a:t>
            </a:r>
          </a:p>
        </p:txBody>
      </p:sp>
      <p:sp>
        <p:nvSpPr>
          <p:cNvPr id="13" name="文本框 12">
            <a:extLst>
              <a:ext uri="{FF2B5EF4-FFF2-40B4-BE49-F238E27FC236}">
                <a16:creationId xmlns:a16="http://schemas.microsoft.com/office/drawing/2014/main" id="{B4B67B97-C81B-D13B-26EC-C2D15F1B178D}"/>
              </a:ext>
            </a:extLst>
          </p:cNvPr>
          <p:cNvSpPr txBox="1"/>
          <p:nvPr/>
        </p:nvSpPr>
        <p:spPr>
          <a:xfrm>
            <a:off x="1530610" y="2216141"/>
            <a:ext cx="1980029" cy="954107"/>
          </a:xfrm>
          <a:prstGeom prst="rect">
            <a:avLst/>
          </a:prstGeom>
          <a:noFill/>
        </p:spPr>
        <p:txBody>
          <a:bodyPr wrap="none" rtlCol="0">
            <a:spAutoFit/>
          </a:bodyPr>
          <a:lstStyle/>
          <a:p>
            <a:pPr>
              <a:defRPr/>
            </a:pPr>
            <a:r>
              <a:rPr lang="zh-CN" altLang="en-US" sz="2800" dirty="0">
                <a:gradFill>
                  <a:gsLst>
                    <a:gs pos="0">
                      <a:schemeClr val="accent3"/>
                    </a:gs>
                    <a:gs pos="100000">
                      <a:schemeClr val="accent1"/>
                    </a:gs>
                  </a:gsLst>
                  <a:lin ang="5400000" scaled="1"/>
                </a:gradFill>
                <a:latin typeface="Arial" panose="020B0604020202020204" pitchFamily="34" charset="0"/>
                <a:ea typeface="微软雅黑" panose="020B0503020204020204" pitchFamily="34" charset="-122"/>
              </a:rPr>
              <a:t>面临的风险</a:t>
            </a:r>
            <a:endParaRPr lang="zh-CN" altLang="zh-CN" sz="2800" dirty="0">
              <a:gradFill>
                <a:gsLst>
                  <a:gs pos="0">
                    <a:schemeClr val="accent3"/>
                  </a:gs>
                  <a:gs pos="100000">
                    <a:schemeClr val="accent1"/>
                  </a:gs>
                </a:gsLst>
                <a:lin ang="5400000" scaled="1"/>
              </a:gradFill>
              <a:latin typeface="Arial" panose="020B0604020202020204" pitchFamily="34" charset="0"/>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dirty="0">
              <a:ln>
                <a:noFill/>
              </a:ln>
              <a:gradFill>
                <a:gsLst>
                  <a:gs pos="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endParaRPr>
          </a:p>
        </p:txBody>
      </p:sp>
      <p:cxnSp>
        <p:nvCxnSpPr>
          <p:cNvPr id="14" name="直接连接符 13">
            <a:extLst>
              <a:ext uri="{FF2B5EF4-FFF2-40B4-BE49-F238E27FC236}">
                <a16:creationId xmlns:a16="http://schemas.microsoft.com/office/drawing/2014/main" id="{F4365441-5F71-6379-ACCA-84E4CD4FE83E}"/>
              </a:ext>
            </a:extLst>
          </p:cNvPr>
          <p:cNvCxnSpPr>
            <a:cxnSpLocks/>
          </p:cNvCxnSpPr>
          <p:nvPr/>
        </p:nvCxnSpPr>
        <p:spPr>
          <a:xfrm>
            <a:off x="908793" y="2923629"/>
            <a:ext cx="3587007"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E30DD2AF-FA40-5D0A-BEAA-DBA19D411F71}"/>
              </a:ext>
            </a:extLst>
          </p:cNvPr>
          <p:cNvSpPr txBox="1"/>
          <p:nvPr/>
        </p:nvSpPr>
        <p:spPr>
          <a:xfrm>
            <a:off x="858298" y="3257119"/>
            <a:ext cx="3746185" cy="923330"/>
          </a:xfrm>
          <a:prstGeom prst="rect">
            <a:avLst/>
          </a:prstGeom>
          <a:noFill/>
        </p:spPr>
        <p:txBody>
          <a:bodyPr wrap="square" rtlCol="0">
            <a:spAutoFit/>
          </a:bodyPr>
          <a:lstStyle/>
          <a:p>
            <a:pPr lvl="1"/>
            <a:r>
              <a:rPr lang="zh-CN" altLang="zh-CN" dirty="0">
                <a:latin typeface="Arial" panose="020B0604020202020204" pitchFamily="34" charset="0"/>
                <a:ea typeface="微软雅黑" panose="020B0503020204020204" pitchFamily="34" charset="-122"/>
              </a:rPr>
              <a:t>卢布汇率大幅波动、支付渠道可能受制裁限制、进口审批与当地法规复杂。</a:t>
            </a:r>
          </a:p>
        </p:txBody>
      </p:sp>
      <p:sp>
        <p:nvSpPr>
          <p:cNvPr id="16" name="文本框 15">
            <a:extLst>
              <a:ext uri="{FF2B5EF4-FFF2-40B4-BE49-F238E27FC236}">
                <a16:creationId xmlns:a16="http://schemas.microsoft.com/office/drawing/2014/main" id="{11241BA5-9FFE-4C35-EE6B-9BDF74EDE7D2}"/>
              </a:ext>
            </a:extLst>
          </p:cNvPr>
          <p:cNvSpPr txBox="1"/>
          <p:nvPr/>
        </p:nvSpPr>
        <p:spPr>
          <a:xfrm>
            <a:off x="8302334" y="2216141"/>
            <a:ext cx="162095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gradFill>
                  <a:gsLst>
                    <a:gs pos="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rPr>
              <a:t>解决方案</a:t>
            </a:r>
          </a:p>
        </p:txBody>
      </p:sp>
      <p:cxnSp>
        <p:nvCxnSpPr>
          <p:cNvPr id="17" name="直接连接符 16">
            <a:extLst>
              <a:ext uri="{FF2B5EF4-FFF2-40B4-BE49-F238E27FC236}">
                <a16:creationId xmlns:a16="http://schemas.microsoft.com/office/drawing/2014/main" id="{E3E56461-2FB1-C4BA-137B-01FACD0B36E5}"/>
              </a:ext>
            </a:extLst>
          </p:cNvPr>
          <p:cNvCxnSpPr>
            <a:cxnSpLocks/>
          </p:cNvCxnSpPr>
          <p:nvPr/>
        </p:nvCxnSpPr>
        <p:spPr>
          <a:xfrm>
            <a:off x="7680517" y="2923629"/>
            <a:ext cx="3587007"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A5E74C31-11AF-4264-A0AE-9432AF45F163}"/>
              </a:ext>
            </a:extLst>
          </p:cNvPr>
          <p:cNvSpPr txBox="1"/>
          <p:nvPr/>
        </p:nvSpPr>
        <p:spPr>
          <a:xfrm>
            <a:off x="7630554" y="3217908"/>
            <a:ext cx="3812826" cy="1754326"/>
          </a:xfrm>
          <a:prstGeom prst="rect">
            <a:avLst/>
          </a:prstGeom>
          <a:noFill/>
        </p:spPr>
        <p:txBody>
          <a:bodyPr wrap="square" rtlCol="0">
            <a:spAutoFit/>
          </a:bodyPr>
          <a:lstStyle/>
          <a:p>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采用美元或稳定币种计价并通过远期</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货币互换工具对冲汇率风险。</a:t>
            </a:r>
          </a:p>
          <a:p>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与当地企业结成合资或合约合作，采用里程碑付款、分期回款等结构。</a:t>
            </a:r>
          </a:p>
          <a:p>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若项目性质较大，可考虑多边</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双边金融担保、出口信保支撑。</a:t>
            </a:r>
          </a:p>
        </p:txBody>
      </p:sp>
      <p:sp>
        <p:nvSpPr>
          <p:cNvPr id="19" name="任意多边形: 形状 18">
            <a:extLst>
              <a:ext uri="{FF2B5EF4-FFF2-40B4-BE49-F238E27FC236}">
                <a16:creationId xmlns:a16="http://schemas.microsoft.com/office/drawing/2014/main" id="{80AA496F-8166-C115-5475-04FD7A7E95F8}"/>
              </a:ext>
            </a:extLst>
          </p:cNvPr>
          <p:cNvSpPr/>
          <p:nvPr/>
        </p:nvSpPr>
        <p:spPr>
          <a:xfrm>
            <a:off x="1027478" y="2260594"/>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0" name="任意多边形: 形状 19">
            <a:extLst>
              <a:ext uri="{FF2B5EF4-FFF2-40B4-BE49-F238E27FC236}">
                <a16:creationId xmlns:a16="http://schemas.microsoft.com/office/drawing/2014/main" id="{6C5062A9-80F1-8708-F782-DD1816DEFFB3}"/>
              </a:ext>
            </a:extLst>
          </p:cNvPr>
          <p:cNvSpPr/>
          <p:nvPr/>
        </p:nvSpPr>
        <p:spPr>
          <a:xfrm>
            <a:off x="1102392" y="2410422"/>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1" name="任意多边形: 形状 20">
            <a:extLst>
              <a:ext uri="{FF2B5EF4-FFF2-40B4-BE49-F238E27FC236}">
                <a16:creationId xmlns:a16="http://schemas.microsoft.com/office/drawing/2014/main" id="{64995B94-4F31-CBC9-3AA0-FCF38F5E5607}"/>
              </a:ext>
            </a:extLst>
          </p:cNvPr>
          <p:cNvSpPr/>
          <p:nvPr/>
        </p:nvSpPr>
        <p:spPr>
          <a:xfrm>
            <a:off x="1102392" y="2485337"/>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2" name="任意多边形: 形状 21">
            <a:extLst>
              <a:ext uri="{FF2B5EF4-FFF2-40B4-BE49-F238E27FC236}">
                <a16:creationId xmlns:a16="http://schemas.microsoft.com/office/drawing/2014/main" id="{5AEA9CC8-F474-39F7-0BE6-E99496213DA4}"/>
              </a:ext>
            </a:extLst>
          </p:cNvPr>
          <p:cNvSpPr/>
          <p:nvPr/>
        </p:nvSpPr>
        <p:spPr>
          <a:xfrm>
            <a:off x="7809278" y="2260594"/>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3" name="任意多边形: 形状 22">
            <a:extLst>
              <a:ext uri="{FF2B5EF4-FFF2-40B4-BE49-F238E27FC236}">
                <a16:creationId xmlns:a16="http://schemas.microsoft.com/office/drawing/2014/main" id="{19A88BC4-AB5A-6F22-99B9-5423C470884A}"/>
              </a:ext>
            </a:extLst>
          </p:cNvPr>
          <p:cNvSpPr/>
          <p:nvPr/>
        </p:nvSpPr>
        <p:spPr>
          <a:xfrm>
            <a:off x="7884192" y="2410422"/>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4" name="任意多边形: 形状 23">
            <a:extLst>
              <a:ext uri="{FF2B5EF4-FFF2-40B4-BE49-F238E27FC236}">
                <a16:creationId xmlns:a16="http://schemas.microsoft.com/office/drawing/2014/main" id="{451D4572-EF78-9509-8986-1D1B627D8042}"/>
              </a:ext>
            </a:extLst>
          </p:cNvPr>
          <p:cNvSpPr/>
          <p:nvPr/>
        </p:nvSpPr>
        <p:spPr>
          <a:xfrm>
            <a:off x="7884192" y="2485337"/>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7" name="文本占位符 7">
            <a:extLst>
              <a:ext uri="{FF2B5EF4-FFF2-40B4-BE49-F238E27FC236}">
                <a16:creationId xmlns:a16="http://schemas.microsoft.com/office/drawing/2014/main" id="{D2662CBC-923A-71F7-0A2A-CE68E8E8826F}"/>
              </a:ext>
            </a:extLst>
          </p:cNvPr>
          <p:cNvSpPr txBox="1">
            <a:spLocks/>
          </p:cNvSpPr>
          <p:nvPr/>
        </p:nvSpPr>
        <p:spPr>
          <a:xfrm>
            <a:off x="1098072" y="602771"/>
            <a:ext cx="5925418" cy="996170"/>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Arial" panose="020B0604020202020204" pitchFamily="34" charset="0"/>
                <a:ea typeface="微软雅黑" panose="020B0503020204020204" pitchFamily="34" charset="-122"/>
              </a:rPr>
              <a:t>面临的问题及策略</a:t>
            </a:r>
            <a:endParaRPr lang="en-US" altLang="zh-CN" b="1" dirty="0">
              <a:latin typeface="Arial" panose="020B0604020202020204" pitchFamily="34" charset="0"/>
              <a:ea typeface="微软雅黑" panose="020B0503020204020204" pitchFamily="34" charset="-122"/>
            </a:endParaRPr>
          </a:p>
          <a:p>
            <a:pPr marL="0" indent="0">
              <a:buNone/>
            </a:pPr>
            <a:r>
              <a:rPr lang="en-US" altLang="zh-CN" b="1" dirty="0">
                <a:latin typeface="Arial" panose="020B0604020202020204" pitchFamily="34" charset="0"/>
                <a:ea typeface="微软雅黑" panose="020B0503020204020204" pitchFamily="34" charset="-122"/>
              </a:rPr>
              <a:t>——</a:t>
            </a:r>
            <a:r>
              <a:rPr lang="zh-CN" altLang="en-US" b="1" dirty="0">
                <a:latin typeface="Arial" panose="020B0604020202020204" pitchFamily="34" charset="0"/>
                <a:ea typeface="微软雅黑" panose="020B0503020204020204" pitchFamily="34" charset="-122"/>
              </a:rPr>
              <a:t>俄罗斯</a:t>
            </a:r>
            <a:r>
              <a:rPr lang="en-US" altLang="zh-CN" b="1" dirty="0">
                <a:latin typeface="Arial" panose="020B0604020202020204" pitchFamily="34" charset="0"/>
                <a:ea typeface="微软雅黑" panose="020B0503020204020204" pitchFamily="34" charset="-122"/>
              </a:rPr>
              <a:t>/</a:t>
            </a:r>
            <a:r>
              <a:rPr lang="zh-CN" altLang="en-US" b="1" dirty="0">
                <a:latin typeface="Arial" panose="020B0604020202020204" pitchFamily="34" charset="0"/>
                <a:ea typeface="微软雅黑" panose="020B0503020204020204" pitchFamily="34" charset="-122"/>
              </a:rPr>
              <a:t>独联体市场</a:t>
            </a:r>
            <a:endParaRPr lang="zh-CN" altLang="en-US" sz="2400"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35283884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F19A3-4617-0572-6BF0-9B9FE5146400}"/>
            </a:ext>
          </a:extLst>
        </p:cNvPr>
        <p:cNvGrpSpPr/>
        <p:nvPr/>
      </p:nvGrpSpPr>
      <p:grpSpPr>
        <a:xfrm>
          <a:off x="0" y="0"/>
          <a:ext cx="0" cy="0"/>
          <a:chOff x="0" y="0"/>
          <a:chExt cx="0" cy="0"/>
        </a:xfrm>
      </p:grpSpPr>
      <p:pic>
        <p:nvPicPr>
          <p:cNvPr id="25" name="图片 24">
            <a:extLst>
              <a:ext uri="{FF2B5EF4-FFF2-40B4-BE49-F238E27FC236}">
                <a16:creationId xmlns:a16="http://schemas.microsoft.com/office/drawing/2014/main" id="{D3A0B3B9-CD0E-0CDB-39AD-42BB8C802B3B}"/>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sp>
        <p:nvSpPr>
          <p:cNvPr id="26" name="矩形 25">
            <a:extLst>
              <a:ext uri="{FF2B5EF4-FFF2-40B4-BE49-F238E27FC236}">
                <a16:creationId xmlns:a16="http://schemas.microsoft.com/office/drawing/2014/main" id="{E0F81551-1F96-9FE4-559C-2E2B1C1B7132}"/>
              </a:ext>
            </a:extLst>
          </p:cNvPr>
          <p:cNvSpPr/>
          <p:nvPr/>
        </p:nvSpPr>
        <p:spPr>
          <a:xfrm>
            <a:off x="375805" y="6426714"/>
            <a:ext cx="319991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300" normalizeH="0" baseline="0" noProof="0" dirty="0">
                <a:ln>
                  <a:noFill/>
                </a:ln>
                <a:solidFill>
                  <a:prstClr val="black">
                    <a:lumMod val="50000"/>
                    <a:lumOff val="50000"/>
                  </a:prstClr>
                </a:solidFill>
                <a:effectLst/>
                <a:uLnTx/>
                <a:uFillTx/>
                <a:latin typeface="微软雅黑" panose="020B0503020204020204" pitchFamily="34" charset="-122"/>
                <a:ea typeface="微软雅黑"/>
                <a:cs typeface="Arial" panose="020B0604020202020204" pitchFamily="34" charset="0"/>
              </a:rPr>
              <a:t>博学而笃志  切问而近思 </a:t>
            </a:r>
            <a:endParaRPr kumimoji="0" lang="zh-CN" altLang="en-US" sz="1800" b="0" i="0" u="none" strike="noStrike" kern="0" cap="none" spc="0" normalizeH="0" baseline="0" noProof="0" dirty="0">
              <a:ln>
                <a:noFill/>
              </a:ln>
              <a:solidFill>
                <a:prstClr val="black">
                  <a:lumMod val="50000"/>
                  <a:lumOff val="50000"/>
                </a:prstClr>
              </a:solidFill>
              <a:effectLst/>
              <a:uLnTx/>
              <a:uFillTx/>
              <a:latin typeface="Segoe UI Light"/>
              <a:ea typeface="微软雅黑 Light"/>
              <a:cs typeface="+mn-cs"/>
            </a:endParaRPr>
          </a:p>
        </p:txBody>
      </p:sp>
      <p:pic>
        <p:nvPicPr>
          <p:cNvPr id="34" name="图片 33">
            <a:extLst>
              <a:ext uri="{FF2B5EF4-FFF2-40B4-BE49-F238E27FC236}">
                <a16:creationId xmlns:a16="http://schemas.microsoft.com/office/drawing/2014/main" id="{2F7A10CD-0451-AC29-053E-1900375D2C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31058"/>
            <a:ext cx="6438095" cy="6450793"/>
          </a:xfrm>
          <a:prstGeom prst="rect">
            <a:avLst/>
          </a:prstGeom>
        </p:spPr>
      </p:pic>
      <p:cxnSp>
        <p:nvCxnSpPr>
          <p:cNvPr id="10" name="直接连接符 9">
            <a:extLst>
              <a:ext uri="{FF2B5EF4-FFF2-40B4-BE49-F238E27FC236}">
                <a16:creationId xmlns:a16="http://schemas.microsoft.com/office/drawing/2014/main" id="{E133B17A-9BC0-C6F7-DC06-8A17BB6662ED}"/>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8C23BF1F-56E7-E496-4A54-1C12DDD12AA3}"/>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6" name="矩形: 圆角 5">
            <a:extLst>
              <a:ext uri="{FF2B5EF4-FFF2-40B4-BE49-F238E27FC236}">
                <a16:creationId xmlns:a16="http://schemas.microsoft.com/office/drawing/2014/main" id="{B5FDA113-D090-1B91-600E-854EB7525DD3}"/>
              </a:ext>
            </a:extLst>
          </p:cNvPr>
          <p:cNvSpPr/>
          <p:nvPr/>
        </p:nvSpPr>
        <p:spPr>
          <a:xfrm>
            <a:off x="587375" y="1669144"/>
            <a:ext cx="5348968" cy="4382884"/>
          </a:xfrm>
          <a:prstGeom prst="roundRect">
            <a:avLst>
              <a:gd name="adj" fmla="val 5101"/>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7" name="矩形: 圆角 6">
            <a:extLst>
              <a:ext uri="{FF2B5EF4-FFF2-40B4-BE49-F238E27FC236}">
                <a16:creationId xmlns:a16="http://schemas.microsoft.com/office/drawing/2014/main" id="{B29F53E6-FBF6-93CD-A2CC-8046948A5F9D}"/>
              </a:ext>
            </a:extLst>
          </p:cNvPr>
          <p:cNvSpPr/>
          <p:nvPr/>
        </p:nvSpPr>
        <p:spPr>
          <a:xfrm>
            <a:off x="6246132" y="1669144"/>
            <a:ext cx="5348968" cy="4382884"/>
          </a:xfrm>
          <a:prstGeom prst="roundRect">
            <a:avLst>
              <a:gd name="adj" fmla="val 5101"/>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8" name="椭圆 7">
            <a:extLst>
              <a:ext uri="{FF2B5EF4-FFF2-40B4-BE49-F238E27FC236}">
                <a16:creationId xmlns:a16="http://schemas.microsoft.com/office/drawing/2014/main" id="{A32BF496-CCF9-3E7D-D56A-3983FD164E44}"/>
              </a:ext>
            </a:extLst>
          </p:cNvPr>
          <p:cNvSpPr/>
          <p:nvPr/>
        </p:nvSpPr>
        <p:spPr>
          <a:xfrm>
            <a:off x="5247944" y="3012529"/>
            <a:ext cx="1696112" cy="1696115"/>
          </a:xfrm>
          <a:prstGeom prst="ellipse">
            <a:avLst/>
          </a:prstGeom>
          <a:gradFill flip="none" rotWithShape="1">
            <a:gsLst>
              <a:gs pos="30000">
                <a:schemeClr val="accent1"/>
              </a:gs>
              <a:gs pos="100000">
                <a:schemeClr val="accent3"/>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9" name="空心弧 8">
            <a:extLst>
              <a:ext uri="{FF2B5EF4-FFF2-40B4-BE49-F238E27FC236}">
                <a16:creationId xmlns:a16="http://schemas.microsoft.com/office/drawing/2014/main" id="{95F18880-6007-DBD6-3C69-2B78773E4077}"/>
              </a:ext>
            </a:extLst>
          </p:cNvPr>
          <p:cNvSpPr/>
          <p:nvPr/>
        </p:nvSpPr>
        <p:spPr>
          <a:xfrm>
            <a:off x="5034706" y="2799290"/>
            <a:ext cx="2122589" cy="2122592"/>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11" name="空心弧 10">
            <a:extLst>
              <a:ext uri="{FF2B5EF4-FFF2-40B4-BE49-F238E27FC236}">
                <a16:creationId xmlns:a16="http://schemas.microsoft.com/office/drawing/2014/main" id="{45AECA8E-F890-2F1F-EAFC-63403CFF79A2}"/>
              </a:ext>
            </a:extLst>
          </p:cNvPr>
          <p:cNvSpPr/>
          <p:nvPr/>
        </p:nvSpPr>
        <p:spPr>
          <a:xfrm rot="9472655">
            <a:off x="5034706" y="2799290"/>
            <a:ext cx="2122589" cy="2122592"/>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思源黑体 CN ExtraLight"/>
              <a:ea typeface="思源黑体 CN ExtraLight"/>
              <a:cs typeface="+mn-cs"/>
            </a:endParaRPr>
          </a:p>
        </p:txBody>
      </p:sp>
      <p:sp>
        <p:nvSpPr>
          <p:cNvPr id="12" name="文本框 11">
            <a:extLst>
              <a:ext uri="{FF2B5EF4-FFF2-40B4-BE49-F238E27FC236}">
                <a16:creationId xmlns:a16="http://schemas.microsoft.com/office/drawing/2014/main" id="{D251C9E6-12E2-FF9B-13CB-5511A74F1D97}"/>
              </a:ext>
            </a:extLst>
          </p:cNvPr>
          <p:cNvSpPr txBox="1"/>
          <p:nvPr/>
        </p:nvSpPr>
        <p:spPr>
          <a:xfrm>
            <a:off x="5569428" y="3321977"/>
            <a:ext cx="1053144" cy="1077218"/>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200" b="0" i="0" u="none" strike="noStrike" kern="1200" cap="none" spc="0" normalizeH="0" baseline="0" noProof="0">
                <a:ln>
                  <a:noFill/>
                </a:ln>
                <a:solidFill>
                  <a:srgbClr val="FFFFFF"/>
                </a:solidFill>
                <a:effectLst/>
                <a:uLnTx/>
                <a:uFillTx/>
                <a:latin typeface="Arial" panose="020B0604020202020204" pitchFamily="34" charset="0"/>
                <a:ea typeface="微软雅黑" panose="020B0503020204020204" pitchFamily="34" charset="-122"/>
                <a:cs typeface="+mn-cs"/>
              </a:rPr>
              <a:t>解决方案</a:t>
            </a:r>
          </a:p>
        </p:txBody>
      </p:sp>
      <p:sp>
        <p:nvSpPr>
          <p:cNvPr id="13" name="文本框 12">
            <a:extLst>
              <a:ext uri="{FF2B5EF4-FFF2-40B4-BE49-F238E27FC236}">
                <a16:creationId xmlns:a16="http://schemas.microsoft.com/office/drawing/2014/main" id="{A781FCA2-E053-CFBE-DE57-F958BF566130}"/>
              </a:ext>
            </a:extLst>
          </p:cNvPr>
          <p:cNvSpPr txBox="1"/>
          <p:nvPr/>
        </p:nvSpPr>
        <p:spPr>
          <a:xfrm>
            <a:off x="1530610" y="2216141"/>
            <a:ext cx="1980029" cy="954107"/>
          </a:xfrm>
          <a:prstGeom prst="rect">
            <a:avLst/>
          </a:prstGeom>
          <a:noFill/>
        </p:spPr>
        <p:txBody>
          <a:bodyPr wrap="none" rtlCol="0">
            <a:spAutoFit/>
          </a:bodyPr>
          <a:lstStyle/>
          <a:p>
            <a:pPr>
              <a:defRPr/>
            </a:pPr>
            <a:r>
              <a:rPr lang="zh-CN" altLang="en-US" sz="2800" dirty="0">
                <a:gradFill>
                  <a:gsLst>
                    <a:gs pos="0">
                      <a:schemeClr val="accent3"/>
                    </a:gs>
                    <a:gs pos="100000">
                      <a:schemeClr val="accent1"/>
                    </a:gs>
                  </a:gsLst>
                  <a:lin ang="5400000" scaled="1"/>
                </a:gradFill>
                <a:latin typeface="Arial" panose="020B0604020202020204" pitchFamily="34" charset="0"/>
                <a:ea typeface="微软雅黑" panose="020B0503020204020204" pitchFamily="34" charset="-122"/>
              </a:rPr>
              <a:t>面临的风险</a:t>
            </a:r>
            <a:endParaRPr lang="zh-CN" altLang="zh-CN" sz="2800" dirty="0">
              <a:gradFill>
                <a:gsLst>
                  <a:gs pos="0">
                    <a:schemeClr val="accent3"/>
                  </a:gs>
                  <a:gs pos="100000">
                    <a:schemeClr val="accent1"/>
                  </a:gs>
                </a:gsLst>
                <a:lin ang="5400000" scaled="1"/>
              </a:gradFill>
              <a:latin typeface="Arial" panose="020B0604020202020204" pitchFamily="34" charset="0"/>
              <a:ea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0" i="0" u="none" strike="noStrike" kern="1200" cap="none" spc="0" normalizeH="0" baseline="0" noProof="0" dirty="0">
              <a:ln>
                <a:noFill/>
              </a:ln>
              <a:gradFill>
                <a:gsLst>
                  <a:gs pos="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endParaRPr>
          </a:p>
        </p:txBody>
      </p:sp>
      <p:cxnSp>
        <p:nvCxnSpPr>
          <p:cNvPr id="14" name="直接连接符 13">
            <a:extLst>
              <a:ext uri="{FF2B5EF4-FFF2-40B4-BE49-F238E27FC236}">
                <a16:creationId xmlns:a16="http://schemas.microsoft.com/office/drawing/2014/main" id="{FD318330-0FBE-E021-B0DC-37F048EAA6D5}"/>
              </a:ext>
            </a:extLst>
          </p:cNvPr>
          <p:cNvCxnSpPr>
            <a:cxnSpLocks/>
          </p:cNvCxnSpPr>
          <p:nvPr/>
        </p:nvCxnSpPr>
        <p:spPr>
          <a:xfrm>
            <a:off x="908793" y="2923629"/>
            <a:ext cx="3587007"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92642C4B-3E3E-7FAF-ECEE-DE0098BCD73B}"/>
              </a:ext>
            </a:extLst>
          </p:cNvPr>
          <p:cNvSpPr txBox="1"/>
          <p:nvPr/>
        </p:nvSpPr>
        <p:spPr>
          <a:xfrm>
            <a:off x="858298" y="3257119"/>
            <a:ext cx="3746185" cy="923330"/>
          </a:xfrm>
          <a:prstGeom prst="rect">
            <a:avLst/>
          </a:prstGeom>
          <a:noFill/>
        </p:spPr>
        <p:txBody>
          <a:bodyPr wrap="square" rtlCol="0">
            <a:spAutoFit/>
          </a:bodyPr>
          <a:lstStyle/>
          <a:p>
            <a:pPr lvl="1"/>
            <a:r>
              <a:rPr lang="zh-CN" altLang="zh-CN" dirty="0">
                <a:latin typeface="Arial" panose="020B0604020202020204" pitchFamily="34" charset="0"/>
                <a:ea typeface="微软雅黑" panose="020B0503020204020204" pitchFamily="34" charset="-122"/>
              </a:rPr>
              <a:t>政治不稳定、合同执行能力弱、融资难、并网基础设施薄弱、回款风险大。</a:t>
            </a:r>
            <a:endParaRPr lang="en-US" altLang="zh-CN" dirty="0">
              <a:latin typeface="Arial" panose="020B0604020202020204" pitchFamily="34" charset="0"/>
              <a:ea typeface="微软雅黑" panose="020B0503020204020204" pitchFamily="34" charset="-122"/>
            </a:endParaRPr>
          </a:p>
        </p:txBody>
      </p:sp>
      <p:sp>
        <p:nvSpPr>
          <p:cNvPr id="16" name="文本框 15">
            <a:extLst>
              <a:ext uri="{FF2B5EF4-FFF2-40B4-BE49-F238E27FC236}">
                <a16:creationId xmlns:a16="http://schemas.microsoft.com/office/drawing/2014/main" id="{4B7AB5B5-F145-FFAD-4EEC-36B05EE5F473}"/>
              </a:ext>
            </a:extLst>
          </p:cNvPr>
          <p:cNvSpPr txBox="1"/>
          <p:nvPr/>
        </p:nvSpPr>
        <p:spPr>
          <a:xfrm>
            <a:off x="8302334" y="2216141"/>
            <a:ext cx="1620957" cy="52322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0" i="0" u="none" strike="noStrike" kern="1200" cap="none" spc="0" normalizeH="0" baseline="0" noProof="0" dirty="0">
                <a:ln>
                  <a:noFill/>
                </a:ln>
                <a:gradFill>
                  <a:gsLst>
                    <a:gs pos="0">
                      <a:schemeClr val="accent3"/>
                    </a:gs>
                    <a:gs pos="100000">
                      <a:schemeClr val="accent1"/>
                    </a:gs>
                  </a:gsLst>
                  <a:lin ang="5400000" scaled="1"/>
                </a:gradFill>
                <a:effectLst/>
                <a:uLnTx/>
                <a:uFillTx/>
                <a:latin typeface="Arial" panose="020B0604020202020204" pitchFamily="34" charset="0"/>
                <a:ea typeface="微软雅黑" panose="020B0503020204020204" pitchFamily="34" charset="-122"/>
                <a:cs typeface="+mn-cs"/>
              </a:rPr>
              <a:t>解决方案</a:t>
            </a:r>
          </a:p>
        </p:txBody>
      </p:sp>
      <p:cxnSp>
        <p:nvCxnSpPr>
          <p:cNvPr id="17" name="直接连接符 16">
            <a:extLst>
              <a:ext uri="{FF2B5EF4-FFF2-40B4-BE49-F238E27FC236}">
                <a16:creationId xmlns:a16="http://schemas.microsoft.com/office/drawing/2014/main" id="{96C061D6-E3A9-A274-665D-CF5AF09AAACA}"/>
              </a:ext>
            </a:extLst>
          </p:cNvPr>
          <p:cNvCxnSpPr>
            <a:cxnSpLocks/>
          </p:cNvCxnSpPr>
          <p:nvPr/>
        </p:nvCxnSpPr>
        <p:spPr>
          <a:xfrm>
            <a:off x="7680517" y="2923629"/>
            <a:ext cx="3587007"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FE15936A-9CD7-0D2D-58DC-7DAB8C6B4DBC}"/>
              </a:ext>
            </a:extLst>
          </p:cNvPr>
          <p:cNvSpPr txBox="1"/>
          <p:nvPr/>
        </p:nvSpPr>
        <p:spPr>
          <a:xfrm>
            <a:off x="7253845" y="3107898"/>
            <a:ext cx="4225022" cy="2862322"/>
          </a:xfrm>
          <a:prstGeom prst="rect">
            <a:avLst/>
          </a:prstGeom>
          <a:noFill/>
        </p:spPr>
        <p:txBody>
          <a:bodyPr wrap="square" rtlCol="0">
            <a:spAutoFit/>
          </a:bodyPr>
          <a:lstStyle/>
          <a:p>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与多边开发银行／出口信用机构联合，获取项目融资支持及政治风险保险。</a:t>
            </a:r>
          </a:p>
          <a:p>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采用分散化、小规模项目策略而非单一巨型项目，以降低单一失败的风险。</a:t>
            </a:r>
          </a:p>
          <a:p>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加强本地运维服务或合资本地企业，提升项目可持续性。</a:t>
            </a:r>
          </a:p>
          <a:p>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借鉴案例：例如中国企业通过中国出口信用保险机构（如</a:t>
            </a:r>
            <a:r>
              <a:rPr lang="en-US" altLang="zh-CN" dirty="0">
                <a:latin typeface="Arial" panose="020B0604020202020204" pitchFamily="34" charset="0"/>
                <a:ea typeface="微软雅黑" panose="020B0503020204020204" pitchFamily="34" charset="-122"/>
              </a:rPr>
              <a:t> </a:t>
            </a:r>
            <a:r>
              <a:rPr lang="en-US" altLang="zh-CN" dirty="0" err="1">
                <a:latin typeface="Arial" panose="020B0604020202020204" pitchFamily="34" charset="0"/>
                <a:ea typeface="微软雅黑" panose="020B0503020204020204" pitchFamily="34" charset="-122"/>
              </a:rPr>
              <a:t>Sinosure</a:t>
            </a:r>
            <a:r>
              <a:rPr lang="zh-CN" altLang="zh-CN" dirty="0">
                <a:latin typeface="Arial" panose="020B0604020202020204" pitchFamily="34" charset="0"/>
                <a:ea typeface="微软雅黑" panose="020B0503020204020204" pitchFamily="34" charset="-122"/>
              </a:rPr>
              <a:t>）为其在非洲的光伏项目提供保障，从而提升银行融资意愿。</a:t>
            </a:r>
          </a:p>
        </p:txBody>
      </p:sp>
      <p:sp>
        <p:nvSpPr>
          <p:cNvPr id="19" name="任意多边形: 形状 18">
            <a:extLst>
              <a:ext uri="{FF2B5EF4-FFF2-40B4-BE49-F238E27FC236}">
                <a16:creationId xmlns:a16="http://schemas.microsoft.com/office/drawing/2014/main" id="{3354CF15-C496-CA9A-1666-EE44F5041EE8}"/>
              </a:ext>
            </a:extLst>
          </p:cNvPr>
          <p:cNvSpPr/>
          <p:nvPr/>
        </p:nvSpPr>
        <p:spPr>
          <a:xfrm>
            <a:off x="1027478" y="2260594"/>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0" name="任意多边形: 形状 19">
            <a:extLst>
              <a:ext uri="{FF2B5EF4-FFF2-40B4-BE49-F238E27FC236}">
                <a16:creationId xmlns:a16="http://schemas.microsoft.com/office/drawing/2014/main" id="{76DED011-1BFE-AAFE-86FB-A7F174FB403B}"/>
              </a:ext>
            </a:extLst>
          </p:cNvPr>
          <p:cNvSpPr/>
          <p:nvPr/>
        </p:nvSpPr>
        <p:spPr>
          <a:xfrm>
            <a:off x="1102392" y="2410422"/>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1" name="任意多边形: 形状 20">
            <a:extLst>
              <a:ext uri="{FF2B5EF4-FFF2-40B4-BE49-F238E27FC236}">
                <a16:creationId xmlns:a16="http://schemas.microsoft.com/office/drawing/2014/main" id="{871E54D6-6930-5AE1-06B6-ECE2D53B44D3}"/>
              </a:ext>
            </a:extLst>
          </p:cNvPr>
          <p:cNvSpPr/>
          <p:nvPr/>
        </p:nvSpPr>
        <p:spPr>
          <a:xfrm>
            <a:off x="1102392" y="2485337"/>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2" name="任意多边形: 形状 21">
            <a:extLst>
              <a:ext uri="{FF2B5EF4-FFF2-40B4-BE49-F238E27FC236}">
                <a16:creationId xmlns:a16="http://schemas.microsoft.com/office/drawing/2014/main" id="{4C59D7F3-F6EC-6649-1ABD-8B33CD0B5CD8}"/>
              </a:ext>
            </a:extLst>
          </p:cNvPr>
          <p:cNvSpPr/>
          <p:nvPr/>
        </p:nvSpPr>
        <p:spPr>
          <a:xfrm>
            <a:off x="7809278" y="2260594"/>
            <a:ext cx="299657" cy="374571"/>
          </a:xfrm>
          <a:custGeom>
            <a:avLst/>
            <a:gdLst>
              <a:gd name="connsiteX0" fmla="*/ 0 w 299657"/>
              <a:gd name="connsiteY0" fmla="*/ 18729 h 374571"/>
              <a:gd name="connsiteX1" fmla="*/ 18729 w 299657"/>
              <a:gd name="connsiteY1" fmla="*/ 0 h 374571"/>
              <a:gd name="connsiteX2" fmla="*/ 206014 w 299657"/>
              <a:gd name="connsiteY2" fmla="*/ 0 h 374571"/>
              <a:gd name="connsiteX3" fmla="*/ 299657 w 299657"/>
              <a:gd name="connsiteY3" fmla="*/ 93643 h 374571"/>
              <a:gd name="connsiteX4" fmla="*/ 299657 w 299657"/>
              <a:gd name="connsiteY4" fmla="*/ 355843 h 374571"/>
              <a:gd name="connsiteX5" fmla="*/ 280929 w 299657"/>
              <a:gd name="connsiteY5" fmla="*/ 374572 h 374571"/>
              <a:gd name="connsiteX6" fmla="*/ 18729 w 299657"/>
              <a:gd name="connsiteY6" fmla="*/ 374572 h 374571"/>
              <a:gd name="connsiteX7" fmla="*/ 0 w 299657"/>
              <a:gd name="connsiteY7" fmla="*/ 355843 h 374571"/>
              <a:gd name="connsiteX8" fmla="*/ 0 w 299657"/>
              <a:gd name="connsiteY8" fmla="*/ 18729 h 374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9657" h="374571">
                <a:moveTo>
                  <a:pt x="0" y="18729"/>
                </a:moveTo>
                <a:cubicBezTo>
                  <a:pt x="0" y="8385"/>
                  <a:pt x="8385" y="0"/>
                  <a:pt x="18729" y="0"/>
                </a:cubicBezTo>
                <a:lnTo>
                  <a:pt x="206014" y="0"/>
                </a:lnTo>
                <a:lnTo>
                  <a:pt x="299657" y="93643"/>
                </a:lnTo>
                <a:lnTo>
                  <a:pt x="299657" y="355843"/>
                </a:lnTo>
                <a:cubicBezTo>
                  <a:pt x="299657" y="366187"/>
                  <a:pt x="291273" y="374572"/>
                  <a:pt x="280929" y="374572"/>
                </a:cubicBezTo>
                <a:lnTo>
                  <a:pt x="18729" y="374572"/>
                </a:lnTo>
                <a:cubicBezTo>
                  <a:pt x="8385" y="374572"/>
                  <a:pt x="0" y="366187"/>
                  <a:pt x="0" y="355843"/>
                </a:cubicBezTo>
                <a:lnTo>
                  <a:pt x="0" y="18729"/>
                </a:lnTo>
                <a:close/>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3" name="任意多边形: 形状 22">
            <a:extLst>
              <a:ext uri="{FF2B5EF4-FFF2-40B4-BE49-F238E27FC236}">
                <a16:creationId xmlns:a16="http://schemas.microsoft.com/office/drawing/2014/main" id="{8E8F29B8-F6CA-8B67-5F23-D376DFF6E44D}"/>
              </a:ext>
            </a:extLst>
          </p:cNvPr>
          <p:cNvSpPr/>
          <p:nvPr/>
        </p:nvSpPr>
        <p:spPr>
          <a:xfrm>
            <a:off x="7884192" y="2410422"/>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4" name="任意多边形: 形状 23">
            <a:extLst>
              <a:ext uri="{FF2B5EF4-FFF2-40B4-BE49-F238E27FC236}">
                <a16:creationId xmlns:a16="http://schemas.microsoft.com/office/drawing/2014/main" id="{37FA71BE-F130-2D83-2A12-0281B9743DFE}"/>
              </a:ext>
            </a:extLst>
          </p:cNvPr>
          <p:cNvSpPr/>
          <p:nvPr/>
        </p:nvSpPr>
        <p:spPr>
          <a:xfrm>
            <a:off x="7884192" y="2485337"/>
            <a:ext cx="149828" cy="9364"/>
          </a:xfrm>
          <a:custGeom>
            <a:avLst/>
            <a:gdLst>
              <a:gd name="connsiteX0" fmla="*/ 0 w 149828"/>
              <a:gd name="connsiteY0" fmla="*/ 0 h 9364"/>
              <a:gd name="connsiteX1" fmla="*/ 149829 w 149828"/>
              <a:gd name="connsiteY1" fmla="*/ 0 h 9364"/>
            </a:gdLst>
            <a:ahLst/>
            <a:cxnLst>
              <a:cxn ang="0">
                <a:pos x="connsiteX0" y="connsiteY0"/>
              </a:cxn>
              <a:cxn ang="0">
                <a:pos x="connsiteX1" y="connsiteY1"/>
              </a:cxn>
            </a:cxnLst>
            <a:rect l="l" t="t" r="r" b="b"/>
            <a:pathLst>
              <a:path w="149828" h="9364">
                <a:moveTo>
                  <a:pt x="0" y="0"/>
                </a:moveTo>
                <a:lnTo>
                  <a:pt x="149829" y="0"/>
                </a:lnTo>
              </a:path>
            </a:pathLst>
          </a:custGeom>
          <a:noFill/>
          <a:ln w="17859" cap="flat">
            <a:gradFill>
              <a:gsLst>
                <a:gs pos="0">
                  <a:schemeClr val="accent3"/>
                </a:gs>
                <a:gs pos="100000">
                  <a:schemeClr val="accent1"/>
                </a:gs>
              </a:gsLst>
              <a:lin ang="5400000" scaled="1"/>
            </a:gradFill>
            <a:prstDash val="solid"/>
            <a:round/>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思源黑体 CN ExtraLight"/>
              <a:ea typeface="思源黑体 CN ExtraLight"/>
              <a:cs typeface="+mn-cs"/>
            </a:endParaRPr>
          </a:p>
        </p:txBody>
      </p:sp>
      <p:sp>
        <p:nvSpPr>
          <p:cNvPr id="27" name="文本占位符 7">
            <a:extLst>
              <a:ext uri="{FF2B5EF4-FFF2-40B4-BE49-F238E27FC236}">
                <a16:creationId xmlns:a16="http://schemas.microsoft.com/office/drawing/2014/main" id="{465A171C-1806-FEC7-A63D-CAD38ABA5FA1}"/>
              </a:ext>
            </a:extLst>
          </p:cNvPr>
          <p:cNvSpPr txBox="1">
            <a:spLocks/>
          </p:cNvSpPr>
          <p:nvPr/>
        </p:nvSpPr>
        <p:spPr>
          <a:xfrm>
            <a:off x="1098072" y="602771"/>
            <a:ext cx="5925418" cy="996170"/>
          </a:xfrm>
          <a:prstGeom prst="rect">
            <a:avLst/>
          </a:prstGeom>
        </p:spPr>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b="1" dirty="0">
                <a:latin typeface="Arial" panose="020B0604020202020204" pitchFamily="34" charset="0"/>
                <a:ea typeface="微软雅黑" panose="020B0503020204020204" pitchFamily="34" charset="-122"/>
              </a:rPr>
              <a:t>面临的问题及策略</a:t>
            </a:r>
            <a:endParaRPr lang="en-US" altLang="zh-CN" b="1" dirty="0">
              <a:latin typeface="Arial" panose="020B0604020202020204" pitchFamily="34" charset="0"/>
              <a:ea typeface="微软雅黑" panose="020B0503020204020204" pitchFamily="34" charset="-122"/>
            </a:endParaRPr>
          </a:p>
          <a:p>
            <a:pPr marL="0" indent="0">
              <a:buNone/>
            </a:pPr>
            <a:r>
              <a:rPr lang="en-US" altLang="zh-CN" b="1" dirty="0">
                <a:latin typeface="Arial" panose="020B0604020202020204" pitchFamily="34" charset="0"/>
                <a:ea typeface="微软雅黑" panose="020B0503020204020204" pitchFamily="34" charset="-122"/>
              </a:rPr>
              <a:t>——</a:t>
            </a:r>
            <a:r>
              <a:rPr lang="zh-CN" altLang="en-US" b="1" dirty="0">
                <a:latin typeface="Arial" panose="020B0604020202020204" pitchFamily="34" charset="0"/>
                <a:ea typeface="微软雅黑" panose="020B0503020204020204" pitchFamily="34" charset="-122"/>
              </a:rPr>
              <a:t>非洲市场</a:t>
            </a:r>
            <a:endParaRPr lang="zh-CN" altLang="en-US" sz="2400" dirty="0">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508454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945F4-3321-1050-0315-93CCEEAFB16F}"/>
            </a:ext>
          </a:extLst>
        </p:cNvPr>
        <p:cNvGrpSpPr/>
        <p:nvPr/>
      </p:nvGrpSpPr>
      <p:grpSpPr>
        <a:xfrm>
          <a:off x="0" y="0"/>
          <a:ext cx="0" cy="0"/>
          <a:chOff x="0" y="0"/>
          <a:chExt cx="0" cy="0"/>
        </a:xfrm>
      </p:grpSpPr>
      <p:pic>
        <p:nvPicPr>
          <p:cNvPr id="25" name="图片 24">
            <a:extLst>
              <a:ext uri="{FF2B5EF4-FFF2-40B4-BE49-F238E27FC236}">
                <a16:creationId xmlns:a16="http://schemas.microsoft.com/office/drawing/2014/main" id="{E5F9BF0A-3789-75D5-CF52-8A7142FEE7B1}"/>
              </a:ext>
            </a:extLst>
          </p:cNvPr>
          <p:cNvPicPr>
            <a:picLocks noChangeAspect="1"/>
          </p:cNvPicPr>
          <p:nvPr/>
        </p:nvPicPr>
        <p:blipFill>
          <a:blip r:embed="rId2" cstate="print">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0131639" y="131058"/>
            <a:ext cx="1815412" cy="714366"/>
          </a:xfrm>
          <a:prstGeom prst="rect">
            <a:avLst/>
          </a:prstGeom>
        </p:spPr>
      </p:pic>
      <p:sp>
        <p:nvSpPr>
          <p:cNvPr id="26" name="矩形 25">
            <a:extLst>
              <a:ext uri="{FF2B5EF4-FFF2-40B4-BE49-F238E27FC236}">
                <a16:creationId xmlns:a16="http://schemas.microsoft.com/office/drawing/2014/main" id="{DCB852E0-3611-4ECB-6ADA-1F9637FB9789}"/>
              </a:ext>
            </a:extLst>
          </p:cNvPr>
          <p:cNvSpPr/>
          <p:nvPr/>
        </p:nvSpPr>
        <p:spPr>
          <a:xfrm>
            <a:off x="375805" y="6426714"/>
            <a:ext cx="3199915" cy="369332"/>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0" cap="none" spc="300" normalizeH="0" baseline="0" noProof="0" dirty="0">
                <a:ln>
                  <a:noFill/>
                </a:ln>
                <a:solidFill>
                  <a:prstClr val="black">
                    <a:lumMod val="50000"/>
                    <a:lumOff val="50000"/>
                  </a:prstClr>
                </a:solidFill>
                <a:effectLst/>
                <a:uLnTx/>
                <a:uFillTx/>
                <a:latin typeface="微软雅黑" panose="020B0503020204020204" pitchFamily="34" charset="-122"/>
                <a:ea typeface="微软雅黑"/>
                <a:cs typeface="Arial" panose="020B0604020202020204" pitchFamily="34" charset="0"/>
              </a:rPr>
              <a:t>博学而笃志  切问而近思 </a:t>
            </a:r>
            <a:endParaRPr kumimoji="0" lang="zh-CN" altLang="en-US" sz="1800" b="0" i="0" u="none" strike="noStrike" kern="0" cap="none" spc="0" normalizeH="0" baseline="0" noProof="0" dirty="0">
              <a:ln>
                <a:noFill/>
              </a:ln>
              <a:solidFill>
                <a:prstClr val="black">
                  <a:lumMod val="50000"/>
                  <a:lumOff val="50000"/>
                </a:prstClr>
              </a:solidFill>
              <a:effectLst/>
              <a:uLnTx/>
              <a:uFillTx/>
              <a:latin typeface="Segoe UI Light"/>
              <a:ea typeface="微软雅黑 Light"/>
              <a:cs typeface="+mn-cs"/>
            </a:endParaRPr>
          </a:p>
        </p:txBody>
      </p:sp>
      <p:pic>
        <p:nvPicPr>
          <p:cNvPr id="34" name="图片 33">
            <a:extLst>
              <a:ext uri="{FF2B5EF4-FFF2-40B4-BE49-F238E27FC236}">
                <a16:creationId xmlns:a16="http://schemas.microsoft.com/office/drawing/2014/main" id="{112EF4A8-8C68-0917-8902-5545409A499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131058"/>
            <a:ext cx="6438095" cy="6450793"/>
          </a:xfrm>
          <a:prstGeom prst="rect">
            <a:avLst/>
          </a:prstGeom>
        </p:spPr>
      </p:pic>
      <p:sp>
        <p:nvSpPr>
          <p:cNvPr id="2" name="文本占位符 7">
            <a:extLst>
              <a:ext uri="{FF2B5EF4-FFF2-40B4-BE49-F238E27FC236}">
                <a16:creationId xmlns:a16="http://schemas.microsoft.com/office/drawing/2014/main" id="{CE68C5A3-C2F6-E3DB-717A-B0B804A1A402}"/>
              </a:ext>
            </a:extLst>
          </p:cNvPr>
          <p:cNvSpPr txBox="1">
            <a:spLocks/>
          </p:cNvSpPr>
          <p:nvPr/>
        </p:nvSpPr>
        <p:spPr>
          <a:xfrm>
            <a:off x="1098072" y="602771"/>
            <a:ext cx="5524500" cy="590931"/>
          </a:xfrm>
          <a:prstGeom prst="rect">
            <a:avLst/>
          </a:prstGeom>
        </p:spPr>
        <p:txBody>
          <a:bodyPr vert="horz"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3600" b="1" dirty="0">
                <a:latin typeface="Arial" panose="020B0604020202020204" pitchFamily="34" charset="0"/>
                <a:ea typeface="微软雅黑" panose="020B0503020204020204" pitchFamily="34" charset="-122"/>
              </a:rPr>
              <a:t>总结</a:t>
            </a:r>
          </a:p>
        </p:txBody>
      </p:sp>
      <p:cxnSp>
        <p:nvCxnSpPr>
          <p:cNvPr id="3" name="直接连接符 2">
            <a:extLst>
              <a:ext uri="{FF2B5EF4-FFF2-40B4-BE49-F238E27FC236}">
                <a16:creationId xmlns:a16="http://schemas.microsoft.com/office/drawing/2014/main" id="{D06A4721-628B-CC98-D771-A94C80BF6A0D}"/>
              </a:ext>
            </a:extLst>
          </p:cNvPr>
          <p:cNvCxnSpPr>
            <a:cxnSpLocks/>
          </p:cNvCxnSpPr>
          <p:nvPr/>
        </p:nvCxnSpPr>
        <p:spPr>
          <a:xfrm>
            <a:off x="2047875" y="1163961"/>
            <a:ext cx="761011" cy="0"/>
          </a:xfrm>
          <a:prstGeom prst="line">
            <a:avLst/>
          </a:prstGeom>
          <a:ln w="28575">
            <a:gradFill flip="none" rotWithShape="1">
              <a:gsLst>
                <a:gs pos="50000">
                  <a:schemeClr val="accent1"/>
                </a:gs>
                <a:gs pos="51000">
                  <a:schemeClr val="accent4"/>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4" name="矩形: 圆角 3">
            <a:extLst>
              <a:ext uri="{FF2B5EF4-FFF2-40B4-BE49-F238E27FC236}">
                <a16:creationId xmlns:a16="http://schemas.microsoft.com/office/drawing/2014/main" id="{50470083-88A3-AD46-AE38-E3505E717725}"/>
              </a:ext>
            </a:extLst>
          </p:cNvPr>
          <p:cNvSpPr/>
          <p:nvPr/>
        </p:nvSpPr>
        <p:spPr>
          <a:xfrm>
            <a:off x="1288344" y="3008903"/>
            <a:ext cx="9598957" cy="2496443"/>
          </a:xfrm>
          <a:prstGeom prst="roundRect">
            <a:avLst>
              <a:gd name="adj" fmla="val 10272"/>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srgbClr val="000000"/>
              </a:solidFill>
              <a:effectLst/>
              <a:uLnTx/>
              <a:uFillTx/>
              <a:latin typeface="思源黑体 CN ExtraLight"/>
              <a:ea typeface="思源黑体 CN ExtraLight"/>
            </a:endParaRPr>
          </a:p>
        </p:txBody>
      </p:sp>
      <p:grpSp>
        <p:nvGrpSpPr>
          <p:cNvPr id="28" name="组合 27">
            <a:extLst>
              <a:ext uri="{FF2B5EF4-FFF2-40B4-BE49-F238E27FC236}">
                <a16:creationId xmlns:a16="http://schemas.microsoft.com/office/drawing/2014/main" id="{86302877-16AC-985F-3DD7-7FF9BB89B32A}"/>
              </a:ext>
            </a:extLst>
          </p:cNvPr>
          <p:cNvGrpSpPr/>
          <p:nvPr/>
        </p:nvGrpSpPr>
        <p:grpSpPr>
          <a:xfrm>
            <a:off x="1746373" y="3278323"/>
            <a:ext cx="478100" cy="478101"/>
            <a:chOff x="2118323" y="2756005"/>
            <a:chExt cx="858240" cy="858242"/>
          </a:xfrm>
        </p:grpSpPr>
        <p:sp>
          <p:nvSpPr>
            <p:cNvPr id="29" name="空心弧 28">
              <a:extLst>
                <a:ext uri="{FF2B5EF4-FFF2-40B4-BE49-F238E27FC236}">
                  <a16:creationId xmlns:a16="http://schemas.microsoft.com/office/drawing/2014/main" id="{A5DC8F0D-966F-1DD9-514E-6E3F87B025AE}"/>
                </a:ext>
              </a:extLst>
            </p:cNvPr>
            <p:cNvSpPr/>
            <p:nvPr/>
          </p:nvSpPr>
          <p:spPr>
            <a:xfrm>
              <a:off x="2118323" y="2756007"/>
              <a:ext cx="858240" cy="858240"/>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ExtraLight"/>
                <a:ea typeface="思源黑体 CN ExtraLight"/>
              </a:endParaRPr>
            </a:p>
          </p:txBody>
        </p:sp>
        <p:sp>
          <p:nvSpPr>
            <p:cNvPr id="30" name="空心弧 29">
              <a:extLst>
                <a:ext uri="{FF2B5EF4-FFF2-40B4-BE49-F238E27FC236}">
                  <a16:creationId xmlns:a16="http://schemas.microsoft.com/office/drawing/2014/main" id="{29A8BA1E-EE28-4670-5EA5-81248ED9E9DB}"/>
                </a:ext>
              </a:extLst>
            </p:cNvPr>
            <p:cNvSpPr/>
            <p:nvPr/>
          </p:nvSpPr>
          <p:spPr>
            <a:xfrm rot="9472655">
              <a:off x="2118323" y="2756005"/>
              <a:ext cx="858240" cy="858240"/>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ExtraLight"/>
                <a:ea typeface="思源黑体 CN ExtraLight"/>
              </a:endParaRPr>
            </a:p>
          </p:txBody>
        </p:sp>
        <p:sp>
          <p:nvSpPr>
            <p:cNvPr id="31" name="椭圆 30">
              <a:extLst>
                <a:ext uri="{FF2B5EF4-FFF2-40B4-BE49-F238E27FC236}">
                  <a16:creationId xmlns:a16="http://schemas.microsoft.com/office/drawing/2014/main" id="{A5D603A6-17F6-20C3-DDD9-96EDD6BE1639}"/>
                </a:ext>
              </a:extLst>
            </p:cNvPr>
            <p:cNvSpPr/>
            <p:nvPr/>
          </p:nvSpPr>
          <p:spPr>
            <a:xfrm>
              <a:off x="2204544" y="2842224"/>
              <a:ext cx="685800" cy="6858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ExtraLight"/>
                <a:ea typeface="思源黑体 CN ExtraLight"/>
              </a:endParaRPr>
            </a:p>
          </p:txBody>
        </p:sp>
      </p:grpSp>
      <p:sp>
        <p:nvSpPr>
          <p:cNvPr id="32" name="椭圆 31">
            <a:extLst>
              <a:ext uri="{FF2B5EF4-FFF2-40B4-BE49-F238E27FC236}">
                <a16:creationId xmlns:a16="http://schemas.microsoft.com/office/drawing/2014/main" id="{148EE6CD-DB24-1E57-53D4-B62E69E118B1}"/>
              </a:ext>
            </a:extLst>
          </p:cNvPr>
          <p:cNvSpPr/>
          <p:nvPr/>
        </p:nvSpPr>
        <p:spPr>
          <a:xfrm>
            <a:off x="1702600" y="3234551"/>
            <a:ext cx="565646" cy="565646"/>
          </a:xfrm>
          <a:prstGeom prst="ellipse">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ExtraLight"/>
              <a:ea typeface="思源黑体 CN ExtraLight"/>
            </a:endParaRPr>
          </a:p>
        </p:txBody>
      </p:sp>
      <p:sp>
        <p:nvSpPr>
          <p:cNvPr id="33" name="文本框 32">
            <a:extLst>
              <a:ext uri="{FF2B5EF4-FFF2-40B4-BE49-F238E27FC236}">
                <a16:creationId xmlns:a16="http://schemas.microsoft.com/office/drawing/2014/main" id="{8DEC9189-DD8F-409E-D2FF-8AD3D58A11D2}"/>
              </a:ext>
            </a:extLst>
          </p:cNvPr>
          <p:cNvSpPr txBox="1"/>
          <p:nvPr/>
        </p:nvSpPr>
        <p:spPr>
          <a:xfrm>
            <a:off x="2428380" y="3314049"/>
            <a:ext cx="9598956" cy="396134"/>
          </a:xfrm>
          <a:prstGeom prst="rect">
            <a:avLst/>
          </a:prstGeom>
          <a:noFill/>
        </p:spPr>
        <p:txBody>
          <a:bodyPr wrap="square">
            <a:spAutoFit/>
          </a:bodyPr>
          <a:lstStyle/>
          <a:p>
            <a:pPr lvl="0">
              <a:lnSpc>
                <a:spcPct val="120000"/>
              </a:lnSpc>
              <a:defRPr/>
            </a:pPr>
            <a:r>
              <a:rPr lang="zh-CN" altLang="zh-CN" dirty="0">
                <a:latin typeface="Arial" panose="020B0604020202020204" pitchFamily="34" charset="0"/>
                <a:ea typeface="微软雅黑" panose="020B0503020204020204" pitchFamily="34" charset="-122"/>
              </a:rPr>
              <a:t>对于企业而言</a:t>
            </a:r>
            <a:r>
              <a:rPr lang="en-US" altLang="zh-CN" dirty="0">
                <a:latin typeface="Arial" panose="020B0604020202020204" pitchFamily="34" charset="0"/>
                <a:ea typeface="微软雅黑" panose="020B0503020204020204" pitchFamily="34" charset="-122"/>
              </a:rPr>
              <a:t>:</a:t>
            </a:r>
            <a:r>
              <a:rPr lang="zh-CN" altLang="zh-CN" b="1" dirty="0">
                <a:latin typeface="Arial" panose="020B0604020202020204" pitchFamily="34" charset="0"/>
                <a:ea typeface="微软雅黑" panose="020B0503020204020204" pitchFamily="34" charset="-122"/>
              </a:rPr>
              <a:t>市场多元化、本地化制造／组装、完善合规治理、上移价值链</a:t>
            </a:r>
            <a:endParaRPr kumimoji="1"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阿里巴巴普惠体 L" panose="00020600040101010101" pitchFamily="18" charset="-122"/>
            </a:endParaRPr>
          </a:p>
        </p:txBody>
      </p:sp>
      <p:cxnSp>
        <p:nvCxnSpPr>
          <p:cNvPr id="35" name="直接连接符 34">
            <a:extLst>
              <a:ext uri="{FF2B5EF4-FFF2-40B4-BE49-F238E27FC236}">
                <a16:creationId xmlns:a16="http://schemas.microsoft.com/office/drawing/2014/main" id="{96B17C0D-8206-1FF6-8613-FBCABC2DDDCB}"/>
              </a:ext>
            </a:extLst>
          </p:cNvPr>
          <p:cNvCxnSpPr>
            <a:cxnSpLocks/>
          </p:cNvCxnSpPr>
          <p:nvPr/>
        </p:nvCxnSpPr>
        <p:spPr>
          <a:xfrm>
            <a:off x="2543175" y="3736968"/>
            <a:ext cx="7362825"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pic>
        <p:nvPicPr>
          <p:cNvPr id="36" name="图形 35">
            <a:extLst>
              <a:ext uri="{FF2B5EF4-FFF2-40B4-BE49-F238E27FC236}">
                <a16:creationId xmlns:a16="http://schemas.microsoft.com/office/drawing/2014/main" id="{1F3715D6-2B23-477E-0E39-734802DB4E8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52072" y="3384023"/>
            <a:ext cx="266702" cy="266702"/>
          </a:xfrm>
          <a:prstGeom prst="rect">
            <a:avLst/>
          </a:prstGeom>
        </p:spPr>
      </p:pic>
      <p:grpSp>
        <p:nvGrpSpPr>
          <p:cNvPr id="37" name="组合 36">
            <a:extLst>
              <a:ext uri="{FF2B5EF4-FFF2-40B4-BE49-F238E27FC236}">
                <a16:creationId xmlns:a16="http://schemas.microsoft.com/office/drawing/2014/main" id="{B2106350-7225-F815-23BE-070AE074806B}"/>
              </a:ext>
            </a:extLst>
          </p:cNvPr>
          <p:cNvGrpSpPr/>
          <p:nvPr/>
        </p:nvGrpSpPr>
        <p:grpSpPr>
          <a:xfrm>
            <a:off x="1746373" y="4058067"/>
            <a:ext cx="478100" cy="478101"/>
            <a:chOff x="2118323" y="2756005"/>
            <a:chExt cx="858240" cy="858242"/>
          </a:xfrm>
        </p:grpSpPr>
        <p:sp>
          <p:nvSpPr>
            <p:cNvPr id="38" name="空心弧 37">
              <a:extLst>
                <a:ext uri="{FF2B5EF4-FFF2-40B4-BE49-F238E27FC236}">
                  <a16:creationId xmlns:a16="http://schemas.microsoft.com/office/drawing/2014/main" id="{71865CAA-6223-6359-1E34-4FF4DA07BC6D}"/>
                </a:ext>
              </a:extLst>
            </p:cNvPr>
            <p:cNvSpPr/>
            <p:nvPr/>
          </p:nvSpPr>
          <p:spPr>
            <a:xfrm>
              <a:off x="2118323" y="2756007"/>
              <a:ext cx="858240" cy="858240"/>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ExtraLight"/>
                <a:ea typeface="思源黑体 CN ExtraLight"/>
              </a:endParaRPr>
            </a:p>
          </p:txBody>
        </p:sp>
        <p:sp>
          <p:nvSpPr>
            <p:cNvPr id="39" name="空心弧 38">
              <a:extLst>
                <a:ext uri="{FF2B5EF4-FFF2-40B4-BE49-F238E27FC236}">
                  <a16:creationId xmlns:a16="http://schemas.microsoft.com/office/drawing/2014/main" id="{EDED66B8-3ED1-D930-3B10-1CFF9AC657A8}"/>
                </a:ext>
              </a:extLst>
            </p:cNvPr>
            <p:cNvSpPr/>
            <p:nvPr/>
          </p:nvSpPr>
          <p:spPr>
            <a:xfrm rot="9472655">
              <a:off x="2118323" y="2756005"/>
              <a:ext cx="858240" cy="858240"/>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ExtraLight"/>
                <a:ea typeface="思源黑体 CN ExtraLight"/>
              </a:endParaRPr>
            </a:p>
          </p:txBody>
        </p:sp>
        <p:sp>
          <p:nvSpPr>
            <p:cNvPr id="40" name="椭圆 39">
              <a:extLst>
                <a:ext uri="{FF2B5EF4-FFF2-40B4-BE49-F238E27FC236}">
                  <a16:creationId xmlns:a16="http://schemas.microsoft.com/office/drawing/2014/main" id="{CD178688-0892-86FE-686C-637301A39CD5}"/>
                </a:ext>
              </a:extLst>
            </p:cNvPr>
            <p:cNvSpPr/>
            <p:nvPr/>
          </p:nvSpPr>
          <p:spPr>
            <a:xfrm>
              <a:off x="2204544" y="2842224"/>
              <a:ext cx="685800" cy="6858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ExtraLight"/>
                <a:ea typeface="思源黑体 CN ExtraLight"/>
              </a:endParaRPr>
            </a:p>
          </p:txBody>
        </p:sp>
      </p:grpSp>
      <p:sp>
        <p:nvSpPr>
          <p:cNvPr id="41" name="椭圆 40">
            <a:extLst>
              <a:ext uri="{FF2B5EF4-FFF2-40B4-BE49-F238E27FC236}">
                <a16:creationId xmlns:a16="http://schemas.microsoft.com/office/drawing/2014/main" id="{DD859A2C-41CE-15CD-F42F-F9EE50C3621D}"/>
              </a:ext>
            </a:extLst>
          </p:cNvPr>
          <p:cNvSpPr/>
          <p:nvPr/>
        </p:nvSpPr>
        <p:spPr>
          <a:xfrm>
            <a:off x="1702600" y="4014295"/>
            <a:ext cx="565646" cy="565646"/>
          </a:xfrm>
          <a:prstGeom prst="ellipse">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ExtraLight"/>
              <a:ea typeface="思源黑体 CN ExtraLight"/>
            </a:endParaRPr>
          </a:p>
        </p:txBody>
      </p:sp>
      <p:sp>
        <p:nvSpPr>
          <p:cNvPr id="42" name="文本框 41">
            <a:extLst>
              <a:ext uri="{FF2B5EF4-FFF2-40B4-BE49-F238E27FC236}">
                <a16:creationId xmlns:a16="http://schemas.microsoft.com/office/drawing/2014/main" id="{C335D215-ED2C-7036-22FE-436D930A67D3}"/>
              </a:ext>
            </a:extLst>
          </p:cNvPr>
          <p:cNvSpPr txBox="1"/>
          <p:nvPr/>
        </p:nvSpPr>
        <p:spPr>
          <a:xfrm>
            <a:off x="2428380" y="4093793"/>
            <a:ext cx="7477620" cy="396134"/>
          </a:xfrm>
          <a:prstGeom prst="rect">
            <a:avLst/>
          </a:prstGeom>
          <a:noFill/>
        </p:spPr>
        <p:txBody>
          <a:bodyPr wrap="square">
            <a:spAutoFit/>
          </a:bodyPr>
          <a:lstStyle/>
          <a:p>
            <a:pPr lvl="0">
              <a:lnSpc>
                <a:spcPct val="120000"/>
              </a:lnSpc>
              <a:defRPr/>
            </a:pPr>
            <a:r>
              <a:rPr lang="zh-CN" altLang="zh-CN" dirty="0">
                <a:latin typeface="Arial" panose="020B0604020202020204" pitchFamily="34" charset="0"/>
                <a:ea typeface="微软雅黑" panose="020B0503020204020204" pitchFamily="34" charset="-122"/>
              </a:rPr>
              <a:t>美国、欧盟、俄罗斯、非洲各有其风险特征，策略不能</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一刀切</a:t>
            </a:r>
            <a:r>
              <a:rPr lang="en-US" altLang="zh-CN" dirty="0">
                <a:latin typeface="Arial" panose="020B0604020202020204" pitchFamily="34" charset="0"/>
                <a:ea typeface="微软雅黑" panose="020B0503020204020204" pitchFamily="34" charset="-122"/>
              </a:rPr>
              <a:t>”</a:t>
            </a:r>
            <a:endParaRPr kumimoji="1" lang="zh-CN" altLang="en-US" sz="18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阿里巴巴普惠体 L" panose="00020600040101010101" pitchFamily="18" charset="-122"/>
            </a:endParaRPr>
          </a:p>
        </p:txBody>
      </p:sp>
      <p:cxnSp>
        <p:nvCxnSpPr>
          <p:cNvPr id="43" name="直接连接符 42">
            <a:extLst>
              <a:ext uri="{FF2B5EF4-FFF2-40B4-BE49-F238E27FC236}">
                <a16:creationId xmlns:a16="http://schemas.microsoft.com/office/drawing/2014/main" id="{AE5889E6-06E9-A313-5C08-442708068D9C}"/>
              </a:ext>
            </a:extLst>
          </p:cNvPr>
          <p:cNvCxnSpPr>
            <a:cxnSpLocks/>
          </p:cNvCxnSpPr>
          <p:nvPr/>
        </p:nvCxnSpPr>
        <p:spPr>
          <a:xfrm>
            <a:off x="2543175" y="4516712"/>
            <a:ext cx="7362825"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grpSp>
        <p:nvGrpSpPr>
          <p:cNvPr id="44" name="组合 43">
            <a:extLst>
              <a:ext uri="{FF2B5EF4-FFF2-40B4-BE49-F238E27FC236}">
                <a16:creationId xmlns:a16="http://schemas.microsoft.com/office/drawing/2014/main" id="{95F58782-CD1A-12C6-A770-7B25FDDAFECE}"/>
              </a:ext>
            </a:extLst>
          </p:cNvPr>
          <p:cNvGrpSpPr/>
          <p:nvPr/>
        </p:nvGrpSpPr>
        <p:grpSpPr>
          <a:xfrm>
            <a:off x="1746373" y="4837812"/>
            <a:ext cx="478100" cy="478101"/>
            <a:chOff x="2118323" y="2756005"/>
            <a:chExt cx="858240" cy="858242"/>
          </a:xfrm>
        </p:grpSpPr>
        <p:sp>
          <p:nvSpPr>
            <p:cNvPr id="45" name="空心弧 44">
              <a:extLst>
                <a:ext uri="{FF2B5EF4-FFF2-40B4-BE49-F238E27FC236}">
                  <a16:creationId xmlns:a16="http://schemas.microsoft.com/office/drawing/2014/main" id="{8172AC86-F16A-637C-ED08-D5BD8EB24407}"/>
                </a:ext>
              </a:extLst>
            </p:cNvPr>
            <p:cNvSpPr/>
            <p:nvPr/>
          </p:nvSpPr>
          <p:spPr>
            <a:xfrm>
              <a:off x="2118323" y="2756007"/>
              <a:ext cx="858240" cy="858240"/>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ExtraLight"/>
                <a:ea typeface="思源黑体 CN ExtraLight"/>
              </a:endParaRPr>
            </a:p>
          </p:txBody>
        </p:sp>
        <p:sp>
          <p:nvSpPr>
            <p:cNvPr id="46" name="空心弧 45">
              <a:extLst>
                <a:ext uri="{FF2B5EF4-FFF2-40B4-BE49-F238E27FC236}">
                  <a16:creationId xmlns:a16="http://schemas.microsoft.com/office/drawing/2014/main" id="{75B3C357-2DBA-1A4A-8F04-F9F20CB1DF20}"/>
                </a:ext>
              </a:extLst>
            </p:cNvPr>
            <p:cNvSpPr/>
            <p:nvPr/>
          </p:nvSpPr>
          <p:spPr>
            <a:xfrm rot="9472655">
              <a:off x="2118323" y="2756005"/>
              <a:ext cx="858240" cy="858240"/>
            </a:xfrm>
            <a:prstGeom prst="blockArc">
              <a:avLst>
                <a:gd name="adj1" fmla="val 13759388"/>
                <a:gd name="adj2" fmla="val 4707929"/>
                <a:gd name="adj3" fmla="val 18946"/>
              </a:avLst>
            </a:prstGeom>
            <a:gradFill flip="none" rotWithShape="1">
              <a:gsLst>
                <a:gs pos="100000">
                  <a:schemeClr val="accent2">
                    <a:alpha val="0"/>
                  </a:schemeClr>
                </a:gs>
                <a:gs pos="0">
                  <a:schemeClr val="accent1">
                    <a:alpha val="12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ExtraLight"/>
                <a:ea typeface="思源黑体 CN ExtraLight"/>
              </a:endParaRPr>
            </a:p>
          </p:txBody>
        </p:sp>
        <p:sp>
          <p:nvSpPr>
            <p:cNvPr id="47" name="椭圆 46">
              <a:extLst>
                <a:ext uri="{FF2B5EF4-FFF2-40B4-BE49-F238E27FC236}">
                  <a16:creationId xmlns:a16="http://schemas.microsoft.com/office/drawing/2014/main" id="{E656199B-7A61-27E5-91CC-50F2182AC18F}"/>
                </a:ext>
              </a:extLst>
            </p:cNvPr>
            <p:cNvSpPr/>
            <p:nvPr/>
          </p:nvSpPr>
          <p:spPr>
            <a:xfrm>
              <a:off x="2204544" y="2842224"/>
              <a:ext cx="685800" cy="6858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ExtraLight"/>
                <a:ea typeface="思源黑体 CN ExtraLight"/>
              </a:endParaRPr>
            </a:p>
          </p:txBody>
        </p:sp>
      </p:grpSp>
      <p:sp>
        <p:nvSpPr>
          <p:cNvPr id="48" name="椭圆 47">
            <a:extLst>
              <a:ext uri="{FF2B5EF4-FFF2-40B4-BE49-F238E27FC236}">
                <a16:creationId xmlns:a16="http://schemas.microsoft.com/office/drawing/2014/main" id="{D96E3A4A-A892-2C55-3DF5-D77746001C7B}"/>
              </a:ext>
            </a:extLst>
          </p:cNvPr>
          <p:cNvSpPr/>
          <p:nvPr/>
        </p:nvSpPr>
        <p:spPr>
          <a:xfrm>
            <a:off x="1702600" y="4794040"/>
            <a:ext cx="565646" cy="565646"/>
          </a:xfrm>
          <a:prstGeom prst="ellipse">
            <a:avLst/>
          </a:prstGeom>
          <a:noFill/>
          <a:ln w="6350">
            <a:solidFill>
              <a:schemeClr val="accent1">
                <a:alpha val="2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ExtraLight"/>
              <a:ea typeface="思源黑体 CN ExtraLight"/>
            </a:endParaRPr>
          </a:p>
        </p:txBody>
      </p:sp>
      <p:sp>
        <p:nvSpPr>
          <p:cNvPr id="49" name="文本框 48">
            <a:extLst>
              <a:ext uri="{FF2B5EF4-FFF2-40B4-BE49-F238E27FC236}">
                <a16:creationId xmlns:a16="http://schemas.microsoft.com/office/drawing/2014/main" id="{F65D31BB-C670-BB23-07D3-9584F991FAA6}"/>
              </a:ext>
            </a:extLst>
          </p:cNvPr>
          <p:cNvSpPr txBox="1"/>
          <p:nvPr/>
        </p:nvSpPr>
        <p:spPr>
          <a:xfrm>
            <a:off x="2428379" y="4873538"/>
            <a:ext cx="8458922" cy="369332"/>
          </a:xfrm>
          <a:prstGeom prst="rect">
            <a:avLst/>
          </a:prstGeom>
          <a:noFill/>
        </p:spPr>
        <p:txBody>
          <a:bodyPr wrap="square">
            <a:spAutoFit/>
          </a:bodyPr>
          <a:lstStyle/>
          <a:p>
            <a:r>
              <a:rPr lang="zh-CN" altLang="zh-CN" dirty="0">
                <a:latin typeface="Arial" panose="020B0604020202020204" pitchFamily="34" charset="0"/>
                <a:ea typeface="微软雅黑" panose="020B0503020204020204" pitchFamily="34" charset="-122"/>
              </a:rPr>
              <a:t>中国企业未来若能同步提升制造优势与国际化合规能力，</a:t>
            </a:r>
            <a:r>
              <a:rPr lang="zh-CN" altLang="en-US" dirty="0">
                <a:latin typeface="Arial" panose="020B0604020202020204" pitchFamily="34" charset="0"/>
                <a:ea typeface="微软雅黑" panose="020B0503020204020204" pitchFamily="34" charset="-122"/>
              </a:rPr>
              <a:t>将继续保持竞争力。</a:t>
            </a:r>
            <a:endParaRPr lang="zh-CN" altLang="zh-CN" dirty="0">
              <a:latin typeface="Arial" panose="020B0604020202020204" pitchFamily="34" charset="0"/>
              <a:ea typeface="微软雅黑" panose="020B0503020204020204" pitchFamily="34" charset="-122"/>
            </a:endParaRPr>
          </a:p>
        </p:txBody>
      </p:sp>
      <p:cxnSp>
        <p:nvCxnSpPr>
          <p:cNvPr id="50" name="直接连接符 49">
            <a:extLst>
              <a:ext uri="{FF2B5EF4-FFF2-40B4-BE49-F238E27FC236}">
                <a16:creationId xmlns:a16="http://schemas.microsoft.com/office/drawing/2014/main" id="{AFA19C8E-347E-7B18-5F94-C4B03081BDCF}"/>
              </a:ext>
            </a:extLst>
          </p:cNvPr>
          <p:cNvCxnSpPr>
            <a:cxnSpLocks/>
          </p:cNvCxnSpPr>
          <p:nvPr/>
        </p:nvCxnSpPr>
        <p:spPr>
          <a:xfrm>
            <a:off x="2543175" y="5296457"/>
            <a:ext cx="7362825" cy="0"/>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51" name="矩形: 圆角 50">
            <a:extLst>
              <a:ext uri="{FF2B5EF4-FFF2-40B4-BE49-F238E27FC236}">
                <a16:creationId xmlns:a16="http://schemas.microsoft.com/office/drawing/2014/main" id="{D242D4A1-2EBC-39A1-BAB1-6244F38BE54B}"/>
              </a:ext>
            </a:extLst>
          </p:cNvPr>
          <p:cNvSpPr/>
          <p:nvPr/>
        </p:nvSpPr>
        <p:spPr>
          <a:xfrm>
            <a:off x="9256031" y="5512370"/>
            <a:ext cx="1631270" cy="160769"/>
          </a:xfrm>
          <a:prstGeom prst="roundRect">
            <a:avLst>
              <a:gd name="adj" fmla="val 50000"/>
            </a:avLst>
          </a:prstGeom>
          <a:gradFill flip="none" rotWithShape="1">
            <a:gsLst>
              <a:gs pos="100000">
                <a:schemeClr val="accent2">
                  <a:alpha val="0"/>
                </a:schemeClr>
              </a:gs>
              <a:gs pos="0">
                <a:schemeClr val="accent1">
                  <a:alpha val="12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ExtraLight"/>
              <a:ea typeface="思源黑体 CN ExtraLight"/>
            </a:endParaRPr>
          </a:p>
        </p:txBody>
      </p:sp>
      <p:sp>
        <p:nvSpPr>
          <p:cNvPr id="52" name="矩形: 圆角 51">
            <a:extLst>
              <a:ext uri="{FF2B5EF4-FFF2-40B4-BE49-F238E27FC236}">
                <a16:creationId xmlns:a16="http://schemas.microsoft.com/office/drawing/2014/main" id="{64CBCD83-3106-590A-686E-B89EDB7B6060}"/>
              </a:ext>
            </a:extLst>
          </p:cNvPr>
          <p:cNvSpPr/>
          <p:nvPr/>
        </p:nvSpPr>
        <p:spPr>
          <a:xfrm flipH="1">
            <a:off x="1288344" y="5497529"/>
            <a:ext cx="1631270" cy="160769"/>
          </a:xfrm>
          <a:prstGeom prst="roundRect">
            <a:avLst>
              <a:gd name="adj" fmla="val 50000"/>
            </a:avLst>
          </a:prstGeom>
          <a:gradFill flip="none" rotWithShape="1">
            <a:gsLst>
              <a:gs pos="100000">
                <a:schemeClr val="accent2">
                  <a:alpha val="0"/>
                </a:schemeClr>
              </a:gs>
              <a:gs pos="0">
                <a:schemeClr val="accent1">
                  <a:alpha val="12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思源黑体 CN ExtraLight"/>
              <a:ea typeface="思源黑体 CN ExtraLight"/>
            </a:endParaRPr>
          </a:p>
        </p:txBody>
      </p:sp>
      <p:sp>
        <p:nvSpPr>
          <p:cNvPr id="53" name="文本框 52">
            <a:extLst>
              <a:ext uri="{FF2B5EF4-FFF2-40B4-BE49-F238E27FC236}">
                <a16:creationId xmlns:a16="http://schemas.microsoft.com/office/drawing/2014/main" id="{0E257F19-88CD-95E0-FC51-A5770ADDED89}"/>
              </a:ext>
            </a:extLst>
          </p:cNvPr>
          <p:cNvSpPr txBox="1"/>
          <p:nvPr/>
        </p:nvSpPr>
        <p:spPr>
          <a:xfrm>
            <a:off x="1170249" y="2091920"/>
            <a:ext cx="9851502" cy="734753"/>
          </a:xfrm>
          <a:prstGeom prst="rect">
            <a:avLst/>
          </a:prstGeom>
          <a:noFill/>
        </p:spPr>
        <p:txBody>
          <a:bodyPr wrap="square">
            <a:spAutoFit/>
          </a:bodyPr>
          <a:lstStyle/>
          <a:p>
            <a:pPr lvl="0" algn="ctr">
              <a:lnSpc>
                <a:spcPct val="120000"/>
              </a:lnSpc>
              <a:defRPr/>
            </a:pPr>
            <a:r>
              <a:rPr lang="zh-CN" altLang="zh-CN" dirty="0">
                <a:latin typeface="Arial" panose="020B0604020202020204" pitchFamily="34" charset="0"/>
                <a:ea typeface="微软雅黑" panose="020B0503020204020204" pitchFamily="34" charset="-122"/>
              </a:rPr>
              <a:t>中国光伏产业在</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出海</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方面具备</a:t>
            </a:r>
            <a:r>
              <a:rPr lang="en-US" altLang="zh-CN" b="1" dirty="0">
                <a:latin typeface="Arial" panose="020B0604020202020204" pitchFamily="34" charset="0"/>
                <a:ea typeface="微软雅黑" panose="020B0503020204020204" pitchFamily="34" charset="-122"/>
              </a:rPr>
              <a:t>“</a:t>
            </a:r>
            <a:r>
              <a:rPr lang="zh-CN" altLang="zh-CN" b="1" dirty="0">
                <a:latin typeface="Arial" panose="020B0604020202020204" pitchFamily="34" charset="0"/>
                <a:ea typeface="微软雅黑" panose="020B0503020204020204" pitchFamily="34" charset="-122"/>
              </a:rPr>
              <a:t>规模＋成本＋技术</a:t>
            </a:r>
            <a:r>
              <a:rPr lang="en-US" altLang="zh-CN" b="1"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三重优势，但在</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贸易壁垒＋本地化＋合规</a:t>
            </a:r>
            <a:r>
              <a:rPr lang="en-US" altLang="zh-CN" dirty="0">
                <a:latin typeface="Arial" panose="020B0604020202020204" pitchFamily="34" charset="0"/>
                <a:ea typeface="微软雅黑" panose="020B0503020204020204" pitchFamily="34" charset="-122"/>
              </a:rPr>
              <a:t>”</a:t>
            </a:r>
            <a:r>
              <a:rPr lang="zh-CN" altLang="zh-CN" dirty="0">
                <a:latin typeface="Arial" panose="020B0604020202020204" pitchFamily="34" charset="0"/>
                <a:ea typeface="微软雅黑" panose="020B0503020204020204" pitchFamily="34" charset="-122"/>
              </a:rPr>
              <a:t>方面挑战正在升级。</a:t>
            </a:r>
            <a:endParaRPr kumimoji="1" lang="zh-CN" altLang="en-US" sz="2400" b="0" i="0" u="none" strike="noStrike" kern="1200" cap="none" spc="0" normalizeH="0" baseline="0" noProof="0" dirty="0">
              <a:ln>
                <a:noFill/>
              </a:ln>
              <a:solidFill>
                <a:srgbClr val="000000"/>
              </a:solidFill>
              <a:effectLst/>
              <a:uLnTx/>
              <a:uFillTx/>
              <a:latin typeface="Arial" panose="020B0604020202020204" pitchFamily="34" charset="0"/>
              <a:ea typeface="微软雅黑" panose="020B0503020204020204" pitchFamily="34" charset="-122"/>
              <a:cs typeface="阿里巴巴普惠体 L" panose="00020600040101010101" pitchFamily="18" charset="-122"/>
            </a:endParaRPr>
          </a:p>
        </p:txBody>
      </p:sp>
      <p:pic>
        <p:nvPicPr>
          <p:cNvPr id="54" name="图形 53">
            <a:extLst>
              <a:ext uri="{FF2B5EF4-FFF2-40B4-BE49-F238E27FC236}">
                <a16:creationId xmlns:a16="http://schemas.microsoft.com/office/drawing/2014/main" id="{7DA7B2BE-F7EC-9852-A99A-0F31CD2487A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840412" y="4154137"/>
            <a:ext cx="281282" cy="281282"/>
          </a:xfrm>
          <a:prstGeom prst="rect">
            <a:avLst/>
          </a:prstGeom>
        </p:spPr>
      </p:pic>
      <p:pic>
        <p:nvPicPr>
          <p:cNvPr id="55" name="图形 54">
            <a:extLst>
              <a:ext uri="{FF2B5EF4-FFF2-40B4-BE49-F238E27FC236}">
                <a16:creationId xmlns:a16="http://schemas.microsoft.com/office/drawing/2014/main" id="{6FBA42B8-7F60-30E9-AD45-8D21130E2CF4}"/>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850163" y="4943633"/>
            <a:ext cx="261780" cy="261780"/>
          </a:xfrm>
          <a:prstGeom prst="rect">
            <a:avLst/>
          </a:prstGeom>
        </p:spPr>
      </p:pic>
    </p:spTree>
    <p:extLst>
      <p:ext uri="{BB962C8B-B14F-4D97-AF65-F5344CB8AC3E}">
        <p14:creationId xmlns:p14="http://schemas.microsoft.com/office/powerpoint/2010/main" val="19818298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ABLE_BEAUTIFY" val="smartTable{1e4f6ee2-3462-4427-b4b1-57b0616dec59}"/>
</p:tagLst>
</file>

<file path=ppt/theme/theme1.xml><?xml version="1.0" encoding="utf-8"?>
<a:theme xmlns:a="http://schemas.openxmlformats.org/drawingml/2006/main" name="Office 主题​​">
  <a:themeElements>
    <a:clrScheme name="西大模板">
      <a:dk1>
        <a:sysClr val="windowText" lastClr="000000"/>
      </a:dk1>
      <a:lt1>
        <a:sysClr val="window" lastClr="FFFFFF"/>
      </a:lt1>
      <a:dk2>
        <a:srgbClr val="44546A"/>
      </a:dk2>
      <a:lt2>
        <a:srgbClr val="E7E6E6"/>
      </a:lt2>
      <a:accent1>
        <a:srgbClr val="034C9C"/>
      </a:accent1>
      <a:accent2>
        <a:srgbClr val="FFA405"/>
      </a:accent2>
      <a:accent3>
        <a:srgbClr val="B5B5B5"/>
      </a:accent3>
      <a:accent4>
        <a:srgbClr val="D4D9DD"/>
      </a:accent4>
      <a:accent5>
        <a:srgbClr val="66BE96"/>
      </a:accent5>
      <a:accent6>
        <a:srgbClr val="104685"/>
      </a:accent6>
      <a:hlink>
        <a:srgbClr val="0563C1"/>
      </a:hlink>
      <a:folHlink>
        <a:srgbClr val="954F72"/>
      </a:folHlink>
    </a:clrScheme>
    <a:fontScheme name="西大模板">
      <a:majorFont>
        <a:latin typeface="Segoe UI Black"/>
        <a:ea typeface="思源宋体 CN Heavy"/>
        <a:cs typeface=""/>
      </a:majorFont>
      <a:minorFont>
        <a:latin typeface="Segoe UI Ligh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30000"/>
          </a:lnSpc>
          <a:defRPr sz="2000" dirty="0" smtClean="0">
            <a:latin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2062</Words>
  <Application>Microsoft Office PowerPoint</Application>
  <PresentationFormat>宽屏</PresentationFormat>
  <Paragraphs>140</Paragraphs>
  <Slides>17</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17</vt:i4>
      </vt:variant>
    </vt:vector>
  </HeadingPairs>
  <TitlesOfParts>
    <vt:vector size="26" baseType="lpstr">
      <vt:lpstr>管峻楷书简体</vt:lpstr>
      <vt:lpstr>思源黑体 CN ExtraLight</vt:lpstr>
      <vt:lpstr>微软雅黑</vt:lpstr>
      <vt:lpstr>微软雅黑 Light</vt:lpstr>
      <vt:lpstr>Arial</vt:lpstr>
      <vt:lpstr>Segoe UI</vt:lpstr>
      <vt:lpstr>Segoe UI Black</vt:lpstr>
      <vt:lpstr>Segoe UI 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锅炉爷爷</dc:creator>
  <cp:lastModifiedBy>xinyi wang</cp:lastModifiedBy>
  <cp:revision>18</cp:revision>
  <dcterms:created xsi:type="dcterms:W3CDTF">2020-05-19T03:32:43Z</dcterms:created>
  <dcterms:modified xsi:type="dcterms:W3CDTF">2025-11-26T12:16:33Z</dcterms:modified>
</cp:coreProperties>
</file>