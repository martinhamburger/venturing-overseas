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364" r:id="rId3"/>
    <p:sldId id="365" r:id="rId4"/>
    <p:sldId id="366" r:id="rId5"/>
    <p:sldId id="367" r:id="rId6"/>
    <p:sldId id="284" r:id="rId7"/>
    <p:sldId id="278" r:id="rId8"/>
    <p:sldId id="285" r:id="rId9"/>
    <p:sldId id="279" r:id="rId10"/>
    <p:sldId id="286" r:id="rId11"/>
    <p:sldId id="280" r:id="rId12"/>
    <p:sldId id="287" r:id="rId13"/>
    <p:sldId id="281" r:id="rId14"/>
    <p:sldId id="288" r:id="rId15"/>
    <p:sldId id="283" r:id="rId16"/>
    <p:sldId id="28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32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丰田汽车产量统计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本土产量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3415864</c:v>
                </c:pt>
                <c:pt idx="1">
                  <c:v>2877962</c:v>
                </c:pt>
                <c:pt idx="2">
                  <c:v>2656009</c:v>
                </c:pt>
                <c:pt idx="3">
                  <c:v>3370752</c:v>
                </c:pt>
                <c:pt idx="4">
                  <c:v>3127951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06-453F-9BDA-CEC323ADAA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海外产量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5637653</c:v>
                </c:pt>
                <c:pt idx="1">
                  <c:v>5706023</c:v>
                </c:pt>
                <c:pt idx="2">
                  <c:v>6370704</c:v>
                </c:pt>
                <c:pt idx="3">
                  <c:v>6662419</c:v>
                </c:pt>
                <c:pt idx="4">
                  <c:v>6393525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06-453F-9BDA-CEC323ADA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92148960"/>
        <c:axId val="1492150400"/>
      </c:barChart>
      <c:catAx>
        <c:axId val="1492148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92150400"/>
        <c:crosses val="autoZero"/>
        <c:auto val="1"/>
        <c:lblAlgn val="ctr"/>
        <c:lblOffset val="100"/>
        <c:noMultiLvlLbl val="0"/>
      </c:catAx>
      <c:valAx>
        <c:axId val="149215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92148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4615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023F5D-5DA1-40D7-9BA8-6493DB1A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6471E8-54CB-4202-A3C6-90B01809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F77563-29B0-4356-A303-AE800B85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3E3C003-8E9C-4365-823C-82B7C5500835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C257D5DF-CE0E-4C99-985B-0B4C13D2B5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8" name="Freeform 20">
              <a:extLst>
                <a:ext uri="{FF2B5EF4-FFF2-40B4-BE49-F238E27FC236}">
                  <a16:creationId xmlns:a16="http://schemas.microsoft.com/office/drawing/2014/main" id="{5974DED5-33E1-49C1-AF8C-8B5F96507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CDD240BC-AA8E-4720-BAA8-8BA4C39FE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9A9F355C-7215-4E87-9E0A-CBAB62AE6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6BC2044B-E150-4A79-8D26-74FB2501B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25612C91-115E-4128-855F-10BD57AAE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16EF1DEE-0FED-4AA1-9700-3B6F1E1F0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AAF0374A-1288-4700-896B-86285883F4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5" name="Freeform 33">
              <a:extLst>
                <a:ext uri="{FF2B5EF4-FFF2-40B4-BE49-F238E27FC236}">
                  <a16:creationId xmlns:a16="http://schemas.microsoft.com/office/drawing/2014/main" id="{7D81EB79-E6D8-443B-9F25-3632F36DD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3830C7F-65F9-43AA-9355-6CAEDED93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7" name="Freeform 36">
              <a:extLst>
                <a:ext uri="{FF2B5EF4-FFF2-40B4-BE49-F238E27FC236}">
                  <a16:creationId xmlns:a16="http://schemas.microsoft.com/office/drawing/2014/main" id="{E76BFCB5-3408-4815-994A-C5FAA567D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8" name="Freeform 38">
              <a:extLst>
                <a:ext uri="{FF2B5EF4-FFF2-40B4-BE49-F238E27FC236}">
                  <a16:creationId xmlns:a16="http://schemas.microsoft.com/office/drawing/2014/main" id="{D6B762C4-5A72-4258-BCD6-5C2E1AE23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39">
              <a:extLst>
                <a:ext uri="{FF2B5EF4-FFF2-40B4-BE49-F238E27FC236}">
                  <a16:creationId xmlns:a16="http://schemas.microsoft.com/office/drawing/2014/main" id="{A0A4C5B5-789D-4B57-AB81-F1BECC99F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40">
              <a:extLst>
                <a:ext uri="{FF2B5EF4-FFF2-40B4-BE49-F238E27FC236}">
                  <a16:creationId xmlns:a16="http://schemas.microsoft.com/office/drawing/2014/main" id="{C4687E93-7A61-425A-AC28-D6A69E437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E77F7FB3-7D4B-4EE8-8C35-D8BEA5987A6F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AD29A9F-3345-4BDF-A499-439F172F09EA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CD5622-DE7E-4C1E-B6EA-708E11DA3CDB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896EB44-3B45-4E38-A7E0-31F9276BD6C7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F0DF9F5-CB0F-49DE-8417-B59A7FE49E32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2F6D0600-79C9-47D7-A603-9826D08A19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98C9D191-75C4-4AFA-B3AC-08AADC2886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24BE8ED6-9F15-4ADD-8CAE-31923EA147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920400D0-F830-4C39-983C-8595B8D47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9CE450E-939E-4F1D-8DA0-33C42F3245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614FF597-786A-488B-AAEE-43BA22BE8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3625BAE8-57FD-4A77-861D-AE8635915A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8E74C1B8-9A0B-4BD3-823D-9994C0353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1CE2847F-CDC1-43B3-A4B7-7816C379F1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3B95921D-5B97-42A6-9EF6-C8FDC6CA6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1F12BC9D-9E62-41B9-BA9A-48C04D1F48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0966FB55-6969-45AA-A00A-302DF34C63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B3BA570A-50BA-4498-9C53-46D2663A2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21">
                <a:extLst>
                  <a:ext uri="{FF2B5EF4-FFF2-40B4-BE49-F238E27FC236}">
                    <a16:creationId xmlns:a16="http://schemas.microsoft.com/office/drawing/2014/main" id="{B3566405-4CCC-421B-BCEA-0A6F29CA0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DC9A54A7-8E63-4315-81E2-F5F5BD20B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1B0E2042-A2FA-4FD3-A360-38FEABB0B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6116D539-A9F8-4621-8654-A2282E1C4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814CE22-16C9-4C83-AE88-3549CDA26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83831B9C-16B2-43D0-A1A4-97235E4BC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4FFF5076-0286-49F8-B969-71DC20845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DC4A2536-478A-4479-BBDB-C1A832F7C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304527B4-B693-42AD-8369-7FBF4CAC5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14307D10-7924-4F7B-9DC6-1785600E6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649EC69D-341B-4F89-8AFF-DDE0C6A96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32">
                <a:extLst>
                  <a:ext uri="{FF2B5EF4-FFF2-40B4-BE49-F238E27FC236}">
                    <a16:creationId xmlns:a16="http://schemas.microsoft.com/office/drawing/2014/main" id="{07866278-8AEC-49F6-A37A-E817DF8BE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33">
                <a:extLst>
                  <a:ext uri="{FF2B5EF4-FFF2-40B4-BE49-F238E27FC236}">
                    <a16:creationId xmlns:a16="http://schemas.microsoft.com/office/drawing/2014/main" id="{12C0D2F0-E8BA-4AD1-AEEF-213030E42D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34">
                <a:extLst>
                  <a:ext uri="{FF2B5EF4-FFF2-40B4-BE49-F238E27FC236}">
                    <a16:creationId xmlns:a16="http://schemas.microsoft.com/office/drawing/2014/main" id="{6DAED316-684A-46E7-9759-C10904887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46">
                <a:extLst>
                  <a:ext uri="{FF2B5EF4-FFF2-40B4-BE49-F238E27FC236}">
                    <a16:creationId xmlns:a16="http://schemas.microsoft.com/office/drawing/2014/main" id="{02060035-CFEA-41A1-8C7B-81DA62978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47">
                <a:extLst>
                  <a:ext uri="{FF2B5EF4-FFF2-40B4-BE49-F238E27FC236}">
                    <a16:creationId xmlns:a16="http://schemas.microsoft.com/office/drawing/2014/main" id="{C317904C-47FB-49E9-A6D2-441590594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48">
                <a:extLst>
                  <a:ext uri="{FF2B5EF4-FFF2-40B4-BE49-F238E27FC236}">
                    <a16:creationId xmlns:a16="http://schemas.microsoft.com/office/drawing/2014/main" id="{40FA5D6E-F0A2-442F-B276-FA3C18CDA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49">
                <a:extLst>
                  <a:ext uri="{FF2B5EF4-FFF2-40B4-BE49-F238E27FC236}">
                    <a16:creationId xmlns:a16="http://schemas.microsoft.com/office/drawing/2014/main" id="{33ECC6F9-472E-46D9-BF13-1EBCACCE2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50">
                <a:extLst>
                  <a:ext uri="{FF2B5EF4-FFF2-40B4-BE49-F238E27FC236}">
                    <a16:creationId xmlns:a16="http://schemas.microsoft.com/office/drawing/2014/main" id="{00F4D34E-1FD6-498C-A92C-4B9F5B2A0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51">
                <a:extLst>
                  <a:ext uri="{FF2B5EF4-FFF2-40B4-BE49-F238E27FC236}">
                    <a16:creationId xmlns:a16="http://schemas.microsoft.com/office/drawing/2014/main" id="{62E05761-4BE3-4596-BC7B-E843ED896F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52">
                <a:extLst>
                  <a:ext uri="{FF2B5EF4-FFF2-40B4-BE49-F238E27FC236}">
                    <a16:creationId xmlns:a16="http://schemas.microsoft.com/office/drawing/2014/main" id="{111A3351-C750-426B-A5B1-1EA92B4F4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53">
                <a:extLst>
                  <a:ext uri="{FF2B5EF4-FFF2-40B4-BE49-F238E27FC236}">
                    <a16:creationId xmlns:a16="http://schemas.microsoft.com/office/drawing/2014/main" id="{BFB3222C-C817-43E8-ABAD-7EC38B06B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54">
                <a:extLst>
                  <a:ext uri="{FF2B5EF4-FFF2-40B4-BE49-F238E27FC236}">
                    <a16:creationId xmlns:a16="http://schemas.microsoft.com/office/drawing/2014/main" id="{81F3035C-7082-4827-A287-B9945C199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55">
                <a:extLst>
                  <a:ext uri="{FF2B5EF4-FFF2-40B4-BE49-F238E27FC236}">
                    <a16:creationId xmlns:a16="http://schemas.microsoft.com/office/drawing/2014/main" id="{6BC705B7-36EF-4EE1-A9B9-FFFB8110EA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56">
                <a:extLst>
                  <a:ext uri="{FF2B5EF4-FFF2-40B4-BE49-F238E27FC236}">
                    <a16:creationId xmlns:a16="http://schemas.microsoft.com/office/drawing/2014/main" id="{D736225A-4414-430B-9F38-B5C05B527F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57">
                <a:extLst>
                  <a:ext uri="{FF2B5EF4-FFF2-40B4-BE49-F238E27FC236}">
                    <a16:creationId xmlns:a16="http://schemas.microsoft.com/office/drawing/2014/main" id="{7A41B186-F0F5-42FF-9D4A-C0979B626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58">
                <a:extLst>
                  <a:ext uri="{FF2B5EF4-FFF2-40B4-BE49-F238E27FC236}">
                    <a16:creationId xmlns:a16="http://schemas.microsoft.com/office/drawing/2014/main" id="{4E74C4E6-BA0A-498F-B7B1-985C9DBAB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7" name="文本占位符 65">
            <a:extLst>
              <a:ext uri="{FF2B5EF4-FFF2-40B4-BE49-F238E27FC236}">
                <a16:creationId xmlns:a16="http://schemas.microsoft.com/office/drawing/2014/main" id="{4723E697-2A10-4CB1-9E9F-12DB547B6ED2}"/>
              </a:ext>
            </a:extLst>
          </p:cNvPr>
          <p:cNvSpPr>
            <a:spLocks noGrp="1"/>
          </p:cNvSpPr>
          <p:nvPr userDrawn="1"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268088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58F70DE4-3F46-46A9-9520-7D8FE5C9C2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97285" cy="68580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0EAAF81-9622-4AE7-AEC1-E5632E7E127F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99A0C3B-3805-4A7D-B9DC-0D8A0BE50F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7073CEC-4568-407C-AF3F-63B02549D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5B520BC-633A-4CA1-ADFC-A4A5FE039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53033BF4-0785-47D2-989A-D7F798561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424A2B5-FDC9-46DD-A591-E66C22A6F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72EECE87-CD0D-461C-A293-7D248373E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1E15742-6979-490E-AF5E-60D97AFB6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9FB63A71-75C6-4761-8940-B5F9E94162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843875AC-443A-4F2A-9842-34472E458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2950644D-E3EB-4B66-A5D0-B4E6CA3AE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D9E0CE44-4DD0-4767-B8F4-D235B4D9D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7EEB2D62-F19A-4914-9E77-B761C6152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096BC77F-50E4-4042-BD45-153703BEB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79792CF4-A12B-414D-8340-0605C32A0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392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160D1C33-BEBD-457D-8305-3D9FD1FE61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5606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08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长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74041136-D26F-4DE3-9441-03C3B937527A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60A869CE-96BB-49EA-9D98-8FC3A38242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906A10DE-45C9-4F3A-A1D2-ADF7AF45B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772EE8A2-D191-42EC-A5FA-7CDD844C8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B84B6905-6EA5-495D-8253-F1F92C799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BA5404B5-5161-44D6-8A22-30926A0AA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F53C1378-A716-4564-823A-5C00E4C5C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86914F0F-EFE6-4CD3-9C32-7AFC15529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5612BB38-894B-469B-ADF4-854CA25A82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DB5AB023-FC7E-4BF6-8E4B-F15AB18B3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41C61E23-4A35-4BD9-8E18-93A218421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81D0AAD4-EF0F-4596-BA65-2F2F2E06C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D96F8AF7-B0F4-4544-A571-CE00A4ED7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B7A4DCDB-B18A-49F6-8D30-C19F24825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7" name="Freeform 40">
              <a:extLst>
                <a:ext uri="{FF2B5EF4-FFF2-40B4-BE49-F238E27FC236}">
                  <a16:creationId xmlns:a16="http://schemas.microsoft.com/office/drawing/2014/main" id="{05B6990D-6A15-492C-ABBB-277BC7E0C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3A72B7-D101-48AE-9E57-23C4D277A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79F216-2EA1-4947-9590-4EA8E4F9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77878E-846C-4E0B-94ED-C10E7AE4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3" name="图片占位符 22">
            <a:extLst>
              <a:ext uri="{FF2B5EF4-FFF2-40B4-BE49-F238E27FC236}">
                <a16:creationId xmlns:a16="http://schemas.microsoft.com/office/drawing/2014/main" id="{B6AB199A-6349-4779-B62A-DDD2D362AF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400" y="1130300"/>
            <a:ext cx="10858500" cy="2817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B86A77EB-4F1C-453E-B2A1-E46728EEFFF2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B2B9B9D3-3AA3-4019-B16F-FE0DB90D9600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716F929A-8B5D-4030-A951-E72B3EB30716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25291A66-5A29-4421-9953-B2BF3C27B646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B2099F41-4208-4647-A31E-98399862FCC9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64B5994A-180D-498A-BEEC-8341B5FA6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9">
                <a:extLst>
                  <a:ext uri="{FF2B5EF4-FFF2-40B4-BE49-F238E27FC236}">
                    <a16:creationId xmlns:a16="http://schemas.microsoft.com/office/drawing/2014/main" id="{2FE5B999-6ED1-43FF-A46F-1E58417AA6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Freeform 10">
                <a:extLst>
                  <a:ext uri="{FF2B5EF4-FFF2-40B4-BE49-F238E27FC236}">
                    <a16:creationId xmlns:a16="http://schemas.microsoft.com/office/drawing/2014/main" id="{A766AC95-9881-4E76-B444-5229E6664B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11">
                <a:extLst>
                  <a:ext uri="{FF2B5EF4-FFF2-40B4-BE49-F238E27FC236}">
                    <a16:creationId xmlns:a16="http://schemas.microsoft.com/office/drawing/2014/main" id="{82CE97B1-ACEB-461A-B3B0-E3B9863EBC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12">
                <a:extLst>
                  <a:ext uri="{FF2B5EF4-FFF2-40B4-BE49-F238E27FC236}">
                    <a16:creationId xmlns:a16="http://schemas.microsoft.com/office/drawing/2014/main" id="{6653162A-4542-492E-9077-A78E697D9D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13">
                <a:extLst>
                  <a:ext uri="{FF2B5EF4-FFF2-40B4-BE49-F238E27FC236}">
                    <a16:creationId xmlns:a16="http://schemas.microsoft.com/office/drawing/2014/main" id="{CAF05502-1758-4029-A257-FBB44707CD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14">
                <a:extLst>
                  <a:ext uri="{FF2B5EF4-FFF2-40B4-BE49-F238E27FC236}">
                    <a16:creationId xmlns:a16="http://schemas.microsoft.com/office/drawing/2014/main" id="{0E2CADD7-9B7A-42EB-B598-074DDF771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15">
                <a:extLst>
                  <a:ext uri="{FF2B5EF4-FFF2-40B4-BE49-F238E27FC236}">
                    <a16:creationId xmlns:a16="http://schemas.microsoft.com/office/drawing/2014/main" id="{2B9FC146-FE20-4359-89BB-2AA603517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16">
                <a:extLst>
                  <a:ext uri="{FF2B5EF4-FFF2-40B4-BE49-F238E27FC236}">
                    <a16:creationId xmlns:a16="http://schemas.microsoft.com/office/drawing/2014/main" id="{B72313B1-EE51-49E0-ADEA-E0F1B25C3A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17">
                <a:extLst>
                  <a:ext uri="{FF2B5EF4-FFF2-40B4-BE49-F238E27FC236}">
                    <a16:creationId xmlns:a16="http://schemas.microsoft.com/office/drawing/2014/main" id="{7D47685E-AAB7-49D3-9405-4DE6B7F405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18">
                <a:extLst>
                  <a:ext uri="{FF2B5EF4-FFF2-40B4-BE49-F238E27FC236}">
                    <a16:creationId xmlns:a16="http://schemas.microsoft.com/office/drawing/2014/main" id="{9A92B115-0302-4281-A250-5964870C40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19">
                <a:extLst>
                  <a:ext uri="{FF2B5EF4-FFF2-40B4-BE49-F238E27FC236}">
                    <a16:creationId xmlns:a16="http://schemas.microsoft.com/office/drawing/2014/main" id="{4D783779-E50A-4746-90EA-152768751F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20">
                <a:extLst>
                  <a:ext uri="{FF2B5EF4-FFF2-40B4-BE49-F238E27FC236}">
                    <a16:creationId xmlns:a16="http://schemas.microsoft.com/office/drawing/2014/main" id="{CBC74F99-DE89-4CBC-A20E-E5F21B8C2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Freeform 21">
                <a:extLst>
                  <a:ext uri="{FF2B5EF4-FFF2-40B4-BE49-F238E27FC236}">
                    <a16:creationId xmlns:a16="http://schemas.microsoft.com/office/drawing/2014/main" id="{4C41F27A-B43C-45FC-9D04-DE5396BDF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Freeform 22">
                <a:extLst>
                  <a:ext uri="{FF2B5EF4-FFF2-40B4-BE49-F238E27FC236}">
                    <a16:creationId xmlns:a16="http://schemas.microsoft.com/office/drawing/2014/main" id="{2E95E52E-2514-41EA-927D-CA1836233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Freeform 23">
                <a:extLst>
                  <a:ext uri="{FF2B5EF4-FFF2-40B4-BE49-F238E27FC236}">
                    <a16:creationId xmlns:a16="http://schemas.microsoft.com/office/drawing/2014/main" id="{F4E06CE0-5B51-4492-AC09-1DA2150E0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Freeform 24">
                <a:extLst>
                  <a:ext uri="{FF2B5EF4-FFF2-40B4-BE49-F238E27FC236}">
                    <a16:creationId xmlns:a16="http://schemas.microsoft.com/office/drawing/2014/main" id="{AE200FB6-E394-4CBE-BBAC-6CFFC1EF7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Freeform 25">
                <a:extLst>
                  <a:ext uri="{FF2B5EF4-FFF2-40B4-BE49-F238E27FC236}">
                    <a16:creationId xmlns:a16="http://schemas.microsoft.com/office/drawing/2014/main" id="{EB5F3FA7-AAF8-4B94-A7C4-3941467CB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Freeform 26">
                <a:extLst>
                  <a:ext uri="{FF2B5EF4-FFF2-40B4-BE49-F238E27FC236}">
                    <a16:creationId xmlns:a16="http://schemas.microsoft.com/office/drawing/2014/main" id="{377F19C3-84C6-430B-8C84-935DFC614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Freeform 27">
                <a:extLst>
                  <a:ext uri="{FF2B5EF4-FFF2-40B4-BE49-F238E27FC236}">
                    <a16:creationId xmlns:a16="http://schemas.microsoft.com/office/drawing/2014/main" id="{3D343494-DD0B-4221-8D6C-D277331DE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Freeform 28">
                <a:extLst>
                  <a:ext uri="{FF2B5EF4-FFF2-40B4-BE49-F238E27FC236}">
                    <a16:creationId xmlns:a16="http://schemas.microsoft.com/office/drawing/2014/main" id="{27635AE2-D10E-41D5-AD49-753167588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Freeform 29">
                <a:extLst>
                  <a:ext uri="{FF2B5EF4-FFF2-40B4-BE49-F238E27FC236}">
                    <a16:creationId xmlns:a16="http://schemas.microsoft.com/office/drawing/2014/main" id="{D817385B-F299-48F5-9D10-6231935135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Freeform 30">
                <a:extLst>
                  <a:ext uri="{FF2B5EF4-FFF2-40B4-BE49-F238E27FC236}">
                    <a16:creationId xmlns:a16="http://schemas.microsoft.com/office/drawing/2014/main" id="{61F633BF-DD0C-4AD2-9A1E-558B8D807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Freeform 31">
                <a:extLst>
                  <a:ext uri="{FF2B5EF4-FFF2-40B4-BE49-F238E27FC236}">
                    <a16:creationId xmlns:a16="http://schemas.microsoft.com/office/drawing/2014/main" id="{05E31462-4C3E-4DD0-B487-52F194725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Freeform 32">
                <a:extLst>
                  <a:ext uri="{FF2B5EF4-FFF2-40B4-BE49-F238E27FC236}">
                    <a16:creationId xmlns:a16="http://schemas.microsoft.com/office/drawing/2014/main" id="{B74A5FA6-C9C9-4FAD-B9D3-26B2CC7B9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33">
                <a:extLst>
                  <a:ext uri="{FF2B5EF4-FFF2-40B4-BE49-F238E27FC236}">
                    <a16:creationId xmlns:a16="http://schemas.microsoft.com/office/drawing/2014/main" id="{CE681D3C-E643-4C08-953A-F62523411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34">
                <a:extLst>
                  <a:ext uri="{FF2B5EF4-FFF2-40B4-BE49-F238E27FC236}">
                    <a16:creationId xmlns:a16="http://schemas.microsoft.com/office/drawing/2014/main" id="{187BE825-0BDA-4DD0-B169-54177A497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46">
                <a:extLst>
                  <a:ext uri="{FF2B5EF4-FFF2-40B4-BE49-F238E27FC236}">
                    <a16:creationId xmlns:a16="http://schemas.microsoft.com/office/drawing/2014/main" id="{E2E5BAE5-EB8C-48BA-86F7-0487D06E7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Freeform 47">
                <a:extLst>
                  <a:ext uri="{FF2B5EF4-FFF2-40B4-BE49-F238E27FC236}">
                    <a16:creationId xmlns:a16="http://schemas.microsoft.com/office/drawing/2014/main" id="{4E5972B3-2165-4298-9105-C7799893F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Freeform 48">
                <a:extLst>
                  <a:ext uri="{FF2B5EF4-FFF2-40B4-BE49-F238E27FC236}">
                    <a16:creationId xmlns:a16="http://schemas.microsoft.com/office/drawing/2014/main" id="{4C4196A4-8427-4DAB-9761-0B12B67CC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Freeform 49">
                <a:extLst>
                  <a:ext uri="{FF2B5EF4-FFF2-40B4-BE49-F238E27FC236}">
                    <a16:creationId xmlns:a16="http://schemas.microsoft.com/office/drawing/2014/main" id="{B24FBA4B-7066-43B5-8320-3319D944F6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Freeform 50">
                <a:extLst>
                  <a:ext uri="{FF2B5EF4-FFF2-40B4-BE49-F238E27FC236}">
                    <a16:creationId xmlns:a16="http://schemas.microsoft.com/office/drawing/2014/main" id="{03E7BC5B-C1D3-48F6-98AF-AC2FD6DB01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Freeform 51">
                <a:extLst>
                  <a:ext uri="{FF2B5EF4-FFF2-40B4-BE49-F238E27FC236}">
                    <a16:creationId xmlns:a16="http://schemas.microsoft.com/office/drawing/2014/main" id="{B058C00F-2719-44B1-91B9-0262D7AEF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Freeform 52">
                <a:extLst>
                  <a:ext uri="{FF2B5EF4-FFF2-40B4-BE49-F238E27FC236}">
                    <a16:creationId xmlns:a16="http://schemas.microsoft.com/office/drawing/2014/main" id="{FAC7740F-4D0B-4966-AE95-AFDD833FE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Freeform 53">
                <a:extLst>
                  <a:ext uri="{FF2B5EF4-FFF2-40B4-BE49-F238E27FC236}">
                    <a16:creationId xmlns:a16="http://schemas.microsoft.com/office/drawing/2014/main" id="{65EF3023-963B-4B75-B329-8A6DFA638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Freeform 54">
                <a:extLst>
                  <a:ext uri="{FF2B5EF4-FFF2-40B4-BE49-F238E27FC236}">
                    <a16:creationId xmlns:a16="http://schemas.microsoft.com/office/drawing/2014/main" id="{DCB4D492-8F86-4FD8-9E29-A198EE39F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Freeform 55">
                <a:extLst>
                  <a:ext uri="{FF2B5EF4-FFF2-40B4-BE49-F238E27FC236}">
                    <a16:creationId xmlns:a16="http://schemas.microsoft.com/office/drawing/2014/main" id="{740A9F7B-B444-4E32-927B-D8A19D6C03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Freeform 56">
                <a:extLst>
                  <a:ext uri="{FF2B5EF4-FFF2-40B4-BE49-F238E27FC236}">
                    <a16:creationId xmlns:a16="http://schemas.microsoft.com/office/drawing/2014/main" id="{CF9AD5D7-706E-41B8-BFE0-7FC9A1C415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Freeform 57">
                <a:extLst>
                  <a:ext uri="{FF2B5EF4-FFF2-40B4-BE49-F238E27FC236}">
                    <a16:creationId xmlns:a16="http://schemas.microsoft.com/office/drawing/2014/main" id="{9C17A9F5-81FA-4FCE-A442-B73F2F7F8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Freeform 58">
                <a:extLst>
                  <a:ext uri="{FF2B5EF4-FFF2-40B4-BE49-F238E27FC236}">
                    <a16:creationId xmlns:a16="http://schemas.microsoft.com/office/drawing/2014/main" id="{EF6FDF55-E089-4DBB-BC7F-5134AE59B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57" name="文本占位符 65">
            <a:extLst>
              <a:ext uri="{FF2B5EF4-FFF2-40B4-BE49-F238E27FC236}">
                <a16:creationId xmlns:a16="http://schemas.microsoft.com/office/drawing/2014/main" id="{15EF978C-D233-4FBC-8320-5FB7A9CA61B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369644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>
            <a:extLst>
              <a:ext uri="{FF2B5EF4-FFF2-40B4-BE49-F238E27FC236}">
                <a16:creationId xmlns:a16="http://schemas.microsoft.com/office/drawing/2014/main" id="{E6F7B20F-EF55-483B-8555-04CA4C04A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1301750"/>
            <a:ext cx="5243513" cy="46704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F108A6-7EAC-4504-8CC9-2040E9F2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B97241-2430-47C5-9847-2A5FA9AA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FC6D73-144B-41D6-A73B-8F3BD2AC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B11DFE2-A84D-4D03-9B27-B4F8B00B177C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985CD8C4-CA09-4CDB-8CA8-4B99CF425A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B83158DE-1DED-4CFA-A78B-B4E63CFF5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67F8350D-7C55-436A-9A17-0632C548B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C9AC71BC-F865-4547-AE03-A2128D3A7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C1FB9CC2-714A-490F-B7D4-3E6C63665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8B1BD9A2-68DB-42AE-81BE-13C2E028C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820559DB-5622-4AEC-AF14-DB0EB2417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4645B00C-B1A7-4616-9E8B-75A7575683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93E258CA-6976-483A-B1DE-EA72FEB09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B9A714BD-0B26-47BF-AEE9-2602D1996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B0D9DCA0-9AE7-40C1-A5B2-A71890974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FE53E166-F815-4284-A00F-262157C2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F9322739-097A-4ED5-AE6F-83D277E5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7" name="Freeform 40">
              <a:extLst>
                <a:ext uri="{FF2B5EF4-FFF2-40B4-BE49-F238E27FC236}">
                  <a16:creationId xmlns:a16="http://schemas.microsoft.com/office/drawing/2014/main" id="{A255E10F-A26C-4013-9D98-838BB0061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8B54DC34-0A52-4909-9DAF-B4D863303161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727D0EFE-0773-458D-951B-05868593BC5A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1C8D1E98-32E6-47FD-B4E0-AFB46CB23F70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7427EAD0-706E-4C3B-AC91-36CE8D18D77C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6E3A4095-5D7B-435F-9CED-C384A0F3CD72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>
                <a:extLst>
                  <a:ext uri="{FF2B5EF4-FFF2-40B4-BE49-F238E27FC236}">
                    <a16:creationId xmlns:a16="http://schemas.microsoft.com/office/drawing/2014/main" id="{432C5514-9B34-4499-A27D-F8389F45CF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9">
                <a:extLst>
                  <a:ext uri="{FF2B5EF4-FFF2-40B4-BE49-F238E27FC236}">
                    <a16:creationId xmlns:a16="http://schemas.microsoft.com/office/drawing/2014/main" id="{35DB8A7C-4F71-4296-AD16-A91A4545D4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0">
                <a:extLst>
                  <a:ext uri="{FF2B5EF4-FFF2-40B4-BE49-F238E27FC236}">
                    <a16:creationId xmlns:a16="http://schemas.microsoft.com/office/drawing/2014/main" id="{8656E463-41BF-4B32-B9AD-C51BA0B1E9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1">
                <a:extLst>
                  <a:ext uri="{FF2B5EF4-FFF2-40B4-BE49-F238E27FC236}">
                    <a16:creationId xmlns:a16="http://schemas.microsoft.com/office/drawing/2014/main" id="{E50E5EEE-1A89-425F-9C56-37A02B0AE5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2">
                <a:extLst>
                  <a:ext uri="{FF2B5EF4-FFF2-40B4-BE49-F238E27FC236}">
                    <a16:creationId xmlns:a16="http://schemas.microsoft.com/office/drawing/2014/main" id="{7F337DCB-390B-4104-8633-0B8F660BEA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3">
                <a:extLst>
                  <a:ext uri="{FF2B5EF4-FFF2-40B4-BE49-F238E27FC236}">
                    <a16:creationId xmlns:a16="http://schemas.microsoft.com/office/drawing/2014/main" id="{11F645B1-84DD-47F9-AE23-E075CB0B5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4">
                <a:extLst>
                  <a:ext uri="{FF2B5EF4-FFF2-40B4-BE49-F238E27FC236}">
                    <a16:creationId xmlns:a16="http://schemas.microsoft.com/office/drawing/2014/main" id="{444D0672-6277-4EE3-A4A7-0F7335F3C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5">
                <a:extLst>
                  <a:ext uri="{FF2B5EF4-FFF2-40B4-BE49-F238E27FC236}">
                    <a16:creationId xmlns:a16="http://schemas.microsoft.com/office/drawing/2014/main" id="{66CAA7A3-F00A-489D-B540-150D1D430C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16">
                <a:extLst>
                  <a:ext uri="{FF2B5EF4-FFF2-40B4-BE49-F238E27FC236}">
                    <a16:creationId xmlns:a16="http://schemas.microsoft.com/office/drawing/2014/main" id="{7CB282AD-75A0-4651-B433-5D30085021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17">
                <a:extLst>
                  <a:ext uri="{FF2B5EF4-FFF2-40B4-BE49-F238E27FC236}">
                    <a16:creationId xmlns:a16="http://schemas.microsoft.com/office/drawing/2014/main" id="{C42CFDE9-55B3-4A1B-91B4-4C3DCDE06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18">
                <a:extLst>
                  <a:ext uri="{FF2B5EF4-FFF2-40B4-BE49-F238E27FC236}">
                    <a16:creationId xmlns:a16="http://schemas.microsoft.com/office/drawing/2014/main" id="{91A5A770-818D-431D-937A-FA379400EF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19">
                <a:extLst>
                  <a:ext uri="{FF2B5EF4-FFF2-40B4-BE49-F238E27FC236}">
                    <a16:creationId xmlns:a16="http://schemas.microsoft.com/office/drawing/2014/main" id="{97CA9984-1ED5-40FD-BDE3-D003923481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0">
                <a:extLst>
                  <a:ext uri="{FF2B5EF4-FFF2-40B4-BE49-F238E27FC236}">
                    <a16:creationId xmlns:a16="http://schemas.microsoft.com/office/drawing/2014/main" id="{ED37B6CC-508A-4BBA-899B-51BE3430D5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1">
                <a:extLst>
                  <a:ext uri="{FF2B5EF4-FFF2-40B4-BE49-F238E27FC236}">
                    <a16:creationId xmlns:a16="http://schemas.microsoft.com/office/drawing/2014/main" id="{5D9D939F-9C9C-4372-9DA0-882B0CE483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2">
                <a:extLst>
                  <a:ext uri="{FF2B5EF4-FFF2-40B4-BE49-F238E27FC236}">
                    <a16:creationId xmlns:a16="http://schemas.microsoft.com/office/drawing/2014/main" id="{6E3B3323-808D-498B-8EAC-A6D4159E78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3">
                <a:extLst>
                  <a:ext uri="{FF2B5EF4-FFF2-40B4-BE49-F238E27FC236}">
                    <a16:creationId xmlns:a16="http://schemas.microsoft.com/office/drawing/2014/main" id="{87DF0996-2298-4A4B-929F-DAC3629EB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4">
                <a:extLst>
                  <a:ext uri="{FF2B5EF4-FFF2-40B4-BE49-F238E27FC236}">
                    <a16:creationId xmlns:a16="http://schemas.microsoft.com/office/drawing/2014/main" id="{864CF228-7FB1-49BF-AFBA-76AFD4D02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25">
                <a:extLst>
                  <a:ext uri="{FF2B5EF4-FFF2-40B4-BE49-F238E27FC236}">
                    <a16:creationId xmlns:a16="http://schemas.microsoft.com/office/drawing/2014/main" id="{4C01A230-24F9-4CC5-9630-A86E3B6F8C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26">
                <a:extLst>
                  <a:ext uri="{FF2B5EF4-FFF2-40B4-BE49-F238E27FC236}">
                    <a16:creationId xmlns:a16="http://schemas.microsoft.com/office/drawing/2014/main" id="{475EFC63-C61C-4092-ACF3-A66048B42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27">
                <a:extLst>
                  <a:ext uri="{FF2B5EF4-FFF2-40B4-BE49-F238E27FC236}">
                    <a16:creationId xmlns:a16="http://schemas.microsoft.com/office/drawing/2014/main" id="{1DF433C8-23D7-4B3E-9EF3-9144DFD04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28">
                <a:extLst>
                  <a:ext uri="{FF2B5EF4-FFF2-40B4-BE49-F238E27FC236}">
                    <a16:creationId xmlns:a16="http://schemas.microsoft.com/office/drawing/2014/main" id="{487AF9D9-6A0A-422D-817A-F33A6DB7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29">
                <a:extLst>
                  <a:ext uri="{FF2B5EF4-FFF2-40B4-BE49-F238E27FC236}">
                    <a16:creationId xmlns:a16="http://schemas.microsoft.com/office/drawing/2014/main" id="{DED8AFED-73C3-461B-888C-AA2D8FBCE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30">
                <a:extLst>
                  <a:ext uri="{FF2B5EF4-FFF2-40B4-BE49-F238E27FC236}">
                    <a16:creationId xmlns:a16="http://schemas.microsoft.com/office/drawing/2014/main" id="{8BF6B89F-276A-4870-8F7E-179E2B30E9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31">
                <a:extLst>
                  <a:ext uri="{FF2B5EF4-FFF2-40B4-BE49-F238E27FC236}">
                    <a16:creationId xmlns:a16="http://schemas.microsoft.com/office/drawing/2014/main" id="{0721FC16-5467-4F11-93E4-456B5BD70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32">
                <a:extLst>
                  <a:ext uri="{FF2B5EF4-FFF2-40B4-BE49-F238E27FC236}">
                    <a16:creationId xmlns:a16="http://schemas.microsoft.com/office/drawing/2014/main" id="{238C4FC7-9D29-4E68-842B-6BEE1B13AB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33">
                <a:extLst>
                  <a:ext uri="{FF2B5EF4-FFF2-40B4-BE49-F238E27FC236}">
                    <a16:creationId xmlns:a16="http://schemas.microsoft.com/office/drawing/2014/main" id="{8022D624-52E1-4BBD-99C7-FB62A781E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34">
                <a:extLst>
                  <a:ext uri="{FF2B5EF4-FFF2-40B4-BE49-F238E27FC236}">
                    <a16:creationId xmlns:a16="http://schemas.microsoft.com/office/drawing/2014/main" id="{D9089CB4-20A3-42CE-B15B-EE0274D58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46">
                <a:extLst>
                  <a:ext uri="{FF2B5EF4-FFF2-40B4-BE49-F238E27FC236}">
                    <a16:creationId xmlns:a16="http://schemas.microsoft.com/office/drawing/2014/main" id="{E7B71761-1E81-4443-B9DF-7504D17BE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47">
                <a:extLst>
                  <a:ext uri="{FF2B5EF4-FFF2-40B4-BE49-F238E27FC236}">
                    <a16:creationId xmlns:a16="http://schemas.microsoft.com/office/drawing/2014/main" id="{3594B505-B142-4F77-95C0-042B8F09F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48">
                <a:extLst>
                  <a:ext uri="{FF2B5EF4-FFF2-40B4-BE49-F238E27FC236}">
                    <a16:creationId xmlns:a16="http://schemas.microsoft.com/office/drawing/2014/main" id="{4B465C86-0764-44AD-BAC1-4CBF2A193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49">
                <a:extLst>
                  <a:ext uri="{FF2B5EF4-FFF2-40B4-BE49-F238E27FC236}">
                    <a16:creationId xmlns:a16="http://schemas.microsoft.com/office/drawing/2014/main" id="{74038C08-FE27-4E8D-AD25-40F1E4BAD8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0">
                <a:extLst>
                  <a:ext uri="{FF2B5EF4-FFF2-40B4-BE49-F238E27FC236}">
                    <a16:creationId xmlns:a16="http://schemas.microsoft.com/office/drawing/2014/main" id="{EB63B124-60E6-40AA-BD42-BF3F6AFF35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1">
                <a:extLst>
                  <a:ext uri="{FF2B5EF4-FFF2-40B4-BE49-F238E27FC236}">
                    <a16:creationId xmlns:a16="http://schemas.microsoft.com/office/drawing/2014/main" id="{E140D2C5-2FC4-44C1-A84D-1EF8ACCB7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2">
                <a:extLst>
                  <a:ext uri="{FF2B5EF4-FFF2-40B4-BE49-F238E27FC236}">
                    <a16:creationId xmlns:a16="http://schemas.microsoft.com/office/drawing/2014/main" id="{15CA1E90-78F6-430E-BF2C-F57CE93C3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53">
                <a:extLst>
                  <a:ext uri="{FF2B5EF4-FFF2-40B4-BE49-F238E27FC236}">
                    <a16:creationId xmlns:a16="http://schemas.microsoft.com/office/drawing/2014/main" id="{668FA062-D5F8-4784-BA4C-DD0997E14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54">
                <a:extLst>
                  <a:ext uri="{FF2B5EF4-FFF2-40B4-BE49-F238E27FC236}">
                    <a16:creationId xmlns:a16="http://schemas.microsoft.com/office/drawing/2014/main" id="{231656A7-DCAB-4877-B722-7CFA5BC756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55">
                <a:extLst>
                  <a:ext uri="{FF2B5EF4-FFF2-40B4-BE49-F238E27FC236}">
                    <a16:creationId xmlns:a16="http://schemas.microsoft.com/office/drawing/2014/main" id="{089D9780-9670-40D8-863B-118510D2BB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56">
                <a:extLst>
                  <a:ext uri="{FF2B5EF4-FFF2-40B4-BE49-F238E27FC236}">
                    <a16:creationId xmlns:a16="http://schemas.microsoft.com/office/drawing/2014/main" id="{61BCDD3C-0CE7-42AC-BD6A-BE81201112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57">
                <a:extLst>
                  <a:ext uri="{FF2B5EF4-FFF2-40B4-BE49-F238E27FC236}">
                    <a16:creationId xmlns:a16="http://schemas.microsoft.com/office/drawing/2014/main" id="{D4A99035-160A-40D4-B22D-9D84747ED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58">
                <a:extLst>
                  <a:ext uri="{FF2B5EF4-FFF2-40B4-BE49-F238E27FC236}">
                    <a16:creationId xmlns:a16="http://schemas.microsoft.com/office/drawing/2014/main" id="{C102C314-FB02-4C78-8F04-BE65D8663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>
            <a:extLst>
              <a:ext uri="{FF2B5EF4-FFF2-40B4-BE49-F238E27FC236}">
                <a16:creationId xmlns:a16="http://schemas.microsoft.com/office/drawing/2014/main" id="{317476C1-9512-4939-83E4-D52BF9FA1D9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1905362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481B125D-1EB9-4E3C-9071-E3D11BAFE226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0994F04D-BDBC-4A61-BE97-54FC0AF0A0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7" name="Freeform 20">
              <a:extLst>
                <a:ext uri="{FF2B5EF4-FFF2-40B4-BE49-F238E27FC236}">
                  <a16:creationId xmlns:a16="http://schemas.microsoft.com/office/drawing/2014/main" id="{61D48748-6AA0-4848-AB9F-1BC8DCD9F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C8235290-5334-479D-996D-75FACAE50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EFCBF819-0F1F-42BD-A2DE-1D3709603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FFEDB543-40B9-4C3A-9326-967415FDB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19B48D97-71AE-487B-841E-6E4B7CC24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DEF32C03-DCD6-401E-B0F3-7269C36C2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9E960CAB-5EF5-4ADA-B934-777CEF453F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8B924A52-0C8F-442F-BF6F-E1C5F12AF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6E336577-CB02-4D9B-8B19-5E4A87C15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FDC758B6-B0D7-4D96-8829-89384EBC3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9A88D2F3-6271-494A-8E50-76E7B8458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C3565EC9-454C-4933-AF50-9696CBF42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AFF28B5A-E7D4-430E-8DD2-785511615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18" name="图片占位符 16">
            <a:extLst>
              <a:ext uri="{FF2B5EF4-FFF2-40B4-BE49-F238E27FC236}">
                <a16:creationId xmlns:a16="http://schemas.microsoft.com/office/drawing/2014/main" id="{7943FC7D-C8F3-4BE5-A034-2C496A5EDA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98494" y="3681942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31C487E0-4ADD-4432-B6D1-FFA5CE5275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338" y="1123950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E71EF4-54CB-4801-852D-AED794C3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37B485-8FF5-4CC3-BDCF-A7D367ECB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9F4718-D7D2-486A-ACF0-90AEF265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CC33E79-78DC-413F-AB98-58FBEF9F8339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6F0E2D7F-223B-4E42-95F9-6BFB7B4E3CB4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49821573-502D-472C-971F-65E5131308DD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11945D2C-56DB-4DEA-8ADE-A74CA2B7DBD6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834D053F-1303-4F83-8693-AB1D11CC6593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>
                <a:extLst>
                  <a:ext uri="{FF2B5EF4-FFF2-40B4-BE49-F238E27FC236}">
                    <a16:creationId xmlns:a16="http://schemas.microsoft.com/office/drawing/2014/main" id="{4EE6C00E-E2EA-4476-AD24-7F64CA41BA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9">
                <a:extLst>
                  <a:ext uri="{FF2B5EF4-FFF2-40B4-BE49-F238E27FC236}">
                    <a16:creationId xmlns:a16="http://schemas.microsoft.com/office/drawing/2014/main" id="{2329C249-C0FC-480A-8865-31E6EDA1F4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0">
                <a:extLst>
                  <a:ext uri="{FF2B5EF4-FFF2-40B4-BE49-F238E27FC236}">
                    <a16:creationId xmlns:a16="http://schemas.microsoft.com/office/drawing/2014/main" id="{1860EE36-7A6F-444E-A4E8-4FAD22817D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1">
                <a:extLst>
                  <a:ext uri="{FF2B5EF4-FFF2-40B4-BE49-F238E27FC236}">
                    <a16:creationId xmlns:a16="http://schemas.microsoft.com/office/drawing/2014/main" id="{0938E48B-C1CD-4984-AE4E-CEB47A7101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2">
                <a:extLst>
                  <a:ext uri="{FF2B5EF4-FFF2-40B4-BE49-F238E27FC236}">
                    <a16:creationId xmlns:a16="http://schemas.microsoft.com/office/drawing/2014/main" id="{19345389-3C36-4859-ACD9-FA02FC3BA5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3">
                <a:extLst>
                  <a:ext uri="{FF2B5EF4-FFF2-40B4-BE49-F238E27FC236}">
                    <a16:creationId xmlns:a16="http://schemas.microsoft.com/office/drawing/2014/main" id="{486408FE-2441-4509-8970-CE0A6F81C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4">
                <a:extLst>
                  <a:ext uri="{FF2B5EF4-FFF2-40B4-BE49-F238E27FC236}">
                    <a16:creationId xmlns:a16="http://schemas.microsoft.com/office/drawing/2014/main" id="{15924078-3531-46B1-895C-EF8D35C3F5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5">
                <a:extLst>
                  <a:ext uri="{FF2B5EF4-FFF2-40B4-BE49-F238E27FC236}">
                    <a16:creationId xmlns:a16="http://schemas.microsoft.com/office/drawing/2014/main" id="{ACA7318B-E09B-47E3-9B0E-C43586F71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16">
                <a:extLst>
                  <a:ext uri="{FF2B5EF4-FFF2-40B4-BE49-F238E27FC236}">
                    <a16:creationId xmlns:a16="http://schemas.microsoft.com/office/drawing/2014/main" id="{A3559D0F-5F1D-4E7C-B81F-CCA39FA2618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17">
                <a:extLst>
                  <a:ext uri="{FF2B5EF4-FFF2-40B4-BE49-F238E27FC236}">
                    <a16:creationId xmlns:a16="http://schemas.microsoft.com/office/drawing/2014/main" id="{AB05E9D1-ADB8-4804-9BDB-0FA0B60AD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18">
                <a:extLst>
                  <a:ext uri="{FF2B5EF4-FFF2-40B4-BE49-F238E27FC236}">
                    <a16:creationId xmlns:a16="http://schemas.microsoft.com/office/drawing/2014/main" id="{4AC89B66-D399-4EBA-8987-F109A35D33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19">
                <a:extLst>
                  <a:ext uri="{FF2B5EF4-FFF2-40B4-BE49-F238E27FC236}">
                    <a16:creationId xmlns:a16="http://schemas.microsoft.com/office/drawing/2014/main" id="{EF63A5F8-BC3C-4834-A14C-8A5E07CFC2A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0">
                <a:extLst>
                  <a:ext uri="{FF2B5EF4-FFF2-40B4-BE49-F238E27FC236}">
                    <a16:creationId xmlns:a16="http://schemas.microsoft.com/office/drawing/2014/main" id="{D0482388-EB57-438A-9164-FDFCB661CB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1">
                <a:extLst>
                  <a:ext uri="{FF2B5EF4-FFF2-40B4-BE49-F238E27FC236}">
                    <a16:creationId xmlns:a16="http://schemas.microsoft.com/office/drawing/2014/main" id="{347AD7CD-A176-48D6-888A-20728BB31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2">
                <a:extLst>
                  <a:ext uri="{FF2B5EF4-FFF2-40B4-BE49-F238E27FC236}">
                    <a16:creationId xmlns:a16="http://schemas.microsoft.com/office/drawing/2014/main" id="{96F0CA2D-DF67-46C6-95DE-C962EFC5A5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3">
                <a:extLst>
                  <a:ext uri="{FF2B5EF4-FFF2-40B4-BE49-F238E27FC236}">
                    <a16:creationId xmlns:a16="http://schemas.microsoft.com/office/drawing/2014/main" id="{E2B74095-BE12-46BA-8ADE-B2A9B58F5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4">
                <a:extLst>
                  <a:ext uri="{FF2B5EF4-FFF2-40B4-BE49-F238E27FC236}">
                    <a16:creationId xmlns:a16="http://schemas.microsoft.com/office/drawing/2014/main" id="{FF7E4F44-E88E-4E7C-9328-D251AE231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25">
                <a:extLst>
                  <a:ext uri="{FF2B5EF4-FFF2-40B4-BE49-F238E27FC236}">
                    <a16:creationId xmlns:a16="http://schemas.microsoft.com/office/drawing/2014/main" id="{32AACF93-8184-4804-AB9F-E336AA5ED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26">
                <a:extLst>
                  <a:ext uri="{FF2B5EF4-FFF2-40B4-BE49-F238E27FC236}">
                    <a16:creationId xmlns:a16="http://schemas.microsoft.com/office/drawing/2014/main" id="{D432E4D6-1B74-4166-9FB9-9F22BA29F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27">
                <a:extLst>
                  <a:ext uri="{FF2B5EF4-FFF2-40B4-BE49-F238E27FC236}">
                    <a16:creationId xmlns:a16="http://schemas.microsoft.com/office/drawing/2014/main" id="{A8610602-51C5-41CD-B8D7-32402164C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28">
                <a:extLst>
                  <a:ext uri="{FF2B5EF4-FFF2-40B4-BE49-F238E27FC236}">
                    <a16:creationId xmlns:a16="http://schemas.microsoft.com/office/drawing/2014/main" id="{3FAF1A0F-4959-43AE-AE7F-2E15737C9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29">
                <a:extLst>
                  <a:ext uri="{FF2B5EF4-FFF2-40B4-BE49-F238E27FC236}">
                    <a16:creationId xmlns:a16="http://schemas.microsoft.com/office/drawing/2014/main" id="{DD342581-DD61-433E-9E95-4DD44588C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30">
                <a:extLst>
                  <a:ext uri="{FF2B5EF4-FFF2-40B4-BE49-F238E27FC236}">
                    <a16:creationId xmlns:a16="http://schemas.microsoft.com/office/drawing/2014/main" id="{0E1F54C3-EAB3-446F-B49A-C873692DA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31">
                <a:extLst>
                  <a:ext uri="{FF2B5EF4-FFF2-40B4-BE49-F238E27FC236}">
                    <a16:creationId xmlns:a16="http://schemas.microsoft.com/office/drawing/2014/main" id="{3EA9BBE9-BE23-442A-85C9-4EDF449D5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32">
                <a:extLst>
                  <a:ext uri="{FF2B5EF4-FFF2-40B4-BE49-F238E27FC236}">
                    <a16:creationId xmlns:a16="http://schemas.microsoft.com/office/drawing/2014/main" id="{B7F36112-62CC-46B9-950D-B979712EA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33">
                <a:extLst>
                  <a:ext uri="{FF2B5EF4-FFF2-40B4-BE49-F238E27FC236}">
                    <a16:creationId xmlns:a16="http://schemas.microsoft.com/office/drawing/2014/main" id="{E85471A4-1A82-4F7A-9793-DCF02507F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34">
                <a:extLst>
                  <a:ext uri="{FF2B5EF4-FFF2-40B4-BE49-F238E27FC236}">
                    <a16:creationId xmlns:a16="http://schemas.microsoft.com/office/drawing/2014/main" id="{D8E0AF39-488A-4EB1-BE5C-16E5C9774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46">
                <a:extLst>
                  <a:ext uri="{FF2B5EF4-FFF2-40B4-BE49-F238E27FC236}">
                    <a16:creationId xmlns:a16="http://schemas.microsoft.com/office/drawing/2014/main" id="{C7C841A7-162E-424A-95FA-1A17977F5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47">
                <a:extLst>
                  <a:ext uri="{FF2B5EF4-FFF2-40B4-BE49-F238E27FC236}">
                    <a16:creationId xmlns:a16="http://schemas.microsoft.com/office/drawing/2014/main" id="{462C43BC-C32F-4725-AF24-9A3E58153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48">
                <a:extLst>
                  <a:ext uri="{FF2B5EF4-FFF2-40B4-BE49-F238E27FC236}">
                    <a16:creationId xmlns:a16="http://schemas.microsoft.com/office/drawing/2014/main" id="{6CACE1CB-653A-45CB-866B-F1951B38E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49">
                <a:extLst>
                  <a:ext uri="{FF2B5EF4-FFF2-40B4-BE49-F238E27FC236}">
                    <a16:creationId xmlns:a16="http://schemas.microsoft.com/office/drawing/2014/main" id="{4C97E765-7385-48AE-A31E-7E708A25B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0">
                <a:extLst>
                  <a:ext uri="{FF2B5EF4-FFF2-40B4-BE49-F238E27FC236}">
                    <a16:creationId xmlns:a16="http://schemas.microsoft.com/office/drawing/2014/main" id="{BB91DBA2-E47F-495C-BFFD-75C8BD5B1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1">
                <a:extLst>
                  <a:ext uri="{FF2B5EF4-FFF2-40B4-BE49-F238E27FC236}">
                    <a16:creationId xmlns:a16="http://schemas.microsoft.com/office/drawing/2014/main" id="{4440DF01-A024-4055-8E85-1E2B98A2E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2">
                <a:extLst>
                  <a:ext uri="{FF2B5EF4-FFF2-40B4-BE49-F238E27FC236}">
                    <a16:creationId xmlns:a16="http://schemas.microsoft.com/office/drawing/2014/main" id="{3F360BC4-C8CA-486F-B254-633A83BF9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53">
                <a:extLst>
                  <a:ext uri="{FF2B5EF4-FFF2-40B4-BE49-F238E27FC236}">
                    <a16:creationId xmlns:a16="http://schemas.microsoft.com/office/drawing/2014/main" id="{A94CF489-FDC8-4982-B093-5005C4DE3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54">
                <a:extLst>
                  <a:ext uri="{FF2B5EF4-FFF2-40B4-BE49-F238E27FC236}">
                    <a16:creationId xmlns:a16="http://schemas.microsoft.com/office/drawing/2014/main" id="{7478BD5A-D71B-4BE3-9432-800BDB147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55">
                <a:extLst>
                  <a:ext uri="{FF2B5EF4-FFF2-40B4-BE49-F238E27FC236}">
                    <a16:creationId xmlns:a16="http://schemas.microsoft.com/office/drawing/2014/main" id="{6F786C8C-1627-4700-83AB-2EE6C5E289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56">
                <a:extLst>
                  <a:ext uri="{FF2B5EF4-FFF2-40B4-BE49-F238E27FC236}">
                    <a16:creationId xmlns:a16="http://schemas.microsoft.com/office/drawing/2014/main" id="{8E6365E3-B4CE-4154-8BF2-D2BFD1E110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57">
                <a:extLst>
                  <a:ext uri="{FF2B5EF4-FFF2-40B4-BE49-F238E27FC236}">
                    <a16:creationId xmlns:a16="http://schemas.microsoft.com/office/drawing/2014/main" id="{F5080B87-F137-4F1D-B7CC-39599BC5F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58">
                <a:extLst>
                  <a:ext uri="{FF2B5EF4-FFF2-40B4-BE49-F238E27FC236}">
                    <a16:creationId xmlns:a16="http://schemas.microsoft.com/office/drawing/2014/main" id="{E0B2EB43-B5EA-49DF-8387-021AD2303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>
            <a:extLst>
              <a:ext uri="{FF2B5EF4-FFF2-40B4-BE49-F238E27FC236}">
                <a16:creationId xmlns:a16="http://schemas.microsoft.com/office/drawing/2014/main" id="{62810C37-A594-447D-9AF3-2D9B413DE4D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304858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5ACFA262-9802-473C-819D-C85BD949A5E5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F5226A24-083D-465C-A2C8-4D378AABF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5" name="Freeform 20">
              <a:extLst>
                <a:ext uri="{FF2B5EF4-FFF2-40B4-BE49-F238E27FC236}">
                  <a16:creationId xmlns:a16="http://schemas.microsoft.com/office/drawing/2014/main" id="{1E4953C3-E57F-4F10-912D-C6A2FA9A5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BB7B2D30-64B6-4D04-A31A-AB13ED3DA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7" name="Freeform 23">
              <a:extLst>
                <a:ext uri="{FF2B5EF4-FFF2-40B4-BE49-F238E27FC236}">
                  <a16:creationId xmlns:a16="http://schemas.microsoft.com/office/drawing/2014/main" id="{1387D953-FEA4-4039-BCBE-8B5D37848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E80F26C-524B-4382-8783-EB7C92FCF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AFCA8A07-8685-4BA2-8EC7-617980AD7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1C06CD20-9AF5-4434-8426-6D3AAD69A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31">
              <a:extLst>
                <a:ext uri="{FF2B5EF4-FFF2-40B4-BE49-F238E27FC236}">
                  <a16:creationId xmlns:a16="http://schemas.microsoft.com/office/drawing/2014/main" id="{1F0D698A-C282-4CB6-A6B3-5ADFAC6724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id="{ABF949B9-998E-4C45-8394-146372A6D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35">
              <a:extLst>
                <a:ext uri="{FF2B5EF4-FFF2-40B4-BE49-F238E27FC236}">
                  <a16:creationId xmlns:a16="http://schemas.microsoft.com/office/drawing/2014/main" id="{85613236-48D6-49CE-8723-8CCC4517C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36">
              <a:extLst>
                <a:ext uri="{FF2B5EF4-FFF2-40B4-BE49-F238E27FC236}">
                  <a16:creationId xmlns:a16="http://schemas.microsoft.com/office/drawing/2014/main" id="{63FBC835-16F3-4A5A-A96D-555083C19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38">
              <a:extLst>
                <a:ext uri="{FF2B5EF4-FFF2-40B4-BE49-F238E27FC236}">
                  <a16:creationId xmlns:a16="http://schemas.microsoft.com/office/drawing/2014/main" id="{BC7E0367-FE79-42BD-9BBC-6878EC44E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39">
              <a:extLst>
                <a:ext uri="{FF2B5EF4-FFF2-40B4-BE49-F238E27FC236}">
                  <a16:creationId xmlns:a16="http://schemas.microsoft.com/office/drawing/2014/main" id="{FC0C6FE9-3A1B-48CB-968E-12FB72089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40">
              <a:extLst>
                <a:ext uri="{FF2B5EF4-FFF2-40B4-BE49-F238E27FC236}">
                  <a16:creationId xmlns:a16="http://schemas.microsoft.com/office/drawing/2014/main" id="{5F611D87-1ABA-44DB-B4C5-C9C61C48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24150D-167F-4FF3-AFA0-D2AD8886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38B913-F1F6-46A4-92A7-C5E8148D2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12C1FB-8265-4B75-B0B6-371CC477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59544942-28C7-4EC4-992A-EBFD2EC64B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9">
            <a:extLst>
              <a:ext uri="{FF2B5EF4-FFF2-40B4-BE49-F238E27FC236}">
                <a16:creationId xmlns:a16="http://schemas.microsoft.com/office/drawing/2014/main" id="{2BF7BACF-A877-469E-B987-945A47ABB19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561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9">
            <a:extLst>
              <a:ext uri="{FF2B5EF4-FFF2-40B4-BE49-F238E27FC236}">
                <a16:creationId xmlns:a16="http://schemas.microsoft.com/office/drawing/2014/main" id="{E825FDC7-97B6-4EFC-ACA3-DB31031200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99134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4682D3A-D243-4629-8961-3E3D31C79201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87FC8088-E3FF-4ACA-953F-2C6C615618F5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B9D37719-AAC9-4D4A-9266-AEF9E38F45CD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11D4931B-5A18-4340-9051-07E721124343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726E3FAA-71D2-4B32-9821-BDA519E913CC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24" name="Freeform 7">
                <a:extLst>
                  <a:ext uri="{FF2B5EF4-FFF2-40B4-BE49-F238E27FC236}">
                    <a16:creationId xmlns:a16="http://schemas.microsoft.com/office/drawing/2014/main" id="{57A8D168-738F-4955-9653-BF8B780A5F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9">
                <a:extLst>
                  <a:ext uri="{FF2B5EF4-FFF2-40B4-BE49-F238E27FC236}">
                    <a16:creationId xmlns:a16="http://schemas.microsoft.com/office/drawing/2014/main" id="{EDEDD3F5-D737-4850-BFB8-4857F966A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10">
                <a:extLst>
                  <a:ext uri="{FF2B5EF4-FFF2-40B4-BE49-F238E27FC236}">
                    <a16:creationId xmlns:a16="http://schemas.microsoft.com/office/drawing/2014/main" id="{5AE02355-EAF5-47B6-808E-5FBB8D555C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11">
                <a:extLst>
                  <a:ext uri="{FF2B5EF4-FFF2-40B4-BE49-F238E27FC236}">
                    <a16:creationId xmlns:a16="http://schemas.microsoft.com/office/drawing/2014/main" id="{54FF0350-166C-4D91-9C32-1457E0B3C7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12">
                <a:extLst>
                  <a:ext uri="{FF2B5EF4-FFF2-40B4-BE49-F238E27FC236}">
                    <a16:creationId xmlns:a16="http://schemas.microsoft.com/office/drawing/2014/main" id="{CD70937F-73A1-4E4F-BCB7-72F4FAA756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Freeform 13">
                <a:extLst>
                  <a:ext uri="{FF2B5EF4-FFF2-40B4-BE49-F238E27FC236}">
                    <a16:creationId xmlns:a16="http://schemas.microsoft.com/office/drawing/2014/main" id="{1AFA1B34-C9CD-4D8E-A4CE-4933FBD74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Freeform 14">
                <a:extLst>
                  <a:ext uri="{FF2B5EF4-FFF2-40B4-BE49-F238E27FC236}">
                    <a16:creationId xmlns:a16="http://schemas.microsoft.com/office/drawing/2014/main" id="{F7DFDBE0-1942-4EA5-ADDC-ACC4DDB3E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Freeform 15">
                <a:extLst>
                  <a:ext uri="{FF2B5EF4-FFF2-40B4-BE49-F238E27FC236}">
                    <a16:creationId xmlns:a16="http://schemas.microsoft.com/office/drawing/2014/main" id="{41039EE5-041E-45CF-9BC0-83475120D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Freeform 16">
                <a:extLst>
                  <a:ext uri="{FF2B5EF4-FFF2-40B4-BE49-F238E27FC236}">
                    <a16:creationId xmlns:a16="http://schemas.microsoft.com/office/drawing/2014/main" id="{0E6BE068-7937-4960-8682-F691DE58AB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Freeform 17">
                <a:extLst>
                  <a:ext uri="{FF2B5EF4-FFF2-40B4-BE49-F238E27FC236}">
                    <a16:creationId xmlns:a16="http://schemas.microsoft.com/office/drawing/2014/main" id="{30973B98-C00F-4716-9311-557406831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Freeform 18">
                <a:extLst>
                  <a:ext uri="{FF2B5EF4-FFF2-40B4-BE49-F238E27FC236}">
                    <a16:creationId xmlns:a16="http://schemas.microsoft.com/office/drawing/2014/main" id="{A2A98144-2B9A-431C-8A67-E732F9765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Freeform 19">
                <a:extLst>
                  <a:ext uri="{FF2B5EF4-FFF2-40B4-BE49-F238E27FC236}">
                    <a16:creationId xmlns:a16="http://schemas.microsoft.com/office/drawing/2014/main" id="{E5B6ECD5-8F7B-4ED2-97F4-FD99C3E928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Freeform 20">
                <a:extLst>
                  <a:ext uri="{FF2B5EF4-FFF2-40B4-BE49-F238E27FC236}">
                    <a16:creationId xmlns:a16="http://schemas.microsoft.com/office/drawing/2014/main" id="{EBAEEDDF-57A6-4BDD-9305-4CF3744262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Freeform 21">
                <a:extLst>
                  <a:ext uri="{FF2B5EF4-FFF2-40B4-BE49-F238E27FC236}">
                    <a16:creationId xmlns:a16="http://schemas.microsoft.com/office/drawing/2014/main" id="{73E6E938-4CF0-48DA-B2BB-A83D092A9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Freeform 22">
                <a:extLst>
                  <a:ext uri="{FF2B5EF4-FFF2-40B4-BE49-F238E27FC236}">
                    <a16:creationId xmlns:a16="http://schemas.microsoft.com/office/drawing/2014/main" id="{2E20F32D-DAE2-41E4-A5AA-375070EAD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Freeform 23">
                <a:extLst>
                  <a:ext uri="{FF2B5EF4-FFF2-40B4-BE49-F238E27FC236}">
                    <a16:creationId xmlns:a16="http://schemas.microsoft.com/office/drawing/2014/main" id="{9BB3D819-ED86-4FC2-8907-D1EB55F83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Freeform 24">
                <a:extLst>
                  <a:ext uri="{FF2B5EF4-FFF2-40B4-BE49-F238E27FC236}">
                    <a16:creationId xmlns:a16="http://schemas.microsoft.com/office/drawing/2014/main" id="{6A7E8B8F-5D94-44A2-B5C0-E4DD4B3EA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Freeform 25">
                <a:extLst>
                  <a:ext uri="{FF2B5EF4-FFF2-40B4-BE49-F238E27FC236}">
                    <a16:creationId xmlns:a16="http://schemas.microsoft.com/office/drawing/2014/main" id="{8474C3FA-61F9-4152-A6D7-579994B80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26">
                <a:extLst>
                  <a:ext uri="{FF2B5EF4-FFF2-40B4-BE49-F238E27FC236}">
                    <a16:creationId xmlns:a16="http://schemas.microsoft.com/office/drawing/2014/main" id="{A7D4E3AA-07EB-4EB2-AFB3-D394BCB0F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27">
                <a:extLst>
                  <a:ext uri="{FF2B5EF4-FFF2-40B4-BE49-F238E27FC236}">
                    <a16:creationId xmlns:a16="http://schemas.microsoft.com/office/drawing/2014/main" id="{6D13FAAB-AE43-417C-90B6-C84942F51E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28">
                <a:extLst>
                  <a:ext uri="{FF2B5EF4-FFF2-40B4-BE49-F238E27FC236}">
                    <a16:creationId xmlns:a16="http://schemas.microsoft.com/office/drawing/2014/main" id="{B3412E1B-042D-4056-B83F-AA723C48A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Freeform 29">
                <a:extLst>
                  <a:ext uri="{FF2B5EF4-FFF2-40B4-BE49-F238E27FC236}">
                    <a16:creationId xmlns:a16="http://schemas.microsoft.com/office/drawing/2014/main" id="{2F203987-02F6-4A39-8678-026DC3F72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Freeform 30">
                <a:extLst>
                  <a:ext uri="{FF2B5EF4-FFF2-40B4-BE49-F238E27FC236}">
                    <a16:creationId xmlns:a16="http://schemas.microsoft.com/office/drawing/2014/main" id="{DBD3BECA-3E37-4263-974D-C1A776F6CB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Freeform 31">
                <a:extLst>
                  <a:ext uri="{FF2B5EF4-FFF2-40B4-BE49-F238E27FC236}">
                    <a16:creationId xmlns:a16="http://schemas.microsoft.com/office/drawing/2014/main" id="{2187858D-7D29-4C4B-97D8-F4AC215720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Freeform 32">
                <a:extLst>
                  <a:ext uri="{FF2B5EF4-FFF2-40B4-BE49-F238E27FC236}">
                    <a16:creationId xmlns:a16="http://schemas.microsoft.com/office/drawing/2014/main" id="{5AEE7E78-F444-49D9-B087-05CFFF53B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Freeform 33">
                <a:extLst>
                  <a:ext uri="{FF2B5EF4-FFF2-40B4-BE49-F238E27FC236}">
                    <a16:creationId xmlns:a16="http://schemas.microsoft.com/office/drawing/2014/main" id="{BAF442FD-14B1-4486-81E4-57E263E57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Freeform 34">
                <a:extLst>
                  <a:ext uri="{FF2B5EF4-FFF2-40B4-BE49-F238E27FC236}">
                    <a16:creationId xmlns:a16="http://schemas.microsoft.com/office/drawing/2014/main" id="{D110D87E-F920-4322-8070-BF3D97A73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Freeform 46">
                <a:extLst>
                  <a:ext uri="{FF2B5EF4-FFF2-40B4-BE49-F238E27FC236}">
                    <a16:creationId xmlns:a16="http://schemas.microsoft.com/office/drawing/2014/main" id="{90EAEB88-2207-4076-A7F8-AAF60F32A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Freeform 47">
                <a:extLst>
                  <a:ext uri="{FF2B5EF4-FFF2-40B4-BE49-F238E27FC236}">
                    <a16:creationId xmlns:a16="http://schemas.microsoft.com/office/drawing/2014/main" id="{ECB3C1B1-AF2C-4B6F-A7C1-D42B932C8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Freeform 48">
                <a:extLst>
                  <a:ext uri="{FF2B5EF4-FFF2-40B4-BE49-F238E27FC236}">
                    <a16:creationId xmlns:a16="http://schemas.microsoft.com/office/drawing/2014/main" id="{4926D183-0CEE-45E1-8590-F3E12A460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Freeform 49">
                <a:extLst>
                  <a:ext uri="{FF2B5EF4-FFF2-40B4-BE49-F238E27FC236}">
                    <a16:creationId xmlns:a16="http://schemas.microsoft.com/office/drawing/2014/main" id="{A4BC2FD3-8264-41DB-85F8-03441339F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Freeform 50">
                <a:extLst>
                  <a:ext uri="{FF2B5EF4-FFF2-40B4-BE49-F238E27FC236}">
                    <a16:creationId xmlns:a16="http://schemas.microsoft.com/office/drawing/2014/main" id="{C419E22C-00A3-41E3-A0E6-43418FD4D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Freeform 51">
                <a:extLst>
                  <a:ext uri="{FF2B5EF4-FFF2-40B4-BE49-F238E27FC236}">
                    <a16:creationId xmlns:a16="http://schemas.microsoft.com/office/drawing/2014/main" id="{C66E7FB6-DA85-4013-BB1E-7F3802EAD8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7" name="Freeform 52">
                <a:extLst>
                  <a:ext uri="{FF2B5EF4-FFF2-40B4-BE49-F238E27FC236}">
                    <a16:creationId xmlns:a16="http://schemas.microsoft.com/office/drawing/2014/main" id="{3166FBA0-D49C-45CE-B70F-AAE0E1B241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8" name="Freeform 53">
                <a:extLst>
                  <a:ext uri="{FF2B5EF4-FFF2-40B4-BE49-F238E27FC236}">
                    <a16:creationId xmlns:a16="http://schemas.microsoft.com/office/drawing/2014/main" id="{EC81D795-E69B-4E31-BA58-5851AD3F3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Freeform 54">
                <a:extLst>
                  <a:ext uri="{FF2B5EF4-FFF2-40B4-BE49-F238E27FC236}">
                    <a16:creationId xmlns:a16="http://schemas.microsoft.com/office/drawing/2014/main" id="{B87A562C-45E9-420A-8509-F1D46E7C0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0" name="Freeform 55">
                <a:extLst>
                  <a:ext uri="{FF2B5EF4-FFF2-40B4-BE49-F238E27FC236}">
                    <a16:creationId xmlns:a16="http://schemas.microsoft.com/office/drawing/2014/main" id="{B71C3D96-92CC-448A-B299-2D6121780A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1" name="Freeform 56">
                <a:extLst>
                  <a:ext uri="{FF2B5EF4-FFF2-40B4-BE49-F238E27FC236}">
                    <a16:creationId xmlns:a16="http://schemas.microsoft.com/office/drawing/2014/main" id="{88D67E78-6C2F-46F3-A513-F284A8498B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2" name="Freeform 57">
                <a:extLst>
                  <a:ext uri="{FF2B5EF4-FFF2-40B4-BE49-F238E27FC236}">
                    <a16:creationId xmlns:a16="http://schemas.microsoft.com/office/drawing/2014/main" id="{AC3E6570-EC28-4E18-9B85-0BC47E6117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3" name="Freeform 58">
                <a:extLst>
                  <a:ext uri="{FF2B5EF4-FFF2-40B4-BE49-F238E27FC236}">
                    <a16:creationId xmlns:a16="http://schemas.microsoft.com/office/drawing/2014/main" id="{09CAE530-DE8A-422F-8057-29360F374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64" name="文本占位符 65">
            <a:extLst>
              <a:ext uri="{FF2B5EF4-FFF2-40B4-BE49-F238E27FC236}">
                <a16:creationId xmlns:a16="http://schemas.microsoft.com/office/drawing/2014/main" id="{BFBF867F-E39A-412D-B801-2EA744568D2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108660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514964C7-5574-415D-A002-6FE3043AE28B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AFC0506-76EE-4CB2-9699-58F41DDE7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77DAC51-6937-4C07-B330-C5A97FD76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71BCF94-A378-41C7-8AE0-D0EBCB861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5909567-5D2E-442A-AC25-6BFE12C94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336A134-F537-466E-9346-042A3759F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B77A41A5-FFB1-48A2-A1D1-B1F82EA98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B975970-006C-4C32-B7F2-99941C102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C0F36612-B6BD-4235-BD7E-2AD76C5108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FBA664A5-8292-4140-930D-401503306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3B86134-78B3-4D4D-8EE0-A3155EF9C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B3ED1D86-C435-425F-9F5A-61CBE4EF0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EC7B8766-41F2-424A-8492-CA4E53013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335FCB65-5CBE-452C-AE4D-C48015188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08030888-7CCE-4BFC-95C2-4D7C14C63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6B7C1A-4B20-4267-8B0A-EEF1F780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C02CBA-5674-45EA-A60A-ECD11CBB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9EB718-3188-422E-946C-63D124BC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B4960C-295B-4296-A03C-3E8E5954F69A}"/>
              </a:ext>
            </a:extLst>
          </p:cNvPr>
          <p:cNvSpPr/>
          <p:nvPr userDrawn="1"/>
        </p:nvSpPr>
        <p:spPr>
          <a:xfrm>
            <a:off x="66040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08FD9B-3C66-482E-BEDD-1CDE4F684F1F}"/>
              </a:ext>
            </a:extLst>
          </p:cNvPr>
          <p:cNvSpPr/>
          <p:nvPr userDrawn="1"/>
        </p:nvSpPr>
        <p:spPr>
          <a:xfrm>
            <a:off x="66040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1D78F5-CD13-47AA-B036-87B4F33163CF}"/>
              </a:ext>
            </a:extLst>
          </p:cNvPr>
          <p:cNvSpPr/>
          <p:nvPr userDrawn="1"/>
        </p:nvSpPr>
        <p:spPr>
          <a:xfrm>
            <a:off x="615188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E03348-A1F2-4840-86A8-C48875F1BCB9}"/>
              </a:ext>
            </a:extLst>
          </p:cNvPr>
          <p:cNvSpPr/>
          <p:nvPr userDrawn="1"/>
        </p:nvSpPr>
        <p:spPr>
          <a:xfrm>
            <a:off x="615188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D8E99FCF-341F-4B58-AB03-FB8D84543C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2392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4">
            <a:extLst>
              <a:ext uri="{FF2B5EF4-FFF2-40B4-BE49-F238E27FC236}">
                <a16:creationId xmlns:a16="http://schemas.microsoft.com/office/drawing/2014/main" id="{DF133E62-8406-47E0-9A97-F613B64A16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2971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4">
            <a:extLst>
              <a:ext uri="{FF2B5EF4-FFF2-40B4-BE49-F238E27FC236}">
                <a16:creationId xmlns:a16="http://schemas.microsoft.com/office/drawing/2014/main" id="{F9821C6F-0109-4D0A-9372-DB42B96B47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22971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4">
            <a:extLst>
              <a:ext uri="{FF2B5EF4-FFF2-40B4-BE49-F238E27FC236}">
                <a16:creationId xmlns:a16="http://schemas.microsoft.com/office/drawing/2014/main" id="{354CB8C7-90A5-4AB5-9D22-15D281B7C9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2392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337286D-E20F-458C-9C81-63E8EF5446E7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8A0CBBCC-2322-4C3E-B4AB-041BE4574202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DF6C2FDA-51DC-4258-9E93-6554AABA5C5B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2A9245DD-9994-4EB2-B1C7-7DCC0685C2E8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1731813B-F9BF-4697-BBD0-BA3C4E0C7F5B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>
                <a:extLst>
                  <a:ext uri="{FF2B5EF4-FFF2-40B4-BE49-F238E27FC236}">
                    <a16:creationId xmlns:a16="http://schemas.microsoft.com/office/drawing/2014/main" id="{B6463079-F50C-4524-8A0B-A3C5995D1B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9">
                <a:extLst>
                  <a:ext uri="{FF2B5EF4-FFF2-40B4-BE49-F238E27FC236}">
                    <a16:creationId xmlns:a16="http://schemas.microsoft.com/office/drawing/2014/main" id="{DA182ED0-86BB-4CB0-97E8-004FACA012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0">
                <a:extLst>
                  <a:ext uri="{FF2B5EF4-FFF2-40B4-BE49-F238E27FC236}">
                    <a16:creationId xmlns:a16="http://schemas.microsoft.com/office/drawing/2014/main" id="{1AA28316-7B83-4A84-AEC2-B0EFC6F4B9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1">
                <a:extLst>
                  <a:ext uri="{FF2B5EF4-FFF2-40B4-BE49-F238E27FC236}">
                    <a16:creationId xmlns:a16="http://schemas.microsoft.com/office/drawing/2014/main" id="{097CEA97-852B-49D6-A72D-2955952A97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2">
                <a:extLst>
                  <a:ext uri="{FF2B5EF4-FFF2-40B4-BE49-F238E27FC236}">
                    <a16:creationId xmlns:a16="http://schemas.microsoft.com/office/drawing/2014/main" id="{A12EE63D-5E62-498B-A20E-5094C93DBE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3">
                <a:extLst>
                  <a:ext uri="{FF2B5EF4-FFF2-40B4-BE49-F238E27FC236}">
                    <a16:creationId xmlns:a16="http://schemas.microsoft.com/office/drawing/2014/main" id="{84B3ED86-C688-4629-8FF6-2E67E812E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4">
                <a:extLst>
                  <a:ext uri="{FF2B5EF4-FFF2-40B4-BE49-F238E27FC236}">
                    <a16:creationId xmlns:a16="http://schemas.microsoft.com/office/drawing/2014/main" id="{27540D21-C832-4240-91FA-C2754A94B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5">
                <a:extLst>
                  <a:ext uri="{FF2B5EF4-FFF2-40B4-BE49-F238E27FC236}">
                    <a16:creationId xmlns:a16="http://schemas.microsoft.com/office/drawing/2014/main" id="{63FADD71-6A49-41A7-99EE-83E3C1C05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6">
                <a:extLst>
                  <a:ext uri="{FF2B5EF4-FFF2-40B4-BE49-F238E27FC236}">
                    <a16:creationId xmlns:a16="http://schemas.microsoft.com/office/drawing/2014/main" id="{19E51D98-E96C-457C-B218-37DC1EA642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7">
                <a:extLst>
                  <a:ext uri="{FF2B5EF4-FFF2-40B4-BE49-F238E27FC236}">
                    <a16:creationId xmlns:a16="http://schemas.microsoft.com/office/drawing/2014/main" id="{A4A1E5A0-CC43-43AE-8054-F69EFBB049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8">
                <a:extLst>
                  <a:ext uri="{FF2B5EF4-FFF2-40B4-BE49-F238E27FC236}">
                    <a16:creationId xmlns:a16="http://schemas.microsoft.com/office/drawing/2014/main" id="{527D8DEB-BB07-45A4-8EB1-07AD6D4A5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9">
                <a:extLst>
                  <a:ext uri="{FF2B5EF4-FFF2-40B4-BE49-F238E27FC236}">
                    <a16:creationId xmlns:a16="http://schemas.microsoft.com/office/drawing/2014/main" id="{0FF96338-D3C3-409A-9335-5CC766B8E8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20">
                <a:extLst>
                  <a:ext uri="{FF2B5EF4-FFF2-40B4-BE49-F238E27FC236}">
                    <a16:creationId xmlns:a16="http://schemas.microsoft.com/office/drawing/2014/main" id="{3858FECB-ED4E-437D-A31A-242D3C8DB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1">
                <a:extLst>
                  <a:ext uri="{FF2B5EF4-FFF2-40B4-BE49-F238E27FC236}">
                    <a16:creationId xmlns:a16="http://schemas.microsoft.com/office/drawing/2014/main" id="{6EB73065-06D2-4FBA-92F2-4B7FA99E8A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2">
                <a:extLst>
                  <a:ext uri="{FF2B5EF4-FFF2-40B4-BE49-F238E27FC236}">
                    <a16:creationId xmlns:a16="http://schemas.microsoft.com/office/drawing/2014/main" id="{5FA9D5D5-8638-4D4E-BAAF-476575E29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23">
                <a:extLst>
                  <a:ext uri="{FF2B5EF4-FFF2-40B4-BE49-F238E27FC236}">
                    <a16:creationId xmlns:a16="http://schemas.microsoft.com/office/drawing/2014/main" id="{1B79173C-2DA3-423C-AB56-7C76D532C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4">
                <a:extLst>
                  <a:ext uri="{FF2B5EF4-FFF2-40B4-BE49-F238E27FC236}">
                    <a16:creationId xmlns:a16="http://schemas.microsoft.com/office/drawing/2014/main" id="{F99873C3-263D-4E2A-A8BD-4C707C561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5">
                <a:extLst>
                  <a:ext uri="{FF2B5EF4-FFF2-40B4-BE49-F238E27FC236}">
                    <a16:creationId xmlns:a16="http://schemas.microsoft.com/office/drawing/2014/main" id="{BB14CC27-F487-40D8-823A-CB6634BAF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6">
                <a:extLst>
                  <a:ext uri="{FF2B5EF4-FFF2-40B4-BE49-F238E27FC236}">
                    <a16:creationId xmlns:a16="http://schemas.microsoft.com/office/drawing/2014/main" id="{ADF86F09-F667-4655-9B04-BF42BE7BE9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7">
                <a:extLst>
                  <a:ext uri="{FF2B5EF4-FFF2-40B4-BE49-F238E27FC236}">
                    <a16:creationId xmlns:a16="http://schemas.microsoft.com/office/drawing/2014/main" id="{A7ED740E-D8F6-4A90-9BAF-2056C8464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8">
                <a:extLst>
                  <a:ext uri="{FF2B5EF4-FFF2-40B4-BE49-F238E27FC236}">
                    <a16:creationId xmlns:a16="http://schemas.microsoft.com/office/drawing/2014/main" id="{8FFE0A99-1D75-4662-A89B-964A0E5FE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29">
                <a:extLst>
                  <a:ext uri="{FF2B5EF4-FFF2-40B4-BE49-F238E27FC236}">
                    <a16:creationId xmlns:a16="http://schemas.microsoft.com/office/drawing/2014/main" id="{7AFEE6FE-F487-407A-B508-68C0A2A64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30">
                <a:extLst>
                  <a:ext uri="{FF2B5EF4-FFF2-40B4-BE49-F238E27FC236}">
                    <a16:creationId xmlns:a16="http://schemas.microsoft.com/office/drawing/2014/main" id="{0ED0844C-FB2C-48D9-9455-8D600F543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31">
                <a:extLst>
                  <a:ext uri="{FF2B5EF4-FFF2-40B4-BE49-F238E27FC236}">
                    <a16:creationId xmlns:a16="http://schemas.microsoft.com/office/drawing/2014/main" id="{2E672CE2-3B24-412D-A85E-53B9062F1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32">
                <a:extLst>
                  <a:ext uri="{FF2B5EF4-FFF2-40B4-BE49-F238E27FC236}">
                    <a16:creationId xmlns:a16="http://schemas.microsoft.com/office/drawing/2014/main" id="{93F16075-5903-4DB7-8562-F61688DBE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33">
                <a:extLst>
                  <a:ext uri="{FF2B5EF4-FFF2-40B4-BE49-F238E27FC236}">
                    <a16:creationId xmlns:a16="http://schemas.microsoft.com/office/drawing/2014/main" id="{F3A91FB7-416A-4C7A-90F3-D46F69F8F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34">
                <a:extLst>
                  <a:ext uri="{FF2B5EF4-FFF2-40B4-BE49-F238E27FC236}">
                    <a16:creationId xmlns:a16="http://schemas.microsoft.com/office/drawing/2014/main" id="{588A1FCC-1B87-46CF-9754-43B3622B6D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46">
                <a:extLst>
                  <a:ext uri="{FF2B5EF4-FFF2-40B4-BE49-F238E27FC236}">
                    <a16:creationId xmlns:a16="http://schemas.microsoft.com/office/drawing/2014/main" id="{11EE62A9-35AC-4816-9A71-2DDCC7F2EE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47">
                <a:extLst>
                  <a:ext uri="{FF2B5EF4-FFF2-40B4-BE49-F238E27FC236}">
                    <a16:creationId xmlns:a16="http://schemas.microsoft.com/office/drawing/2014/main" id="{72022419-5567-4B8B-98BE-AA0A857BC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48">
                <a:extLst>
                  <a:ext uri="{FF2B5EF4-FFF2-40B4-BE49-F238E27FC236}">
                    <a16:creationId xmlns:a16="http://schemas.microsoft.com/office/drawing/2014/main" id="{121E887C-3A0E-4470-A7A3-889E88D444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49">
                <a:extLst>
                  <a:ext uri="{FF2B5EF4-FFF2-40B4-BE49-F238E27FC236}">
                    <a16:creationId xmlns:a16="http://schemas.microsoft.com/office/drawing/2014/main" id="{01EDFBB4-1BE9-4D63-AF0B-FDEDB6413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50">
                <a:extLst>
                  <a:ext uri="{FF2B5EF4-FFF2-40B4-BE49-F238E27FC236}">
                    <a16:creationId xmlns:a16="http://schemas.microsoft.com/office/drawing/2014/main" id="{726EB6C7-5A3B-42D7-AE4C-094B8AC4D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51">
                <a:extLst>
                  <a:ext uri="{FF2B5EF4-FFF2-40B4-BE49-F238E27FC236}">
                    <a16:creationId xmlns:a16="http://schemas.microsoft.com/office/drawing/2014/main" id="{46C4C01A-61DC-4B59-B1AB-BBA64DF5A5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52">
                <a:extLst>
                  <a:ext uri="{FF2B5EF4-FFF2-40B4-BE49-F238E27FC236}">
                    <a16:creationId xmlns:a16="http://schemas.microsoft.com/office/drawing/2014/main" id="{9FA371B3-AD8F-4A2A-8E4B-8F6B4C586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53">
                <a:extLst>
                  <a:ext uri="{FF2B5EF4-FFF2-40B4-BE49-F238E27FC236}">
                    <a16:creationId xmlns:a16="http://schemas.microsoft.com/office/drawing/2014/main" id="{3ADEE3F1-646A-4C94-86AC-D98E82E91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4">
                <a:extLst>
                  <a:ext uri="{FF2B5EF4-FFF2-40B4-BE49-F238E27FC236}">
                    <a16:creationId xmlns:a16="http://schemas.microsoft.com/office/drawing/2014/main" id="{E26315F5-B77F-4512-B124-0509E1FD4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5">
                <a:extLst>
                  <a:ext uri="{FF2B5EF4-FFF2-40B4-BE49-F238E27FC236}">
                    <a16:creationId xmlns:a16="http://schemas.microsoft.com/office/drawing/2014/main" id="{C38FFF2B-93B7-4835-B730-A562BE954F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6">
                <a:extLst>
                  <a:ext uri="{FF2B5EF4-FFF2-40B4-BE49-F238E27FC236}">
                    <a16:creationId xmlns:a16="http://schemas.microsoft.com/office/drawing/2014/main" id="{7D0B6862-F7E0-4E8C-B5B7-1932DB2847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57">
                <a:extLst>
                  <a:ext uri="{FF2B5EF4-FFF2-40B4-BE49-F238E27FC236}">
                    <a16:creationId xmlns:a16="http://schemas.microsoft.com/office/drawing/2014/main" id="{637CF132-B016-4737-A832-492C031C5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58">
                <a:extLst>
                  <a:ext uri="{FF2B5EF4-FFF2-40B4-BE49-F238E27FC236}">
                    <a16:creationId xmlns:a16="http://schemas.microsoft.com/office/drawing/2014/main" id="{B0CC830D-381B-4D25-BC48-5712BC72E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>
            <a:extLst>
              <a:ext uri="{FF2B5EF4-FFF2-40B4-BE49-F238E27FC236}">
                <a16:creationId xmlns:a16="http://schemas.microsoft.com/office/drawing/2014/main" id="{F6CF79A3-92B2-45EB-9B18-4F5F791EE52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235105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8D9212-3DCD-4931-BEBD-FCBF0E87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C6CE3E-F628-4DC0-9F26-62D0C37C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04A8A5-53A9-4ABD-967E-C8C64909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BF1744D-C5B7-40AE-8F1B-05D3CB39E94F}"/>
              </a:ext>
            </a:extLst>
          </p:cNvPr>
          <p:cNvGrpSpPr/>
          <p:nvPr userDrawn="1"/>
        </p:nvGrpSpPr>
        <p:grpSpPr>
          <a:xfrm>
            <a:off x="399002" y="1086761"/>
            <a:ext cx="4957524" cy="4606485"/>
            <a:chOff x="703035" y="1086761"/>
            <a:chExt cx="4957524" cy="4606485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765761A5-2B5A-4276-B2BC-BEAC27DBE5D0}"/>
                </a:ext>
              </a:extLst>
            </p:cNvPr>
            <p:cNvSpPr/>
            <p:nvPr/>
          </p:nvSpPr>
          <p:spPr>
            <a:xfrm rot="10015880">
              <a:off x="3385211" y="1086761"/>
              <a:ext cx="2275348" cy="4564647"/>
            </a:xfrm>
            <a:custGeom>
              <a:avLst/>
              <a:gdLst>
                <a:gd name="connsiteX0" fmla="*/ 2209501 w 2209501"/>
                <a:gd name="connsiteY0" fmla="*/ 0 h 4432548"/>
                <a:gd name="connsiteX1" fmla="*/ 2209501 w 2209501"/>
                <a:gd name="connsiteY1" fmla="*/ 4432548 h 4432548"/>
                <a:gd name="connsiteX2" fmla="*/ 1989997 w 2209501"/>
                <a:gd name="connsiteY2" fmla="*/ 4421464 h 4432548"/>
                <a:gd name="connsiteX3" fmla="*/ 0 w 2209501"/>
                <a:gd name="connsiteY3" fmla="*/ 2216274 h 4432548"/>
                <a:gd name="connsiteX4" fmla="*/ 1989997 w 2209501"/>
                <a:gd name="connsiteY4" fmla="*/ 11085 h 4432548"/>
                <a:gd name="connsiteX0" fmla="*/ 2209501 w 2211099"/>
                <a:gd name="connsiteY0" fmla="*/ 0 h 4432548"/>
                <a:gd name="connsiteX1" fmla="*/ 2211099 w 2211099"/>
                <a:gd name="connsiteY1" fmla="*/ 2248887 h 4432548"/>
                <a:gd name="connsiteX2" fmla="*/ 2209501 w 2211099"/>
                <a:gd name="connsiteY2" fmla="*/ 4432548 h 4432548"/>
                <a:gd name="connsiteX3" fmla="*/ 1989997 w 2211099"/>
                <a:gd name="connsiteY3" fmla="*/ 4421464 h 4432548"/>
                <a:gd name="connsiteX4" fmla="*/ 0 w 2211099"/>
                <a:gd name="connsiteY4" fmla="*/ 2216274 h 4432548"/>
                <a:gd name="connsiteX5" fmla="*/ 1989997 w 2211099"/>
                <a:gd name="connsiteY5" fmla="*/ 11085 h 4432548"/>
                <a:gd name="connsiteX6" fmla="*/ 2209501 w 2211099"/>
                <a:gd name="connsiteY6" fmla="*/ 0 h 4432548"/>
                <a:gd name="connsiteX0" fmla="*/ 2211099 w 2302539"/>
                <a:gd name="connsiteY0" fmla="*/ 2248887 h 4432548"/>
                <a:gd name="connsiteX1" fmla="*/ 2209501 w 2302539"/>
                <a:gd name="connsiteY1" fmla="*/ 4432548 h 4432548"/>
                <a:gd name="connsiteX2" fmla="*/ 1989997 w 2302539"/>
                <a:gd name="connsiteY2" fmla="*/ 4421464 h 4432548"/>
                <a:gd name="connsiteX3" fmla="*/ 0 w 2302539"/>
                <a:gd name="connsiteY3" fmla="*/ 2216274 h 4432548"/>
                <a:gd name="connsiteX4" fmla="*/ 1989997 w 2302539"/>
                <a:gd name="connsiteY4" fmla="*/ 11085 h 4432548"/>
                <a:gd name="connsiteX5" fmla="*/ 2209501 w 2302539"/>
                <a:gd name="connsiteY5" fmla="*/ 0 h 4432548"/>
                <a:gd name="connsiteX6" fmla="*/ 2302539 w 2302539"/>
                <a:gd name="connsiteY6" fmla="*/ 2340327 h 4432548"/>
                <a:gd name="connsiteX0" fmla="*/ 2211099 w 2211099"/>
                <a:gd name="connsiteY0" fmla="*/ 2248887 h 4432548"/>
                <a:gd name="connsiteX1" fmla="*/ 2209501 w 2211099"/>
                <a:gd name="connsiteY1" fmla="*/ 4432548 h 4432548"/>
                <a:gd name="connsiteX2" fmla="*/ 1989997 w 2211099"/>
                <a:gd name="connsiteY2" fmla="*/ 4421464 h 4432548"/>
                <a:gd name="connsiteX3" fmla="*/ 0 w 2211099"/>
                <a:gd name="connsiteY3" fmla="*/ 2216274 h 4432548"/>
                <a:gd name="connsiteX4" fmla="*/ 1989997 w 2211099"/>
                <a:gd name="connsiteY4" fmla="*/ 11085 h 4432548"/>
                <a:gd name="connsiteX5" fmla="*/ 2209501 w 2211099"/>
                <a:gd name="connsiteY5" fmla="*/ 0 h 4432548"/>
                <a:gd name="connsiteX0" fmla="*/ 2209501 w 2209501"/>
                <a:gd name="connsiteY0" fmla="*/ 4432548 h 4432548"/>
                <a:gd name="connsiteX1" fmla="*/ 1989997 w 2209501"/>
                <a:gd name="connsiteY1" fmla="*/ 4421464 h 4432548"/>
                <a:gd name="connsiteX2" fmla="*/ 0 w 2209501"/>
                <a:gd name="connsiteY2" fmla="*/ 2216274 h 4432548"/>
                <a:gd name="connsiteX3" fmla="*/ 1989997 w 2209501"/>
                <a:gd name="connsiteY3" fmla="*/ 11085 h 4432548"/>
                <a:gd name="connsiteX4" fmla="*/ 2209501 w 2209501"/>
                <a:gd name="connsiteY4" fmla="*/ 0 h 443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9501" h="4432548">
                  <a:moveTo>
                    <a:pt x="2209501" y="4432548"/>
                  </a:moveTo>
                  <a:lnTo>
                    <a:pt x="1989997" y="4421464"/>
                  </a:lnTo>
                  <a:cubicBezTo>
                    <a:pt x="872246" y="4307950"/>
                    <a:pt x="0" y="3363974"/>
                    <a:pt x="0" y="2216274"/>
                  </a:cubicBezTo>
                  <a:cubicBezTo>
                    <a:pt x="0" y="1068575"/>
                    <a:pt x="872246" y="124599"/>
                    <a:pt x="1989997" y="11085"/>
                  </a:cubicBezTo>
                  <a:lnTo>
                    <a:pt x="220950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19C5247-F939-44FB-924E-E42D105D9E5D}"/>
                </a:ext>
              </a:extLst>
            </p:cNvPr>
            <p:cNvGrpSpPr/>
            <p:nvPr/>
          </p:nvGrpSpPr>
          <p:grpSpPr>
            <a:xfrm>
              <a:off x="703035" y="1374365"/>
              <a:ext cx="4837299" cy="4318881"/>
              <a:chOff x="703035" y="1374365"/>
              <a:chExt cx="4837299" cy="4318881"/>
            </a:xfrm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94AACD51-675E-4447-A4E2-A632F9B3909C}"/>
                  </a:ext>
                </a:extLst>
              </p:cNvPr>
              <p:cNvSpPr/>
              <p:nvPr/>
            </p:nvSpPr>
            <p:spPr>
              <a:xfrm>
                <a:off x="1336624" y="1528777"/>
                <a:ext cx="4164314" cy="4164469"/>
              </a:xfrm>
              <a:custGeom>
                <a:avLst/>
                <a:gdLst>
                  <a:gd name="connsiteX0" fmla="*/ 1310015 w 2619936"/>
                  <a:gd name="connsiteY0" fmla="*/ 0 h 2620034"/>
                  <a:gd name="connsiteX1" fmla="*/ 1310015 w 2619936"/>
                  <a:gd name="connsiteY1" fmla="*/ 1311964 h 2620034"/>
                  <a:gd name="connsiteX2" fmla="*/ 2619936 w 2619936"/>
                  <a:gd name="connsiteY2" fmla="*/ 1311964 h 2620034"/>
                  <a:gd name="connsiteX3" fmla="*/ 2613271 w 2619936"/>
                  <a:gd name="connsiteY3" fmla="*/ 1443959 h 2620034"/>
                  <a:gd name="connsiteX4" fmla="*/ 1310017 w 2619936"/>
                  <a:gd name="connsiteY4" fmla="*/ 2620034 h 2620034"/>
                  <a:gd name="connsiteX5" fmla="*/ 0 w 2619936"/>
                  <a:gd name="connsiteY5" fmla="*/ 1310017 h 2620034"/>
                  <a:gd name="connsiteX6" fmla="*/ 1176076 w 2619936"/>
                  <a:gd name="connsiteY6" fmla="*/ 6764 h 2620034"/>
                  <a:gd name="connsiteX0" fmla="*/ 1310015 w 2619936"/>
                  <a:gd name="connsiteY0" fmla="*/ 1311964 h 2620034"/>
                  <a:gd name="connsiteX1" fmla="*/ 2619936 w 2619936"/>
                  <a:gd name="connsiteY1" fmla="*/ 1311964 h 2620034"/>
                  <a:gd name="connsiteX2" fmla="*/ 2613271 w 2619936"/>
                  <a:gd name="connsiteY2" fmla="*/ 1443959 h 2620034"/>
                  <a:gd name="connsiteX3" fmla="*/ 1310017 w 2619936"/>
                  <a:gd name="connsiteY3" fmla="*/ 2620034 h 2620034"/>
                  <a:gd name="connsiteX4" fmla="*/ 0 w 2619936"/>
                  <a:gd name="connsiteY4" fmla="*/ 1310017 h 2620034"/>
                  <a:gd name="connsiteX5" fmla="*/ 1176076 w 2619936"/>
                  <a:gd name="connsiteY5" fmla="*/ 6764 h 2620034"/>
                  <a:gd name="connsiteX6" fmla="*/ 1310015 w 2619936"/>
                  <a:gd name="connsiteY6" fmla="*/ 0 h 2620034"/>
                  <a:gd name="connsiteX7" fmla="*/ 1401455 w 2619936"/>
                  <a:gd name="connsiteY7" fmla="*/ 1403404 h 2620034"/>
                  <a:gd name="connsiteX0" fmla="*/ 1310015 w 2619936"/>
                  <a:gd name="connsiteY0" fmla="*/ 1311964 h 2620034"/>
                  <a:gd name="connsiteX1" fmla="*/ 2619936 w 2619936"/>
                  <a:gd name="connsiteY1" fmla="*/ 1311964 h 2620034"/>
                  <a:gd name="connsiteX2" fmla="*/ 2613271 w 2619936"/>
                  <a:gd name="connsiteY2" fmla="*/ 1443959 h 2620034"/>
                  <a:gd name="connsiteX3" fmla="*/ 1310017 w 2619936"/>
                  <a:gd name="connsiteY3" fmla="*/ 2620034 h 2620034"/>
                  <a:gd name="connsiteX4" fmla="*/ 0 w 2619936"/>
                  <a:gd name="connsiteY4" fmla="*/ 1310017 h 2620034"/>
                  <a:gd name="connsiteX5" fmla="*/ 1176076 w 2619936"/>
                  <a:gd name="connsiteY5" fmla="*/ 6764 h 2620034"/>
                  <a:gd name="connsiteX6" fmla="*/ 1310015 w 2619936"/>
                  <a:gd name="connsiteY6" fmla="*/ 0 h 2620034"/>
                  <a:gd name="connsiteX0" fmla="*/ 2619936 w 2619936"/>
                  <a:gd name="connsiteY0" fmla="*/ 1311964 h 2620034"/>
                  <a:gd name="connsiteX1" fmla="*/ 2613271 w 2619936"/>
                  <a:gd name="connsiteY1" fmla="*/ 1443959 h 2620034"/>
                  <a:gd name="connsiteX2" fmla="*/ 1310017 w 2619936"/>
                  <a:gd name="connsiteY2" fmla="*/ 2620034 h 2620034"/>
                  <a:gd name="connsiteX3" fmla="*/ 0 w 2619936"/>
                  <a:gd name="connsiteY3" fmla="*/ 1310017 h 2620034"/>
                  <a:gd name="connsiteX4" fmla="*/ 1176076 w 2619936"/>
                  <a:gd name="connsiteY4" fmla="*/ 6764 h 2620034"/>
                  <a:gd name="connsiteX5" fmla="*/ 1310015 w 2619936"/>
                  <a:gd name="connsiteY5" fmla="*/ 0 h 2620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19936" h="2620034">
                    <a:moveTo>
                      <a:pt x="2619936" y="1311964"/>
                    </a:moveTo>
                    <a:lnTo>
                      <a:pt x="2613271" y="1443959"/>
                    </a:lnTo>
                    <a:cubicBezTo>
                      <a:pt x="2546185" y="2104542"/>
                      <a:pt x="1988300" y="2620034"/>
                      <a:pt x="1310017" y="2620034"/>
                    </a:cubicBezTo>
                    <a:cubicBezTo>
                      <a:pt x="586515" y="2620034"/>
                      <a:pt x="0" y="2033519"/>
                      <a:pt x="0" y="1310017"/>
                    </a:cubicBezTo>
                    <a:cubicBezTo>
                      <a:pt x="0" y="631734"/>
                      <a:pt x="515492" y="73850"/>
                      <a:pt x="1176076" y="6764"/>
                    </a:cubicBezTo>
                    <a:lnTo>
                      <a:pt x="1310015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A0CACCD3-CFED-493C-95DB-9427A42177FA}"/>
                  </a:ext>
                </a:extLst>
              </p:cNvPr>
              <p:cNvSpPr/>
              <p:nvPr/>
            </p:nvSpPr>
            <p:spPr>
              <a:xfrm>
                <a:off x="2801074" y="1374365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D2720566-AD26-46F0-BBE9-F51A5747FEFE}"/>
                  </a:ext>
                </a:extLst>
              </p:cNvPr>
              <p:cNvGrpSpPr/>
              <p:nvPr/>
            </p:nvGrpSpPr>
            <p:grpSpPr>
              <a:xfrm>
                <a:off x="703035" y="2791613"/>
                <a:ext cx="2303860" cy="2763395"/>
                <a:chOff x="667909" y="2831346"/>
                <a:chExt cx="2303860" cy="2763395"/>
              </a:xfrm>
            </p:grpSpPr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87CB537F-2514-488C-9645-1F6ACEAEBECF}"/>
                    </a:ext>
                  </a:extLst>
                </p:cNvPr>
                <p:cNvSpPr/>
                <p:nvPr/>
              </p:nvSpPr>
              <p:spPr>
                <a:xfrm rot="18225743">
                  <a:off x="682165" y="2817090"/>
                  <a:ext cx="2275348" cy="2303860"/>
                </a:xfrm>
                <a:custGeom>
                  <a:avLst/>
                  <a:gdLst>
                    <a:gd name="connsiteX0" fmla="*/ 2422212 w 2422212"/>
                    <a:gd name="connsiteY0" fmla="*/ 2452564 h 2452564"/>
                    <a:gd name="connsiteX1" fmla="*/ 1086 w 2422212"/>
                    <a:gd name="connsiteY1" fmla="*/ 2452564 h 2452564"/>
                    <a:gd name="connsiteX2" fmla="*/ 0 w 2422212"/>
                    <a:gd name="connsiteY2" fmla="*/ 2429638 h 2452564"/>
                    <a:gd name="connsiteX3" fmla="*/ 2181576 w 2422212"/>
                    <a:gd name="connsiteY3" fmla="*/ 12152 h 2452564"/>
                    <a:gd name="connsiteX4" fmla="*/ 2422212 w 2422212"/>
                    <a:gd name="connsiteY4" fmla="*/ 0 h 2452564"/>
                    <a:gd name="connsiteX0" fmla="*/ 2422212 w 2513652"/>
                    <a:gd name="connsiteY0" fmla="*/ 2452564 h 2544004"/>
                    <a:gd name="connsiteX1" fmla="*/ 1086 w 2513652"/>
                    <a:gd name="connsiteY1" fmla="*/ 2452564 h 2544004"/>
                    <a:gd name="connsiteX2" fmla="*/ 0 w 2513652"/>
                    <a:gd name="connsiteY2" fmla="*/ 2429638 h 2544004"/>
                    <a:gd name="connsiteX3" fmla="*/ 2181576 w 2513652"/>
                    <a:gd name="connsiteY3" fmla="*/ 12152 h 2544004"/>
                    <a:gd name="connsiteX4" fmla="*/ 2422212 w 2513652"/>
                    <a:gd name="connsiteY4" fmla="*/ 0 h 2544004"/>
                    <a:gd name="connsiteX5" fmla="*/ 2513652 w 2513652"/>
                    <a:gd name="connsiteY5" fmla="*/ 2544004 h 2544004"/>
                    <a:gd name="connsiteX0" fmla="*/ 1086 w 2513652"/>
                    <a:gd name="connsiteY0" fmla="*/ 2452564 h 2544004"/>
                    <a:gd name="connsiteX1" fmla="*/ 0 w 2513652"/>
                    <a:gd name="connsiteY1" fmla="*/ 2429638 h 2544004"/>
                    <a:gd name="connsiteX2" fmla="*/ 2181576 w 2513652"/>
                    <a:gd name="connsiteY2" fmla="*/ 12152 h 2544004"/>
                    <a:gd name="connsiteX3" fmla="*/ 2422212 w 2513652"/>
                    <a:gd name="connsiteY3" fmla="*/ 0 h 2544004"/>
                    <a:gd name="connsiteX4" fmla="*/ 2513652 w 2513652"/>
                    <a:gd name="connsiteY4" fmla="*/ 2544004 h 2544004"/>
                    <a:gd name="connsiteX0" fmla="*/ 1086 w 2422212"/>
                    <a:gd name="connsiteY0" fmla="*/ 2452564 h 2452564"/>
                    <a:gd name="connsiteX1" fmla="*/ 0 w 2422212"/>
                    <a:gd name="connsiteY1" fmla="*/ 2429638 h 2452564"/>
                    <a:gd name="connsiteX2" fmla="*/ 2181576 w 2422212"/>
                    <a:gd name="connsiteY2" fmla="*/ 12152 h 2452564"/>
                    <a:gd name="connsiteX3" fmla="*/ 2422212 w 2422212"/>
                    <a:gd name="connsiteY3" fmla="*/ 0 h 2452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22212" h="2452564">
                      <a:moveTo>
                        <a:pt x="1086" y="2452564"/>
                      </a:moveTo>
                      <a:lnTo>
                        <a:pt x="0" y="2429638"/>
                      </a:lnTo>
                      <a:cubicBezTo>
                        <a:pt x="0" y="1171448"/>
                        <a:pt x="956218" y="136595"/>
                        <a:pt x="2181576" y="12152"/>
                      </a:cubicBezTo>
                      <a:lnTo>
                        <a:pt x="2422212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68899CAF-78A8-4756-B081-66063D7B10E5}"/>
                    </a:ext>
                  </a:extLst>
                </p:cNvPr>
                <p:cNvSpPr/>
                <p:nvPr/>
              </p:nvSpPr>
              <p:spPr>
                <a:xfrm>
                  <a:off x="2079475" y="5497213"/>
                  <a:ext cx="97528" cy="9752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6333FFF-5688-4F93-9839-C31FDDAB49F9}"/>
                  </a:ext>
                </a:extLst>
              </p:cNvPr>
              <p:cNvSpPr/>
              <p:nvPr/>
            </p:nvSpPr>
            <p:spPr>
              <a:xfrm>
                <a:off x="5442806" y="3611011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81E97ED8-AB58-4D06-9D80-B989AC3501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9984" y="1740365"/>
            <a:ext cx="3731695" cy="373169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C7B29BC-2EFB-4898-935D-6555CD278FBF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A8CD631D-865C-4B12-BE50-33850BEE71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BDDD1872-3AD5-452B-97E2-AA2D6E61C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18B3E5A3-0E42-4D36-BD1B-5F0FEA71D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40241421-76BC-4EE5-8C0D-69E50E86F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656037F2-C138-40D7-8425-3DCDFC3E7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9191F881-30AC-4421-8BEF-B3B194959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9F6EF83B-0289-497A-9AD9-AB9182319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31">
              <a:extLst>
                <a:ext uri="{FF2B5EF4-FFF2-40B4-BE49-F238E27FC236}">
                  <a16:creationId xmlns:a16="http://schemas.microsoft.com/office/drawing/2014/main" id="{9363C73E-0286-4602-BA4D-8D4F99658D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C67E67C5-5910-4440-B3BC-7B18C08DC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5">
              <a:extLst>
                <a:ext uri="{FF2B5EF4-FFF2-40B4-BE49-F238E27FC236}">
                  <a16:creationId xmlns:a16="http://schemas.microsoft.com/office/drawing/2014/main" id="{2720BD37-FD4C-461C-9968-047D06A1F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36">
              <a:extLst>
                <a:ext uri="{FF2B5EF4-FFF2-40B4-BE49-F238E27FC236}">
                  <a16:creationId xmlns:a16="http://schemas.microsoft.com/office/drawing/2014/main" id="{CEAA37DA-C869-473E-8986-A4E1D6AA4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38">
              <a:extLst>
                <a:ext uri="{FF2B5EF4-FFF2-40B4-BE49-F238E27FC236}">
                  <a16:creationId xmlns:a16="http://schemas.microsoft.com/office/drawing/2014/main" id="{6C3F48E3-5834-4A77-9BE0-C9A98EADB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39">
              <a:extLst>
                <a:ext uri="{FF2B5EF4-FFF2-40B4-BE49-F238E27FC236}">
                  <a16:creationId xmlns:a16="http://schemas.microsoft.com/office/drawing/2014/main" id="{B5CFDC36-05C8-489E-9C6E-56F8CCE3A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40">
              <a:extLst>
                <a:ext uri="{FF2B5EF4-FFF2-40B4-BE49-F238E27FC236}">
                  <a16:creationId xmlns:a16="http://schemas.microsoft.com/office/drawing/2014/main" id="{7F51A8DA-DDF1-480B-AB63-403785C7B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65517616-C671-4F0E-BD7E-8C6ECCAC1725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35B8D2A-43A2-4407-A220-A149590E2EF7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81F51E45-3002-44CF-938B-2F25F6CDD35B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A2075834-7CF6-49DC-906C-7027DB9B2AA9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6513DCB0-0172-446C-9035-63937335E324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3" name="Freeform 7">
                <a:extLst>
                  <a:ext uri="{FF2B5EF4-FFF2-40B4-BE49-F238E27FC236}">
                    <a16:creationId xmlns:a16="http://schemas.microsoft.com/office/drawing/2014/main" id="{54379FBD-1B40-4C81-B7C3-A89D5C546C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9">
                <a:extLst>
                  <a:ext uri="{FF2B5EF4-FFF2-40B4-BE49-F238E27FC236}">
                    <a16:creationId xmlns:a16="http://schemas.microsoft.com/office/drawing/2014/main" id="{AEC09464-0138-4C5E-A848-E65478086F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10">
                <a:extLst>
                  <a:ext uri="{FF2B5EF4-FFF2-40B4-BE49-F238E27FC236}">
                    <a16:creationId xmlns:a16="http://schemas.microsoft.com/office/drawing/2014/main" id="{789E8E97-3F90-4DD1-98BC-19E9638F23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11">
                <a:extLst>
                  <a:ext uri="{FF2B5EF4-FFF2-40B4-BE49-F238E27FC236}">
                    <a16:creationId xmlns:a16="http://schemas.microsoft.com/office/drawing/2014/main" id="{C37C9AF7-AF48-45D4-BC05-465450B9C3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2">
                <a:extLst>
                  <a:ext uri="{FF2B5EF4-FFF2-40B4-BE49-F238E27FC236}">
                    <a16:creationId xmlns:a16="http://schemas.microsoft.com/office/drawing/2014/main" id="{265CAAE2-2227-4638-A6B7-0215203196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3">
                <a:extLst>
                  <a:ext uri="{FF2B5EF4-FFF2-40B4-BE49-F238E27FC236}">
                    <a16:creationId xmlns:a16="http://schemas.microsoft.com/office/drawing/2014/main" id="{245C728B-137A-4FC0-9C2C-2AADCB5DB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4">
                <a:extLst>
                  <a:ext uri="{FF2B5EF4-FFF2-40B4-BE49-F238E27FC236}">
                    <a16:creationId xmlns:a16="http://schemas.microsoft.com/office/drawing/2014/main" id="{35AE189C-633F-4879-B9AC-FEBAB8DD1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5">
                <a:extLst>
                  <a:ext uri="{FF2B5EF4-FFF2-40B4-BE49-F238E27FC236}">
                    <a16:creationId xmlns:a16="http://schemas.microsoft.com/office/drawing/2014/main" id="{0DE9F9D0-D7F3-4EB3-98F9-2043C46E1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6">
                <a:extLst>
                  <a:ext uri="{FF2B5EF4-FFF2-40B4-BE49-F238E27FC236}">
                    <a16:creationId xmlns:a16="http://schemas.microsoft.com/office/drawing/2014/main" id="{B0F6E88D-81B0-46BD-A491-CE05B563D0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7">
                <a:extLst>
                  <a:ext uri="{FF2B5EF4-FFF2-40B4-BE49-F238E27FC236}">
                    <a16:creationId xmlns:a16="http://schemas.microsoft.com/office/drawing/2014/main" id="{EFB5C5B7-B6DD-4B50-9930-25086831F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8">
                <a:extLst>
                  <a:ext uri="{FF2B5EF4-FFF2-40B4-BE49-F238E27FC236}">
                    <a16:creationId xmlns:a16="http://schemas.microsoft.com/office/drawing/2014/main" id="{3BACE896-075D-45CF-8441-C716D9169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9">
                <a:extLst>
                  <a:ext uri="{FF2B5EF4-FFF2-40B4-BE49-F238E27FC236}">
                    <a16:creationId xmlns:a16="http://schemas.microsoft.com/office/drawing/2014/main" id="{E2F4A89B-6E56-48F5-84E7-1EBB2B41A0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20">
                <a:extLst>
                  <a:ext uri="{FF2B5EF4-FFF2-40B4-BE49-F238E27FC236}">
                    <a16:creationId xmlns:a16="http://schemas.microsoft.com/office/drawing/2014/main" id="{6C9F540E-34FB-4102-8FFC-CA8724113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21">
                <a:extLst>
                  <a:ext uri="{FF2B5EF4-FFF2-40B4-BE49-F238E27FC236}">
                    <a16:creationId xmlns:a16="http://schemas.microsoft.com/office/drawing/2014/main" id="{833E333D-5631-4C2A-AEDF-627AA1BF0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22">
                <a:extLst>
                  <a:ext uri="{FF2B5EF4-FFF2-40B4-BE49-F238E27FC236}">
                    <a16:creationId xmlns:a16="http://schemas.microsoft.com/office/drawing/2014/main" id="{2724BC0C-1A87-4833-A5A8-FAD68175A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3">
                <a:extLst>
                  <a:ext uri="{FF2B5EF4-FFF2-40B4-BE49-F238E27FC236}">
                    <a16:creationId xmlns:a16="http://schemas.microsoft.com/office/drawing/2014/main" id="{B96CF82B-3BE5-4537-A9C7-7C20215E2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4">
                <a:extLst>
                  <a:ext uri="{FF2B5EF4-FFF2-40B4-BE49-F238E27FC236}">
                    <a16:creationId xmlns:a16="http://schemas.microsoft.com/office/drawing/2014/main" id="{F7568CF8-8451-4548-97C9-560C775D7C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25">
                <a:extLst>
                  <a:ext uri="{FF2B5EF4-FFF2-40B4-BE49-F238E27FC236}">
                    <a16:creationId xmlns:a16="http://schemas.microsoft.com/office/drawing/2014/main" id="{8FFD4888-CD80-4838-8FCC-274A2A3FE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6">
                <a:extLst>
                  <a:ext uri="{FF2B5EF4-FFF2-40B4-BE49-F238E27FC236}">
                    <a16:creationId xmlns:a16="http://schemas.microsoft.com/office/drawing/2014/main" id="{F23A028B-60D1-4DC9-B53C-88CFE039CD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7">
                <a:extLst>
                  <a:ext uri="{FF2B5EF4-FFF2-40B4-BE49-F238E27FC236}">
                    <a16:creationId xmlns:a16="http://schemas.microsoft.com/office/drawing/2014/main" id="{46806C70-31E5-4A59-ACAF-A9397D4C0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8">
                <a:extLst>
                  <a:ext uri="{FF2B5EF4-FFF2-40B4-BE49-F238E27FC236}">
                    <a16:creationId xmlns:a16="http://schemas.microsoft.com/office/drawing/2014/main" id="{42067DC2-839F-4D21-8271-487B4B7BC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9">
                <a:extLst>
                  <a:ext uri="{FF2B5EF4-FFF2-40B4-BE49-F238E27FC236}">
                    <a16:creationId xmlns:a16="http://schemas.microsoft.com/office/drawing/2014/main" id="{CC961280-6D51-41BD-9904-9B9C59B2E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30">
                <a:extLst>
                  <a:ext uri="{FF2B5EF4-FFF2-40B4-BE49-F238E27FC236}">
                    <a16:creationId xmlns:a16="http://schemas.microsoft.com/office/drawing/2014/main" id="{726FCAA5-C384-47B2-BA6F-D8040E2C6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31">
                <a:extLst>
                  <a:ext uri="{FF2B5EF4-FFF2-40B4-BE49-F238E27FC236}">
                    <a16:creationId xmlns:a16="http://schemas.microsoft.com/office/drawing/2014/main" id="{278E199E-2982-4E5B-99AF-795D3C20A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32">
                <a:extLst>
                  <a:ext uri="{FF2B5EF4-FFF2-40B4-BE49-F238E27FC236}">
                    <a16:creationId xmlns:a16="http://schemas.microsoft.com/office/drawing/2014/main" id="{083E4AFF-503E-4375-8663-9C19CB987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33">
                <a:extLst>
                  <a:ext uri="{FF2B5EF4-FFF2-40B4-BE49-F238E27FC236}">
                    <a16:creationId xmlns:a16="http://schemas.microsoft.com/office/drawing/2014/main" id="{257034F5-A5CE-4867-B766-CEAF5FDF1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34">
                <a:extLst>
                  <a:ext uri="{FF2B5EF4-FFF2-40B4-BE49-F238E27FC236}">
                    <a16:creationId xmlns:a16="http://schemas.microsoft.com/office/drawing/2014/main" id="{B677324F-5B8A-40C4-8391-10536492A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46">
                <a:extLst>
                  <a:ext uri="{FF2B5EF4-FFF2-40B4-BE49-F238E27FC236}">
                    <a16:creationId xmlns:a16="http://schemas.microsoft.com/office/drawing/2014/main" id="{33C5FBA6-8425-41A9-BB6D-6D07D770B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47">
                <a:extLst>
                  <a:ext uri="{FF2B5EF4-FFF2-40B4-BE49-F238E27FC236}">
                    <a16:creationId xmlns:a16="http://schemas.microsoft.com/office/drawing/2014/main" id="{1EAEC72F-212E-446C-AC8E-51B5AAE56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48">
                <a:extLst>
                  <a:ext uri="{FF2B5EF4-FFF2-40B4-BE49-F238E27FC236}">
                    <a16:creationId xmlns:a16="http://schemas.microsoft.com/office/drawing/2014/main" id="{D50BB0F3-91EE-4F6E-9DEB-F28A167C0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49">
                <a:extLst>
                  <a:ext uri="{FF2B5EF4-FFF2-40B4-BE49-F238E27FC236}">
                    <a16:creationId xmlns:a16="http://schemas.microsoft.com/office/drawing/2014/main" id="{047F238E-6F04-470C-82C7-C3232EF59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50">
                <a:extLst>
                  <a:ext uri="{FF2B5EF4-FFF2-40B4-BE49-F238E27FC236}">
                    <a16:creationId xmlns:a16="http://schemas.microsoft.com/office/drawing/2014/main" id="{F35DFDBF-6605-4D02-9DCA-56168E3C5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51">
                <a:extLst>
                  <a:ext uri="{FF2B5EF4-FFF2-40B4-BE49-F238E27FC236}">
                    <a16:creationId xmlns:a16="http://schemas.microsoft.com/office/drawing/2014/main" id="{90CCF1FE-F9BC-445B-B66C-213050E2C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52">
                <a:extLst>
                  <a:ext uri="{FF2B5EF4-FFF2-40B4-BE49-F238E27FC236}">
                    <a16:creationId xmlns:a16="http://schemas.microsoft.com/office/drawing/2014/main" id="{D905DB53-A024-4886-ACAE-105074A95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53">
                <a:extLst>
                  <a:ext uri="{FF2B5EF4-FFF2-40B4-BE49-F238E27FC236}">
                    <a16:creationId xmlns:a16="http://schemas.microsoft.com/office/drawing/2014/main" id="{AEA2733B-C491-413B-9F77-12194F251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54">
                <a:extLst>
                  <a:ext uri="{FF2B5EF4-FFF2-40B4-BE49-F238E27FC236}">
                    <a16:creationId xmlns:a16="http://schemas.microsoft.com/office/drawing/2014/main" id="{C5573E1C-CC07-42B3-8560-71EDBB4AE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55">
                <a:extLst>
                  <a:ext uri="{FF2B5EF4-FFF2-40B4-BE49-F238E27FC236}">
                    <a16:creationId xmlns:a16="http://schemas.microsoft.com/office/drawing/2014/main" id="{1C624D3D-4DBD-4AF7-AC6F-E17D0ED28F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6">
                <a:extLst>
                  <a:ext uri="{FF2B5EF4-FFF2-40B4-BE49-F238E27FC236}">
                    <a16:creationId xmlns:a16="http://schemas.microsoft.com/office/drawing/2014/main" id="{E164F06B-EDA0-41A2-AF5E-DB23B82EE8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7">
                <a:extLst>
                  <a:ext uri="{FF2B5EF4-FFF2-40B4-BE49-F238E27FC236}">
                    <a16:creationId xmlns:a16="http://schemas.microsoft.com/office/drawing/2014/main" id="{A74A5B77-777E-41BC-8226-CD1747C01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8">
                <a:extLst>
                  <a:ext uri="{FF2B5EF4-FFF2-40B4-BE49-F238E27FC236}">
                    <a16:creationId xmlns:a16="http://schemas.microsoft.com/office/drawing/2014/main" id="{FE43F964-C3BF-402E-850B-BBEBB8BB8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3" name="文本占位符 65">
            <a:extLst>
              <a:ext uri="{FF2B5EF4-FFF2-40B4-BE49-F238E27FC236}">
                <a16:creationId xmlns:a16="http://schemas.microsoft.com/office/drawing/2014/main" id="{DA6439BD-1319-42E7-98A9-1FEA02E6A1A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389956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E6AFB2F1-50F3-4A88-875A-A4CBB56723FC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F92E488-E117-4FA0-8338-0061F7FE94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FCE4918-A96B-427E-8510-572712F19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0BD6987-792C-4AFE-96FF-3D932E069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C583795-5E83-4D06-A9CA-4DFA5ACAC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14FC9DD-229B-4403-827D-5DCABBB88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A92BCBA2-B09C-4DFC-BD47-0AD5D4E85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715171A-5531-4011-9D02-8ADBAC293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C04E03F7-86FD-44DB-A01D-1532DE22E1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7F9B46B0-86F5-4505-B3BA-F46133EFD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19F3356C-2371-46A5-BF9F-04F3443EF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105CEDF0-A180-4613-B968-212F57F14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A50891E9-CB53-455B-809D-93E038FA6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0DC2F24F-3905-45E2-8014-EF2847D4D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7BEC0843-6264-4CD8-ACA0-B825B24BE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78DC04-DFD2-4009-A81D-7DEF86AB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6A0355-C186-4732-8E35-F9B915A2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6BA42A-F6F7-40C7-8197-1C3F3668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E37D6DB-F08F-4C14-8056-BCC83AF889A9}"/>
              </a:ext>
            </a:extLst>
          </p:cNvPr>
          <p:cNvSpPr/>
          <p:nvPr userDrawn="1"/>
        </p:nvSpPr>
        <p:spPr>
          <a:xfrm>
            <a:off x="689270" y="1262131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644A2B7-DCD1-4695-AE9C-FD0D20560445}"/>
              </a:ext>
            </a:extLst>
          </p:cNvPr>
          <p:cNvSpPr/>
          <p:nvPr userDrawn="1"/>
        </p:nvSpPr>
        <p:spPr>
          <a:xfrm>
            <a:off x="689270" y="3726269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53D80B27-EF4A-442F-8B99-161E4C9612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9151" y="1376166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6">
            <a:extLst>
              <a:ext uri="{FF2B5EF4-FFF2-40B4-BE49-F238E27FC236}">
                <a16:creationId xmlns:a16="http://schemas.microsoft.com/office/drawing/2014/main" id="{B35CDC35-D144-4500-A489-A85565087D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flipH="1">
            <a:off x="9344050" y="3851644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50BBC86-1EB7-418E-A96B-70D29C1F4FD2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DD033D8C-FD83-4935-8519-727E3F185A28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A0FBFC7E-BE3F-4FC8-89B1-658D05DBB580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6E3E64F9-E9EF-4745-B440-D23424BB8703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6C87D0BF-D3EC-4964-AF60-3D1F1D7D4077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>
                <a:extLst>
                  <a:ext uri="{FF2B5EF4-FFF2-40B4-BE49-F238E27FC236}">
                    <a16:creationId xmlns:a16="http://schemas.microsoft.com/office/drawing/2014/main" id="{0FAA630A-25F4-4E39-8A46-B5756EBEC8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9">
                <a:extLst>
                  <a:ext uri="{FF2B5EF4-FFF2-40B4-BE49-F238E27FC236}">
                    <a16:creationId xmlns:a16="http://schemas.microsoft.com/office/drawing/2014/main" id="{CB9FC382-D315-4926-BC19-CB3655A574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0">
                <a:extLst>
                  <a:ext uri="{FF2B5EF4-FFF2-40B4-BE49-F238E27FC236}">
                    <a16:creationId xmlns:a16="http://schemas.microsoft.com/office/drawing/2014/main" id="{2EF4FA44-18DD-44BC-85A1-FF62232953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1">
                <a:extLst>
                  <a:ext uri="{FF2B5EF4-FFF2-40B4-BE49-F238E27FC236}">
                    <a16:creationId xmlns:a16="http://schemas.microsoft.com/office/drawing/2014/main" id="{2C8D4B72-88A0-4DCC-A8DF-6EA1318A33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2">
                <a:extLst>
                  <a:ext uri="{FF2B5EF4-FFF2-40B4-BE49-F238E27FC236}">
                    <a16:creationId xmlns:a16="http://schemas.microsoft.com/office/drawing/2014/main" id="{DE21D8E3-26D8-4BE7-BAC0-FB1C56270B9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3">
                <a:extLst>
                  <a:ext uri="{FF2B5EF4-FFF2-40B4-BE49-F238E27FC236}">
                    <a16:creationId xmlns:a16="http://schemas.microsoft.com/office/drawing/2014/main" id="{801C8846-04DB-4190-A303-6B0F2108E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4">
                <a:extLst>
                  <a:ext uri="{FF2B5EF4-FFF2-40B4-BE49-F238E27FC236}">
                    <a16:creationId xmlns:a16="http://schemas.microsoft.com/office/drawing/2014/main" id="{04F56896-89D2-4E02-9320-FADE7E46E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5">
                <a:extLst>
                  <a:ext uri="{FF2B5EF4-FFF2-40B4-BE49-F238E27FC236}">
                    <a16:creationId xmlns:a16="http://schemas.microsoft.com/office/drawing/2014/main" id="{11358C19-F136-4660-9AC5-F089F6ACC1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6">
                <a:extLst>
                  <a:ext uri="{FF2B5EF4-FFF2-40B4-BE49-F238E27FC236}">
                    <a16:creationId xmlns:a16="http://schemas.microsoft.com/office/drawing/2014/main" id="{2E9A6A28-E2FB-4C74-B8AD-8C9EBF0945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7">
                <a:extLst>
                  <a:ext uri="{FF2B5EF4-FFF2-40B4-BE49-F238E27FC236}">
                    <a16:creationId xmlns:a16="http://schemas.microsoft.com/office/drawing/2014/main" id="{CC38B499-B6F3-4CEB-B3B5-5B7A4D8318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8">
                <a:extLst>
                  <a:ext uri="{FF2B5EF4-FFF2-40B4-BE49-F238E27FC236}">
                    <a16:creationId xmlns:a16="http://schemas.microsoft.com/office/drawing/2014/main" id="{97EA0193-1A35-49E8-922F-8E1E6B897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9">
                <a:extLst>
                  <a:ext uri="{FF2B5EF4-FFF2-40B4-BE49-F238E27FC236}">
                    <a16:creationId xmlns:a16="http://schemas.microsoft.com/office/drawing/2014/main" id="{342A6D35-921D-4434-8E17-FFBFB6ECC8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20">
                <a:extLst>
                  <a:ext uri="{FF2B5EF4-FFF2-40B4-BE49-F238E27FC236}">
                    <a16:creationId xmlns:a16="http://schemas.microsoft.com/office/drawing/2014/main" id="{5A90669E-A68A-4BE6-BB9D-C3AE8D8AF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1">
                <a:extLst>
                  <a:ext uri="{FF2B5EF4-FFF2-40B4-BE49-F238E27FC236}">
                    <a16:creationId xmlns:a16="http://schemas.microsoft.com/office/drawing/2014/main" id="{ABB29E96-C700-40B7-938C-2A82C0462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2">
                <a:extLst>
                  <a:ext uri="{FF2B5EF4-FFF2-40B4-BE49-F238E27FC236}">
                    <a16:creationId xmlns:a16="http://schemas.microsoft.com/office/drawing/2014/main" id="{374DE00F-983B-4146-A5E5-990BEEB68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23">
                <a:extLst>
                  <a:ext uri="{FF2B5EF4-FFF2-40B4-BE49-F238E27FC236}">
                    <a16:creationId xmlns:a16="http://schemas.microsoft.com/office/drawing/2014/main" id="{121FDA46-8CE1-4785-869D-E00429476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4">
                <a:extLst>
                  <a:ext uri="{FF2B5EF4-FFF2-40B4-BE49-F238E27FC236}">
                    <a16:creationId xmlns:a16="http://schemas.microsoft.com/office/drawing/2014/main" id="{F0FB4093-D7C3-4612-A2C6-C004D88EB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5">
                <a:extLst>
                  <a:ext uri="{FF2B5EF4-FFF2-40B4-BE49-F238E27FC236}">
                    <a16:creationId xmlns:a16="http://schemas.microsoft.com/office/drawing/2014/main" id="{3839738A-C478-4083-AB15-49B5F9DC4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6">
                <a:extLst>
                  <a:ext uri="{FF2B5EF4-FFF2-40B4-BE49-F238E27FC236}">
                    <a16:creationId xmlns:a16="http://schemas.microsoft.com/office/drawing/2014/main" id="{528B2271-7A7F-4F1D-B411-D8BF0E394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7">
                <a:extLst>
                  <a:ext uri="{FF2B5EF4-FFF2-40B4-BE49-F238E27FC236}">
                    <a16:creationId xmlns:a16="http://schemas.microsoft.com/office/drawing/2014/main" id="{8567B9C5-6F1B-4207-845D-92BF6A4AA4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8">
                <a:extLst>
                  <a:ext uri="{FF2B5EF4-FFF2-40B4-BE49-F238E27FC236}">
                    <a16:creationId xmlns:a16="http://schemas.microsoft.com/office/drawing/2014/main" id="{BF90CAFA-2AF6-4C07-88E0-8A02C9D03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29">
                <a:extLst>
                  <a:ext uri="{FF2B5EF4-FFF2-40B4-BE49-F238E27FC236}">
                    <a16:creationId xmlns:a16="http://schemas.microsoft.com/office/drawing/2014/main" id="{474C04BA-EC23-46CA-8BC2-5C6160C19F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30">
                <a:extLst>
                  <a:ext uri="{FF2B5EF4-FFF2-40B4-BE49-F238E27FC236}">
                    <a16:creationId xmlns:a16="http://schemas.microsoft.com/office/drawing/2014/main" id="{FEDF5026-C8DC-4B08-BA57-3BB7949AE4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31">
                <a:extLst>
                  <a:ext uri="{FF2B5EF4-FFF2-40B4-BE49-F238E27FC236}">
                    <a16:creationId xmlns:a16="http://schemas.microsoft.com/office/drawing/2014/main" id="{EBF8ADFB-D7E6-473D-9BF5-150172450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32">
                <a:extLst>
                  <a:ext uri="{FF2B5EF4-FFF2-40B4-BE49-F238E27FC236}">
                    <a16:creationId xmlns:a16="http://schemas.microsoft.com/office/drawing/2014/main" id="{A9D3F65A-C76E-4A35-B22A-709AF4BA6F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33">
                <a:extLst>
                  <a:ext uri="{FF2B5EF4-FFF2-40B4-BE49-F238E27FC236}">
                    <a16:creationId xmlns:a16="http://schemas.microsoft.com/office/drawing/2014/main" id="{D3898FC6-DEA3-4716-BFB9-4E8C40216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34">
                <a:extLst>
                  <a:ext uri="{FF2B5EF4-FFF2-40B4-BE49-F238E27FC236}">
                    <a16:creationId xmlns:a16="http://schemas.microsoft.com/office/drawing/2014/main" id="{21A987FC-BCEA-453D-89FE-6B09FD94A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46">
                <a:extLst>
                  <a:ext uri="{FF2B5EF4-FFF2-40B4-BE49-F238E27FC236}">
                    <a16:creationId xmlns:a16="http://schemas.microsoft.com/office/drawing/2014/main" id="{176B237C-A27F-4F4A-8D5C-39C9E9642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47">
                <a:extLst>
                  <a:ext uri="{FF2B5EF4-FFF2-40B4-BE49-F238E27FC236}">
                    <a16:creationId xmlns:a16="http://schemas.microsoft.com/office/drawing/2014/main" id="{ED1AA0D4-7D44-47BC-8D4B-724167D24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48">
                <a:extLst>
                  <a:ext uri="{FF2B5EF4-FFF2-40B4-BE49-F238E27FC236}">
                    <a16:creationId xmlns:a16="http://schemas.microsoft.com/office/drawing/2014/main" id="{35CF250E-231A-4F5D-A846-A1A771D7BC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49">
                <a:extLst>
                  <a:ext uri="{FF2B5EF4-FFF2-40B4-BE49-F238E27FC236}">
                    <a16:creationId xmlns:a16="http://schemas.microsoft.com/office/drawing/2014/main" id="{35866ADF-5F22-4B89-AB02-05B8F6B2A2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50">
                <a:extLst>
                  <a:ext uri="{FF2B5EF4-FFF2-40B4-BE49-F238E27FC236}">
                    <a16:creationId xmlns:a16="http://schemas.microsoft.com/office/drawing/2014/main" id="{A0AE03FB-8065-4548-800C-47F71FEB9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51">
                <a:extLst>
                  <a:ext uri="{FF2B5EF4-FFF2-40B4-BE49-F238E27FC236}">
                    <a16:creationId xmlns:a16="http://schemas.microsoft.com/office/drawing/2014/main" id="{734E47FE-F046-4A78-AA16-687EA402D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52">
                <a:extLst>
                  <a:ext uri="{FF2B5EF4-FFF2-40B4-BE49-F238E27FC236}">
                    <a16:creationId xmlns:a16="http://schemas.microsoft.com/office/drawing/2014/main" id="{1157A3A9-8F71-4922-9630-D96D0C29A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53">
                <a:extLst>
                  <a:ext uri="{FF2B5EF4-FFF2-40B4-BE49-F238E27FC236}">
                    <a16:creationId xmlns:a16="http://schemas.microsoft.com/office/drawing/2014/main" id="{F2A72F4B-67BF-4083-91A7-1D5245750D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4">
                <a:extLst>
                  <a:ext uri="{FF2B5EF4-FFF2-40B4-BE49-F238E27FC236}">
                    <a16:creationId xmlns:a16="http://schemas.microsoft.com/office/drawing/2014/main" id="{E77B7711-FDCA-4F86-BB8C-E2AC2BD39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5">
                <a:extLst>
                  <a:ext uri="{FF2B5EF4-FFF2-40B4-BE49-F238E27FC236}">
                    <a16:creationId xmlns:a16="http://schemas.microsoft.com/office/drawing/2014/main" id="{82B54152-DF2F-4091-9FA3-47994BDBC2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6">
                <a:extLst>
                  <a:ext uri="{FF2B5EF4-FFF2-40B4-BE49-F238E27FC236}">
                    <a16:creationId xmlns:a16="http://schemas.microsoft.com/office/drawing/2014/main" id="{8B9EA9CB-8BFC-432C-8C9A-DF058CA520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57">
                <a:extLst>
                  <a:ext uri="{FF2B5EF4-FFF2-40B4-BE49-F238E27FC236}">
                    <a16:creationId xmlns:a16="http://schemas.microsoft.com/office/drawing/2014/main" id="{C2EF741E-73E1-43FA-B8E8-BFB79BC6C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58">
                <a:extLst>
                  <a:ext uri="{FF2B5EF4-FFF2-40B4-BE49-F238E27FC236}">
                    <a16:creationId xmlns:a16="http://schemas.microsoft.com/office/drawing/2014/main" id="{33CBCE44-E616-4249-982D-7345F0288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>
            <a:extLst>
              <a:ext uri="{FF2B5EF4-FFF2-40B4-BE49-F238E27FC236}">
                <a16:creationId xmlns:a16="http://schemas.microsoft.com/office/drawing/2014/main" id="{856BC79B-8F39-484B-8029-3046378FE9F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4018098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575B365E-4485-4899-969D-082C532EF42C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F691607-D047-4B9E-A274-06456D734F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B3BBCF5-DF7D-4D77-9D9E-DF75DD851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D7F88F7D-9A16-43E8-8BC2-DB0F2FA5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F725189C-18DB-488F-AD32-3FBE05F4F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24">
              <a:extLst>
                <a:ext uri="{FF2B5EF4-FFF2-40B4-BE49-F238E27FC236}">
                  <a16:creationId xmlns:a16="http://schemas.microsoft.com/office/drawing/2014/main" id="{4BF17168-410A-42DF-9ED7-AB391CAA1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25">
              <a:extLst>
                <a:ext uri="{FF2B5EF4-FFF2-40B4-BE49-F238E27FC236}">
                  <a16:creationId xmlns:a16="http://schemas.microsoft.com/office/drawing/2014/main" id="{75F0D723-81C2-40CE-B170-8E9F3CE10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883D534A-8519-417C-897D-1262AF506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3F9524DA-F43B-48B7-88AD-8358967FF2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AE044835-922E-4081-ACF8-DC975A0D0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BCEC684E-8E8B-44F8-9D3C-9D012AEFD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F3AD3879-F506-4497-BAC8-834458A4E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38">
              <a:extLst>
                <a:ext uri="{FF2B5EF4-FFF2-40B4-BE49-F238E27FC236}">
                  <a16:creationId xmlns:a16="http://schemas.microsoft.com/office/drawing/2014/main" id="{A9E8448F-161C-4AA5-A2FB-B65214048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9">
              <a:extLst>
                <a:ext uri="{FF2B5EF4-FFF2-40B4-BE49-F238E27FC236}">
                  <a16:creationId xmlns:a16="http://schemas.microsoft.com/office/drawing/2014/main" id="{B058C80E-3E09-4086-91B1-938C07327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40">
              <a:extLst>
                <a:ext uri="{FF2B5EF4-FFF2-40B4-BE49-F238E27FC236}">
                  <a16:creationId xmlns:a16="http://schemas.microsoft.com/office/drawing/2014/main" id="{6E7284BC-807B-45D0-9BDC-4EA1932FC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DE9C44-89A3-410A-AC08-EC3C02EFA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874B06-1C90-48DE-9422-75119484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C235D1-D3E2-4BEF-B903-43B328ED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B3132F67-88B4-4450-AE02-17E56801FE78}"/>
              </a:ext>
            </a:extLst>
          </p:cNvPr>
          <p:cNvSpPr/>
          <p:nvPr userDrawn="1"/>
        </p:nvSpPr>
        <p:spPr>
          <a:xfrm>
            <a:off x="1175646" y="1134201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7" fmla="*/ 1401455 w 2619936"/>
              <a:gd name="connsiteY7" fmla="*/ 140340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0" fmla="*/ 2619936 w 2619936"/>
              <a:gd name="connsiteY0" fmla="*/ 1311964 h 2620034"/>
              <a:gd name="connsiteX1" fmla="*/ 2613271 w 2619936"/>
              <a:gd name="connsiteY1" fmla="*/ 1443959 h 2620034"/>
              <a:gd name="connsiteX2" fmla="*/ 1310017 w 2619936"/>
              <a:gd name="connsiteY2" fmla="*/ 2620034 h 2620034"/>
              <a:gd name="connsiteX3" fmla="*/ 0 w 2619936"/>
              <a:gd name="connsiteY3" fmla="*/ 1310017 h 2620034"/>
              <a:gd name="connsiteX4" fmla="*/ 1176076 w 2619936"/>
              <a:gd name="connsiteY4" fmla="*/ 6764 h 2620034"/>
              <a:gd name="connsiteX5" fmla="*/ 1310015 w 2619936"/>
              <a:gd name="connsiteY5" fmla="*/ 0 h 262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9F61FC3-D69D-43A0-BD89-632D21887442}"/>
              </a:ext>
            </a:extLst>
          </p:cNvPr>
          <p:cNvSpPr/>
          <p:nvPr userDrawn="1"/>
        </p:nvSpPr>
        <p:spPr>
          <a:xfrm>
            <a:off x="4601109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7" fmla="*/ 1401455 w 2619936"/>
              <a:gd name="connsiteY7" fmla="*/ 140340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0" fmla="*/ 2619936 w 2619936"/>
              <a:gd name="connsiteY0" fmla="*/ 1311964 h 2620034"/>
              <a:gd name="connsiteX1" fmla="*/ 2613271 w 2619936"/>
              <a:gd name="connsiteY1" fmla="*/ 1443959 h 2620034"/>
              <a:gd name="connsiteX2" fmla="*/ 1310017 w 2619936"/>
              <a:gd name="connsiteY2" fmla="*/ 2620034 h 2620034"/>
              <a:gd name="connsiteX3" fmla="*/ 0 w 2619936"/>
              <a:gd name="connsiteY3" fmla="*/ 1310017 h 2620034"/>
              <a:gd name="connsiteX4" fmla="*/ 1176076 w 2619936"/>
              <a:gd name="connsiteY4" fmla="*/ 6764 h 2620034"/>
              <a:gd name="connsiteX5" fmla="*/ 1310015 w 2619936"/>
              <a:gd name="connsiteY5" fmla="*/ 0 h 262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03212206-7059-4EE3-BA15-9BE27E629DDC}"/>
              </a:ext>
            </a:extLst>
          </p:cNvPr>
          <p:cNvSpPr/>
          <p:nvPr userDrawn="1"/>
        </p:nvSpPr>
        <p:spPr>
          <a:xfrm>
            <a:off x="8026573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7" fmla="*/ 1401455 w 2619936"/>
              <a:gd name="connsiteY7" fmla="*/ 140340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0" fmla="*/ 2619936 w 2619936"/>
              <a:gd name="connsiteY0" fmla="*/ 1311964 h 2620034"/>
              <a:gd name="connsiteX1" fmla="*/ 2613271 w 2619936"/>
              <a:gd name="connsiteY1" fmla="*/ 1443959 h 2620034"/>
              <a:gd name="connsiteX2" fmla="*/ 1310017 w 2619936"/>
              <a:gd name="connsiteY2" fmla="*/ 2620034 h 2620034"/>
              <a:gd name="connsiteX3" fmla="*/ 0 w 2619936"/>
              <a:gd name="connsiteY3" fmla="*/ 1310017 h 2620034"/>
              <a:gd name="connsiteX4" fmla="*/ 1176076 w 2619936"/>
              <a:gd name="connsiteY4" fmla="*/ 6764 h 2620034"/>
              <a:gd name="connsiteX5" fmla="*/ 1310015 w 2619936"/>
              <a:gd name="connsiteY5" fmla="*/ 0 h 262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DC176ED-3D39-4255-82B4-C94FCDA1275D}"/>
              </a:ext>
            </a:extLst>
          </p:cNvPr>
          <p:cNvSpPr/>
          <p:nvPr userDrawn="1"/>
        </p:nvSpPr>
        <p:spPr>
          <a:xfrm>
            <a:off x="3746818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3EB502E-1B6A-4D57-AFE0-2F165DA2AE71}"/>
              </a:ext>
            </a:extLst>
          </p:cNvPr>
          <p:cNvSpPr/>
          <p:nvPr userDrawn="1"/>
        </p:nvSpPr>
        <p:spPr>
          <a:xfrm>
            <a:off x="7241893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6A99F11-7D6F-47D1-9EE2-73E49542C021}"/>
              </a:ext>
            </a:extLst>
          </p:cNvPr>
          <p:cNvSpPr/>
          <p:nvPr userDrawn="1"/>
        </p:nvSpPr>
        <p:spPr>
          <a:xfrm>
            <a:off x="10597745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图片占位符 16">
            <a:extLst>
              <a:ext uri="{FF2B5EF4-FFF2-40B4-BE49-F238E27FC236}">
                <a16:creationId xmlns:a16="http://schemas.microsoft.com/office/drawing/2014/main" id="{963ADA0D-813F-4CAC-8E6E-A1619F94C1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5435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6">
            <a:extLst>
              <a:ext uri="{FF2B5EF4-FFF2-40B4-BE49-F238E27FC236}">
                <a16:creationId xmlns:a16="http://schemas.microsoft.com/office/drawing/2014/main" id="{9FAB6907-0D84-4C41-8A4D-8E0C7181FF2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45356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1038B5F2-5256-4AFD-8D69-ED6303ACD1C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5278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A07D026-E51E-4C26-A966-BEC534E00650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324DE871-CB40-4CF0-AEF0-5281E42ECF5D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D5F731EE-FE89-49B4-B861-A36617384AE1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41701585-E658-4EB0-A1EB-3D95843CB71E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0649AB8A-9D43-40B3-8BD5-8FD0CC693653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4" name="Freeform 7">
                <a:extLst>
                  <a:ext uri="{FF2B5EF4-FFF2-40B4-BE49-F238E27FC236}">
                    <a16:creationId xmlns:a16="http://schemas.microsoft.com/office/drawing/2014/main" id="{AC79949B-2EE0-4BA3-AB9A-5A0CF34F03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9">
                <a:extLst>
                  <a:ext uri="{FF2B5EF4-FFF2-40B4-BE49-F238E27FC236}">
                    <a16:creationId xmlns:a16="http://schemas.microsoft.com/office/drawing/2014/main" id="{3B1671D5-9BD9-4636-9FDF-5A5BEBF59B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10">
                <a:extLst>
                  <a:ext uri="{FF2B5EF4-FFF2-40B4-BE49-F238E27FC236}">
                    <a16:creationId xmlns:a16="http://schemas.microsoft.com/office/drawing/2014/main" id="{0D5000DF-DF88-4D50-AFA4-A905FE854A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1518384C-6D3B-42EF-91D6-442B6B626B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2">
                <a:extLst>
                  <a:ext uri="{FF2B5EF4-FFF2-40B4-BE49-F238E27FC236}">
                    <a16:creationId xmlns:a16="http://schemas.microsoft.com/office/drawing/2014/main" id="{59FCF378-0186-44BF-A4AC-EB4EF0579B9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3">
                <a:extLst>
                  <a:ext uri="{FF2B5EF4-FFF2-40B4-BE49-F238E27FC236}">
                    <a16:creationId xmlns:a16="http://schemas.microsoft.com/office/drawing/2014/main" id="{39E4463E-3A5F-474B-ABBE-86F9DF2A0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4">
                <a:extLst>
                  <a:ext uri="{FF2B5EF4-FFF2-40B4-BE49-F238E27FC236}">
                    <a16:creationId xmlns:a16="http://schemas.microsoft.com/office/drawing/2014/main" id="{11A6493C-D1BD-441F-AA85-99E7CAAAB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5">
                <a:extLst>
                  <a:ext uri="{FF2B5EF4-FFF2-40B4-BE49-F238E27FC236}">
                    <a16:creationId xmlns:a16="http://schemas.microsoft.com/office/drawing/2014/main" id="{236FC87A-D6CB-418B-87A9-489570E3D3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6">
                <a:extLst>
                  <a:ext uri="{FF2B5EF4-FFF2-40B4-BE49-F238E27FC236}">
                    <a16:creationId xmlns:a16="http://schemas.microsoft.com/office/drawing/2014/main" id="{5E3C66AE-2B48-403B-9823-C77556A752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7">
                <a:extLst>
                  <a:ext uri="{FF2B5EF4-FFF2-40B4-BE49-F238E27FC236}">
                    <a16:creationId xmlns:a16="http://schemas.microsoft.com/office/drawing/2014/main" id="{95564AFB-67D9-4688-A183-4FF83F5F8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8">
                <a:extLst>
                  <a:ext uri="{FF2B5EF4-FFF2-40B4-BE49-F238E27FC236}">
                    <a16:creationId xmlns:a16="http://schemas.microsoft.com/office/drawing/2014/main" id="{6734539B-D8C6-4CA1-B3F4-7532E62D9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9">
                <a:extLst>
                  <a:ext uri="{FF2B5EF4-FFF2-40B4-BE49-F238E27FC236}">
                    <a16:creationId xmlns:a16="http://schemas.microsoft.com/office/drawing/2014/main" id="{55FC6D35-23DF-4634-B00D-F2DEEC91A6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20">
                <a:extLst>
                  <a:ext uri="{FF2B5EF4-FFF2-40B4-BE49-F238E27FC236}">
                    <a16:creationId xmlns:a16="http://schemas.microsoft.com/office/drawing/2014/main" id="{9705F0A1-1B0E-443B-87C3-E9ACBB8BEF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21">
                <a:extLst>
                  <a:ext uri="{FF2B5EF4-FFF2-40B4-BE49-F238E27FC236}">
                    <a16:creationId xmlns:a16="http://schemas.microsoft.com/office/drawing/2014/main" id="{52B5B386-40B0-4ECC-B4BC-56C205A5F8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2">
                <a:extLst>
                  <a:ext uri="{FF2B5EF4-FFF2-40B4-BE49-F238E27FC236}">
                    <a16:creationId xmlns:a16="http://schemas.microsoft.com/office/drawing/2014/main" id="{BD8AAB02-2BC4-4E81-8446-09BCC2C363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3">
                <a:extLst>
                  <a:ext uri="{FF2B5EF4-FFF2-40B4-BE49-F238E27FC236}">
                    <a16:creationId xmlns:a16="http://schemas.microsoft.com/office/drawing/2014/main" id="{F9A2C6D6-942A-493B-B4D0-BE32552F4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24">
                <a:extLst>
                  <a:ext uri="{FF2B5EF4-FFF2-40B4-BE49-F238E27FC236}">
                    <a16:creationId xmlns:a16="http://schemas.microsoft.com/office/drawing/2014/main" id="{836EB190-BD3D-4C44-AEAB-38413C2678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5">
                <a:extLst>
                  <a:ext uri="{FF2B5EF4-FFF2-40B4-BE49-F238E27FC236}">
                    <a16:creationId xmlns:a16="http://schemas.microsoft.com/office/drawing/2014/main" id="{2B16C0AF-752D-4116-A64E-CABF83022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6">
                <a:extLst>
                  <a:ext uri="{FF2B5EF4-FFF2-40B4-BE49-F238E27FC236}">
                    <a16:creationId xmlns:a16="http://schemas.microsoft.com/office/drawing/2014/main" id="{6AFCD970-347B-48BE-A23D-9FFC5F026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7">
                <a:extLst>
                  <a:ext uri="{FF2B5EF4-FFF2-40B4-BE49-F238E27FC236}">
                    <a16:creationId xmlns:a16="http://schemas.microsoft.com/office/drawing/2014/main" id="{688214F6-BCE4-47A8-B019-95C236C23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8">
                <a:extLst>
                  <a:ext uri="{FF2B5EF4-FFF2-40B4-BE49-F238E27FC236}">
                    <a16:creationId xmlns:a16="http://schemas.microsoft.com/office/drawing/2014/main" id="{EDF0FB1C-E092-4E26-8867-6E4CFCFCE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9">
                <a:extLst>
                  <a:ext uri="{FF2B5EF4-FFF2-40B4-BE49-F238E27FC236}">
                    <a16:creationId xmlns:a16="http://schemas.microsoft.com/office/drawing/2014/main" id="{2022620D-14B9-4A60-B6FD-FC1B079DB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30">
                <a:extLst>
                  <a:ext uri="{FF2B5EF4-FFF2-40B4-BE49-F238E27FC236}">
                    <a16:creationId xmlns:a16="http://schemas.microsoft.com/office/drawing/2014/main" id="{3FA521CF-380E-4A2F-96BC-4470C80EE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31">
                <a:extLst>
                  <a:ext uri="{FF2B5EF4-FFF2-40B4-BE49-F238E27FC236}">
                    <a16:creationId xmlns:a16="http://schemas.microsoft.com/office/drawing/2014/main" id="{9CAD1B5B-CA69-4A09-A485-729DD524B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32">
                <a:extLst>
                  <a:ext uri="{FF2B5EF4-FFF2-40B4-BE49-F238E27FC236}">
                    <a16:creationId xmlns:a16="http://schemas.microsoft.com/office/drawing/2014/main" id="{5022200F-0F00-4A8C-AF6A-71DB6252BA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33">
                <a:extLst>
                  <a:ext uri="{FF2B5EF4-FFF2-40B4-BE49-F238E27FC236}">
                    <a16:creationId xmlns:a16="http://schemas.microsoft.com/office/drawing/2014/main" id="{4265A43C-D6A1-4C52-A183-7DA7A224C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34">
                <a:extLst>
                  <a:ext uri="{FF2B5EF4-FFF2-40B4-BE49-F238E27FC236}">
                    <a16:creationId xmlns:a16="http://schemas.microsoft.com/office/drawing/2014/main" id="{2F9BAAC9-169C-4636-99A2-A29405CB7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46">
                <a:extLst>
                  <a:ext uri="{FF2B5EF4-FFF2-40B4-BE49-F238E27FC236}">
                    <a16:creationId xmlns:a16="http://schemas.microsoft.com/office/drawing/2014/main" id="{3D446494-4ADA-4A53-853C-65AC69141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47">
                <a:extLst>
                  <a:ext uri="{FF2B5EF4-FFF2-40B4-BE49-F238E27FC236}">
                    <a16:creationId xmlns:a16="http://schemas.microsoft.com/office/drawing/2014/main" id="{8A5B20CC-4E29-47C0-A82D-DAC1DA70A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48">
                <a:extLst>
                  <a:ext uri="{FF2B5EF4-FFF2-40B4-BE49-F238E27FC236}">
                    <a16:creationId xmlns:a16="http://schemas.microsoft.com/office/drawing/2014/main" id="{0CD61C8F-4725-4F5B-98EC-086F36315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49">
                <a:extLst>
                  <a:ext uri="{FF2B5EF4-FFF2-40B4-BE49-F238E27FC236}">
                    <a16:creationId xmlns:a16="http://schemas.microsoft.com/office/drawing/2014/main" id="{55430D2F-BCA1-4B7D-B70E-2E3548D75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50">
                <a:extLst>
                  <a:ext uri="{FF2B5EF4-FFF2-40B4-BE49-F238E27FC236}">
                    <a16:creationId xmlns:a16="http://schemas.microsoft.com/office/drawing/2014/main" id="{8ECCC7EE-2484-485A-A226-CE8D4AD92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51">
                <a:extLst>
                  <a:ext uri="{FF2B5EF4-FFF2-40B4-BE49-F238E27FC236}">
                    <a16:creationId xmlns:a16="http://schemas.microsoft.com/office/drawing/2014/main" id="{591A7532-CE9C-4119-946F-4EBD7C030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52">
                <a:extLst>
                  <a:ext uri="{FF2B5EF4-FFF2-40B4-BE49-F238E27FC236}">
                    <a16:creationId xmlns:a16="http://schemas.microsoft.com/office/drawing/2014/main" id="{92486D16-501D-4DF1-829B-E3CDF3E7D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53">
                <a:extLst>
                  <a:ext uri="{FF2B5EF4-FFF2-40B4-BE49-F238E27FC236}">
                    <a16:creationId xmlns:a16="http://schemas.microsoft.com/office/drawing/2014/main" id="{987B2A02-9D69-413C-A417-E5D24D6596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54">
                <a:extLst>
                  <a:ext uri="{FF2B5EF4-FFF2-40B4-BE49-F238E27FC236}">
                    <a16:creationId xmlns:a16="http://schemas.microsoft.com/office/drawing/2014/main" id="{9F62D97C-A2D2-4045-B9E6-F61E00174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5">
                <a:extLst>
                  <a:ext uri="{FF2B5EF4-FFF2-40B4-BE49-F238E27FC236}">
                    <a16:creationId xmlns:a16="http://schemas.microsoft.com/office/drawing/2014/main" id="{EE85599A-1CB7-42ED-A5AC-EFBFE38A70F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6">
                <a:extLst>
                  <a:ext uri="{FF2B5EF4-FFF2-40B4-BE49-F238E27FC236}">
                    <a16:creationId xmlns:a16="http://schemas.microsoft.com/office/drawing/2014/main" id="{BF9C2111-16F1-405F-B096-DFFB790285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7">
                <a:extLst>
                  <a:ext uri="{FF2B5EF4-FFF2-40B4-BE49-F238E27FC236}">
                    <a16:creationId xmlns:a16="http://schemas.microsoft.com/office/drawing/2014/main" id="{874F5082-F5D4-400A-943E-3CAF9998A8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58">
                <a:extLst>
                  <a:ext uri="{FF2B5EF4-FFF2-40B4-BE49-F238E27FC236}">
                    <a16:creationId xmlns:a16="http://schemas.microsoft.com/office/drawing/2014/main" id="{C8CFA897-E05B-4B76-A072-A74DA75E04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4" name="文本占位符 65">
            <a:extLst>
              <a:ext uri="{FF2B5EF4-FFF2-40B4-BE49-F238E27FC236}">
                <a16:creationId xmlns:a16="http://schemas.microsoft.com/office/drawing/2014/main" id="{34FDB319-B581-4254-83C4-18EDB0CD603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299385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0CCB688E-D063-420B-96D7-23B6DFF124AF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C8B76147-23CD-4C55-B76E-7F3532CED4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12AF45E5-429F-400A-ABAD-D272C5AEF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D35B0EAD-B1F4-457D-9AFD-DC066F8FC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86DBEC3F-973B-4262-BA66-757DE1FC2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BD0B0387-48EB-4297-8924-D46B0D46B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790A3AD9-13BD-4188-AA74-8E944EBFF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0505DB5D-709C-486F-B1F9-A14AAB84C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35781227-3C76-4A24-AAE7-4EFADC8CD1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73D0359C-643B-4BFE-8781-62B1C1626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CD560938-CDD0-42A0-B9C1-366158411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7DA4401F-49A9-44B5-B683-52AEFC4E5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3FC94C1-03A5-4159-9EB7-2FE845A87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6110AD79-CA33-4798-AEE1-6060000DA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3AD98FB-1E6D-4DC9-A5F9-9F70A0549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23" name="泪滴形 22">
            <a:extLst>
              <a:ext uri="{FF2B5EF4-FFF2-40B4-BE49-F238E27FC236}">
                <a16:creationId xmlns:a16="http://schemas.microsoft.com/office/drawing/2014/main" id="{971D84E5-D446-469E-ADA9-9E4DA7D5DB2D}"/>
              </a:ext>
            </a:extLst>
          </p:cNvPr>
          <p:cNvSpPr/>
          <p:nvPr userDrawn="1"/>
        </p:nvSpPr>
        <p:spPr>
          <a:xfrm flipH="1" flipV="1">
            <a:off x="6231956" y="1325419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泪滴形 23">
            <a:extLst>
              <a:ext uri="{FF2B5EF4-FFF2-40B4-BE49-F238E27FC236}">
                <a16:creationId xmlns:a16="http://schemas.microsoft.com/office/drawing/2014/main" id="{F4900B30-7AF1-472F-BA8F-B615B5BB0992}"/>
              </a:ext>
            </a:extLst>
          </p:cNvPr>
          <p:cNvSpPr/>
          <p:nvPr userDrawn="1"/>
        </p:nvSpPr>
        <p:spPr>
          <a:xfrm flipV="1">
            <a:off x="3836026" y="1325419"/>
            <a:ext cx="2284691" cy="2284691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泪滴形 20">
            <a:extLst>
              <a:ext uri="{FF2B5EF4-FFF2-40B4-BE49-F238E27FC236}">
                <a16:creationId xmlns:a16="http://schemas.microsoft.com/office/drawing/2014/main" id="{49DEA0D9-5054-489D-884C-A0181300E3AC}"/>
              </a:ext>
            </a:extLst>
          </p:cNvPr>
          <p:cNvSpPr/>
          <p:nvPr userDrawn="1"/>
        </p:nvSpPr>
        <p:spPr>
          <a:xfrm flipH="1">
            <a:off x="6231956" y="3712424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泪滴形 18">
            <a:extLst>
              <a:ext uri="{FF2B5EF4-FFF2-40B4-BE49-F238E27FC236}">
                <a16:creationId xmlns:a16="http://schemas.microsoft.com/office/drawing/2014/main" id="{B36FFFE9-8962-404E-82A4-617D891C2971}"/>
              </a:ext>
            </a:extLst>
          </p:cNvPr>
          <p:cNvSpPr/>
          <p:nvPr userDrawn="1"/>
        </p:nvSpPr>
        <p:spPr>
          <a:xfrm>
            <a:off x="3836024" y="3712424"/>
            <a:ext cx="2284693" cy="2284693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7E8467-D685-4B38-8D3F-012F16B29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457BAE-35E5-40FB-9A87-B987CEEF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34230B-18F7-4363-BC84-BF82867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图片占位符 16">
            <a:extLst>
              <a:ext uri="{FF2B5EF4-FFF2-40B4-BE49-F238E27FC236}">
                <a16:creationId xmlns:a16="http://schemas.microsoft.com/office/drawing/2014/main" id="{F2CE0355-6DB3-497A-9768-888B40643C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3921679" y="3817073"/>
            <a:ext cx="2082882" cy="208366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图片占位符 16">
            <a:extLst>
              <a:ext uri="{FF2B5EF4-FFF2-40B4-BE49-F238E27FC236}">
                <a16:creationId xmlns:a16="http://schemas.microsoft.com/office/drawing/2014/main" id="{E12938B2-1742-4976-94B3-C6FC64DC2A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7011" y="38170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16">
            <a:extLst>
              <a:ext uri="{FF2B5EF4-FFF2-40B4-BE49-F238E27FC236}">
                <a16:creationId xmlns:a16="http://schemas.microsoft.com/office/drawing/2014/main" id="{AA9CA692-F649-41BA-A404-1B111B1990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3921681" y="1428875"/>
            <a:ext cx="2082880" cy="208366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16">
            <a:extLst>
              <a:ext uri="{FF2B5EF4-FFF2-40B4-BE49-F238E27FC236}">
                <a16:creationId xmlns:a16="http://schemas.microsoft.com/office/drawing/2014/main" id="{1F1B30A4-C46E-441C-8CFE-2AFE5A7D46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37011" y="14288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560ADBE-53FE-4E1F-B496-3E46A04E54E7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D9B39F55-8117-4CD6-8149-D9F329B71FAC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554D6BFC-3993-45F6-B8A6-2CEE97188B06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DB38BE95-537C-45BA-9BA0-BB9C1C9F7DBD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AA584A68-4BB9-425E-92C8-D982EC7A4EA5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93" name="Freeform 7">
                <a:extLst>
                  <a:ext uri="{FF2B5EF4-FFF2-40B4-BE49-F238E27FC236}">
                    <a16:creationId xmlns:a16="http://schemas.microsoft.com/office/drawing/2014/main" id="{32433BE4-4F08-4F92-BE39-5B77C10856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9">
                <a:extLst>
                  <a:ext uri="{FF2B5EF4-FFF2-40B4-BE49-F238E27FC236}">
                    <a16:creationId xmlns:a16="http://schemas.microsoft.com/office/drawing/2014/main" id="{51764DA2-52E2-423F-85D6-75B1BABB16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0">
                <a:extLst>
                  <a:ext uri="{FF2B5EF4-FFF2-40B4-BE49-F238E27FC236}">
                    <a16:creationId xmlns:a16="http://schemas.microsoft.com/office/drawing/2014/main" id="{BFC2BC47-EF8E-4EC1-B60C-2088104A16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1">
                <a:extLst>
                  <a:ext uri="{FF2B5EF4-FFF2-40B4-BE49-F238E27FC236}">
                    <a16:creationId xmlns:a16="http://schemas.microsoft.com/office/drawing/2014/main" id="{67DEC311-D611-4149-B523-05C0ABBD5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12">
                <a:extLst>
                  <a:ext uri="{FF2B5EF4-FFF2-40B4-BE49-F238E27FC236}">
                    <a16:creationId xmlns:a16="http://schemas.microsoft.com/office/drawing/2014/main" id="{58233AB1-34C4-4BD9-9FB0-767BD166F9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13">
                <a:extLst>
                  <a:ext uri="{FF2B5EF4-FFF2-40B4-BE49-F238E27FC236}">
                    <a16:creationId xmlns:a16="http://schemas.microsoft.com/office/drawing/2014/main" id="{0E260866-AE30-4945-9922-7D1DB2D68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14">
                <a:extLst>
                  <a:ext uri="{FF2B5EF4-FFF2-40B4-BE49-F238E27FC236}">
                    <a16:creationId xmlns:a16="http://schemas.microsoft.com/office/drawing/2014/main" id="{30721946-26CB-4B88-BDEC-9FC3BF1ED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15">
                <a:extLst>
                  <a:ext uri="{FF2B5EF4-FFF2-40B4-BE49-F238E27FC236}">
                    <a16:creationId xmlns:a16="http://schemas.microsoft.com/office/drawing/2014/main" id="{97F4BE7F-CEF6-47B2-85EA-F36E445FCE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16">
                <a:extLst>
                  <a:ext uri="{FF2B5EF4-FFF2-40B4-BE49-F238E27FC236}">
                    <a16:creationId xmlns:a16="http://schemas.microsoft.com/office/drawing/2014/main" id="{1F031270-C195-4E41-879C-8D90DA423A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17">
                <a:extLst>
                  <a:ext uri="{FF2B5EF4-FFF2-40B4-BE49-F238E27FC236}">
                    <a16:creationId xmlns:a16="http://schemas.microsoft.com/office/drawing/2014/main" id="{B956F60E-DF5C-4886-A8A6-E136E58BD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18">
                <a:extLst>
                  <a:ext uri="{FF2B5EF4-FFF2-40B4-BE49-F238E27FC236}">
                    <a16:creationId xmlns:a16="http://schemas.microsoft.com/office/drawing/2014/main" id="{5DF39513-B111-4873-835A-3642EA8F4C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19">
                <a:extLst>
                  <a:ext uri="{FF2B5EF4-FFF2-40B4-BE49-F238E27FC236}">
                    <a16:creationId xmlns:a16="http://schemas.microsoft.com/office/drawing/2014/main" id="{16BE9DE5-536F-4E61-8F12-F24E6D9843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0">
                <a:extLst>
                  <a:ext uri="{FF2B5EF4-FFF2-40B4-BE49-F238E27FC236}">
                    <a16:creationId xmlns:a16="http://schemas.microsoft.com/office/drawing/2014/main" id="{CF2A6ADC-82E1-43FA-AF66-3DDEF4249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21">
                <a:extLst>
                  <a:ext uri="{FF2B5EF4-FFF2-40B4-BE49-F238E27FC236}">
                    <a16:creationId xmlns:a16="http://schemas.microsoft.com/office/drawing/2014/main" id="{B7DAE460-AD21-4F40-9793-E7AA269897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22">
                <a:extLst>
                  <a:ext uri="{FF2B5EF4-FFF2-40B4-BE49-F238E27FC236}">
                    <a16:creationId xmlns:a16="http://schemas.microsoft.com/office/drawing/2014/main" id="{4FFEAC41-3023-4674-9AF0-CD5FE98D1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23">
                <a:extLst>
                  <a:ext uri="{FF2B5EF4-FFF2-40B4-BE49-F238E27FC236}">
                    <a16:creationId xmlns:a16="http://schemas.microsoft.com/office/drawing/2014/main" id="{9AAD7AF7-A26A-4DD7-86A8-2F52CD4CA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24">
                <a:extLst>
                  <a:ext uri="{FF2B5EF4-FFF2-40B4-BE49-F238E27FC236}">
                    <a16:creationId xmlns:a16="http://schemas.microsoft.com/office/drawing/2014/main" id="{789B96A4-624B-4D8C-859E-6BABECD31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25">
                <a:extLst>
                  <a:ext uri="{FF2B5EF4-FFF2-40B4-BE49-F238E27FC236}">
                    <a16:creationId xmlns:a16="http://schemas.microsoft.com/office/drawing/2014/main" id="{8C36D16E-3DA8-42CF-9DDC-7D834D21B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26">
                <a:extLst>
                  <a:ext uri="{FF2B5EF4-FFF2-40B4-BE49-F238E27FC236}">
                    <a16:creationId xmlns:a16="http://schemas.microsoft.com/office/drawing/2014/main" id="{5D08ED91-07A5-4FA2-9606-65CAFAA553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27">
                <a:extLst>
                  <a:ext uri="{FF2B5EF4-FFF2-40B4-BE49-F238E27FC236}">
                    <a16:creationId xmlns:a16="http://schemas.microsoft.com/office/drawing/2014/main" id="{268BFE47-D008-438E-8367-EBB49066E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28">
                <a:extLst>
                  <a:ext uri="{FF2B5EF4-FFF2-40B4-BE49-F238E27FC236}">
                    <a16:creationId xmlns:a16="http://schemas.microsoft.com/office/drawing/2014/main" id="{943B9CF9-1706-4C9F-BDA9-9321F3F40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29">
                <a:extLst>
                  <a:ext uri="{FF2B5EF4-FFF2-40B4-BE49-F238E27FC236}">
                    <a16:creationId xmlns:a16="http://schemas.microsoft.com/office/drawing/2014/main" id="{24627C97-2BBB-4C33-B847-0DF9DC1B5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30">
                <a:extLst>
                  <a:ext uri="{FF2B5EF4-FFF2-40B4-BE49-F238E27FC236}">
                    <a16:creationId xmlns:a16="http://schemas.microsoft.com/office/drawing/2014/main" id="{BD10ACA2-6749-4896-88C7-FD8AA31B05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31">
                <a:extLst>
                  <a:ext uri="{FF2B5EF4-FFF2-40B4-BE49-F238E27FC236}">
                    <a16:creationId xmlns:a16="http://schemas.microsoft.com/office/drawing/2014/main" id="{E8F7BFB5-7363-4193-9733-7175C7EC6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32">
                <a:extLst>
                  <a:ext uri="{FF2B5EF4-FFF2-40B4-BE49-F238E27FC236}">
                    <a16:creationId xmlns:a16="http://schemas.microsoft.com/office/drawing/2014/main" id="{9D27B6A7-AD72-4937-96AE-207857EFA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33">
                <a:extLst>
                  <a:ext uri="{FF2B5EF4-FFF2-40B4-BE49-F238E27FC236}">
                    <a16:creationId xmlns:a16="http://schemas.microsoft.com/office/drawing/2014/main" id="{E3FCA93D-4CB0-472E-BCE7-207E9A7E36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34">
                <a:extLst>
                  <a:ext uri="{FF2B5EF4-FFF2-40B4-BE49-F238E27FC236}">
                    <a16:creationId xmlns:a16="http://schemas.microsoft.com/office/drawing/2014/main" id="{B721882A-A532-42E3-B0FB-4C96AA9FF4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46">
                <a:extLst>
                  <a:ext uri="{FF2B5EF4-FFF2-40B4-BE49-F238E27FC236}">
                    <a16:creationId xmlns:a16="http://schemas.microsoft.com/office/drawing/2014/main" id="{AB8B669A-4EE5-4220-B3DD-0F3E824CC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47">
                <a:extLst>
                  <a:ext uri="{FF2B5EF4-FFF2-40B4-BE49-F238E27FC236}">
                    <a16:creationId xmlns:a16="http://schemas.microsoft.com/office/drawing/2014/main" id="{09CD7FDC-D4E4-4111-B53A-D1A6272AB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48">
                <a:extLst>
                  <a:ext uri="{FF2B5EF4-FFF2-40B4-BE49-F238E27FC236}">
                    <a16:creationId xmlns:a16="http://schemas.microsoft.com/office/drawing/2014/main" id="{35A93644-6522-49DF-A936-47A8B89C4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49">
                <a:extLst>
                  <a:ext uri="{FF2B5EF4-FFF2-40B4-BE49-F238E27FC236}">
                    <a16:creationId xmlns:a16="http://schemas.microsoft.com/office/drawing/2014/main" id="{7AC1FDA7-249E-4357-A05D-CD67B1964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50">
                <a:extLst>
                  <a:ext uri="{FF2B5EF4-FFF2-40B4-BE49-F238E27FC236}">
                    <a16:creationId xmlns:a16="http://schemas.microsoft.com/office/drawing/2014/main" id="{48EE4FBE-2DA0-44B0-B4C9-B4ACD8889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51">
                <a:extLst>
                  <a:ext uri="{FF2B5EF4-FFF2-40B4-BE49-F238E27FC236}">
                    <a16:creationId xmlns:a16="http://schemas.microsoft.com/office/drawing/2014/main" id="{350858FF-2E15-4B3E-9209-36EEC3BC7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52">
                <a:extLst>
                  <a:ext uri="{FF2B5EF4-FFF2-40B4-BE49-F238E27FC236}">
                    <a16:creationId xmlns:a16="http://schemas.microsoft.com/office/drawing/2014/main" id="{D5B84CB0-C1EB-48F0-81C0-A2EF53E50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53">
                <a:extLst>
                  <a:ext uri="{FF2B5EF4-FFF2-40B4-BE49-F238E27FC236}">
                    <a16:creationId xmlns:a16="http://schemas.microsoft.com/office/drawing/2014/main" id="{A41497B8-AB8A-4090-A901-337B842DF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54">
                <a:extLst>
                  <a:ext uri="{FF2B5EF4-FFF2-40B4-BE49-F238E27FC236}">
                    <a16:creationId xmlns:a16="http://schemas.microsoft.com/office/drawing/2014/main" id="{CB87C1A6-038C-471A-8316-748F90ADD5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Freeform 55">
                <a:extLst>
                  <a:ext uri="{FF2B5EF4-FFF2-40B4-BE49-F238E27FC236}">
                    <a16:creationId xmlns:a16="http://schemas.microsoft.com/office/drawing/2014/main" id="{3EF62E49-56AD-4520-92AF-C2748C10F2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Freeform 56">
                <a:extLst>
                  <a:ext uri="{FF2B5EF4-FFF2-40B4-BE49-F238E27FC236}">
                    <a16:creationId xmlns:a16="http://schemas.microsoft.com/office/drawing/2014/main" id="{96FCA361-890F-4218-B09E-45A641DB99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Freeform 57">
                <a:extLst>
                  <a:ext uri="{FF2B5EF4-FFF2-40B4-BE49-F238E27FC236}">
                    <a16:creationId xmlns:a16="http://schemas.microsoft.com/office/drawing/2014/main" id="{D5A3188C-07A5-4AFE-918E-281A86B91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Freeform 58">
                <a:extLst>
                  <a:ext uri="{FF2B5EF4-FFF2-40B4-BE49-F238E27FC236}">
                    <a16:creationId xmlns:a16="http://schemas.microsoft.com/office/drawing/2014/main" id="{AA3A54DF-F014-4D52-90C1-93A0E72D2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3" name="文本占位符 65">
            <a:extLst>
              <a:ext uri="{FF2B5EF4-FFF2-40B4-BE49-F238E27FC236}">
                <a16:creationId xmlns:a16="http://schemas.microsoft.com/office/drawing/2014/main" id="{A153AA9C-3705-4AAF-B50D-DC34E463378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536747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手机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FC851A91-2696-4EFC-818B-38A8BC9CD4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12208" y="1425576"/>
            <a:ext cx="2761487" cy="5432425"/>
          </a:xfrm>
          <a:custGeom>
            <a:avLst/>
            <a:gdLst>
              <a:gd name="connsiteX0" fmla="*/ 226557 w 2727960"/>
              <a:gd name="connsiteY0" fmla="*/ 0 h 5432425"/>
              <a:gd name="connsiteX1" fmla="*/ 2501403 w 2727960"/>
              <a:gd name="connsiteY1" fmla="*/ 0 h 5432425"/>
              <a:gd name="connsiteX2" fmla="*/ 2727960 w 2727960"/>
              <a:gd name="connsiteY2" fmla="*/ 226557 h 5432425"/>
              <a:gd name="connsiteX3" fmla="*/ 2727960 w 2727960"/>
              <a:gd name="connsiteY3" fmla="*/ 5432425 h 5432425"/>
              <a:gd name="connsiteX4" fmla="*/ 0 w 2727960"/>
              <a:gd name="connsiteY4" fmla="*/ 5432425 h 5432425"/>
              <a:gd name="connsiteX5" fmla="*/ 0 w 2727960"/>
              <a:gd name="connsiteY5" fmla="*/ 226557 h 5432425"/>
              <a:gd name="connsiteX6" fmla="*/ 226557 w 2727960"/>
              <a:gd name="connsiteY6" fmla="*/ 0 h 543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7960" h="5432425">
                <a:moveTo>
                  <a:pt x="226557" y="0"/>
                </a:moveTo>
                <a:lnTo>
                  <a:pt x="2501403" y="0"/>
                </a:lnTo>
                <a:cubicBezTo>
                  <a:pt x="2626527" y="0"/>
                  <a:pt x="2727960" y="101433"/>
                  <a:pt x="2727960" y="226557"/>
                </a:cubicBezTo>
                <a:lnTo>
                  <a:pt x="2727960" y="5432425"/>
                </a:lnTo>
                <a:lnTo>
                  <a:pt x="0" y="5432425"/>
                </a:lnTo>
                <a:lnTo>
                  <a:pt x="0" y="226557"/>
                </a:lnTo>
                <a:cubicBezTo>
                  <a:pt x="0" y="101433"/>
                  <a:pt x="101433" y="0"/>
                  <a:pt x="2265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844D37-073C-4610-8779-61E112A24D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57"/>
          <a:stretch/>
        </p:blipFill>
        <p:spPr>
          <a:xfrm>
            <a:off x="4023982" y="970876"/>
            <a:ext cx="4144035" cy="588712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F9976BE-55E9-4E9E-ABBD-793CA89F037A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260680F-ECAA-4D59-8FEB-5D0D8DA95B8F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81DBE006-A25C-44A0-9AF5-411F75B51F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91AC3BDE-5BDC-444D-975A-87A9EF3F3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B64AAA0D-3A52-4EC3-AB22-12464DFDC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8" name="Freeform 23">
              <a:extLst>
                <a:ext uri="{FF2B5EF4-FFF2-40B4-BE49-F238E27FC236}">
                  <a16:creationId xmlns:a16="http://schemas.microsoft.com/office/drawing/2014/main" id="{4DFFFB12-78C4-4F0D-AD90-F8259DA2B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24">
              <a:extLst>
                <a:ext uri="{FF2B5EF4-FFF2-40B4-BE49-F238E27FC236}">
                  <a16:creationId xmlns:a16="http://schemas.microsoft.com/office/drawing/2014/main" id="{A7536A1F-F950-4287-94FC-3B0202544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25">
              <a:extLst>
                <a:ext uri="{FF2B5EF4-FFF2-40B4-BE49-F238E27FC236}">
                  <a16:creationId xmlns:a16="http://schemas.microsoft.com/office/drawing/2014/main" id="{A3455568-7D4F-47BF-BF98-9993531E6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A8240DFA-9E0C-4579-AB1C-0162E66AC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7A238C7A-473F-48E5-ACE2-0602577C47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33">
              <a:extLst>
                <a:ext uri="{FF2B5EF4-FFF2-40B4-BE49-F238E27FC236}">
                  <a16:creationId xmlns:a16="http://schemas.microsoft.com/office/drawing/2014/main" id="{9BCE27E9-FE2E-43A8-BD5A-D15899D3F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id="{C10416DF-6CF5-40AE-890B-E772F443D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36">
              <a:extLst>
                <a:ext uri="{FF2B5EF4-FFF2-40B4-BE49-F238E27FC236}">
                  <a16:creationId xmlns:a16="http://schemas.microsoft.com/office/drawing/2014/main" id="{43372815-F368-4ED5-BE7B-09108713A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38">
              <a:extLst>
                <a:ext uri="{FF2B5EF4-FFF2-40B4-BE49-F238E27FC236}">
                  <a16:creationId xmlns:a16="http://schemas.microsoft.com/office/drawing/2014/main" id="{BA0D7251-6998-49DA-926E-796D4EDCB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9">
              <a:extLst>
                <a:ext uri="{FF2B5EF4-FFF2-40B4-BE49-F238E27FC236}">
                  <a16:creationId xmlns:a16="http://schemas.microsoft.com/office/drawing/2014/main" id="{EEDD8667-BE41-43DC-A358-7180A179E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40">
              <a:extLst>
                <a:ext uri="{FF2B5EF4-FFF2-40B4-BE49-F238E27FC236}">
                  <a16:creationId xmlns:a16="http://schemas.microsoft.com/office/drawing/2014/main" id="{8D00B370-3F80-4287-8A71-CB7E556D9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F4751B9B-D59E-4594-B27D-0ECC9F28F2EB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14F05B92-72CD-4FC2-92BD-2EBE7D3C9767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49D84261-FCCC-406D-BB96-48DBFD9499B3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8532B412-BF1D-419D-B6D2-DFD3A04A6D90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9" name="Freeform 7">
                <a:extLst>
                  <a:ext uri="{FF2B5EF4-FFF2-40B4-BE49-F238E27FC236}">
                    <a16:creationId xmlns:a16="http://schemas.microsoft.com/office/drawing/2014/main" id="{E890A190-2E52-455C-BD01-95137C3DF92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9">
                <a:extLst>
                  <a:ext uri="{FF2B5EF4-FFF2-40B4-BE49-F238E27FC236}">
                    <a16:creationId xmlns:a16="http://schemas.microsoft.com/office/drawing/2014/main" id="{106619BB-562E-4784-8EE7-5C2E75F825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10">
                <a:extLst>
                  <a:ext uri="{FF2B5EF4-FFF2-40B4-BE49-F238E27FC236}">
                    <a16:creationId xmlns:a16="http://schemas.microsoft.com/office/drawing/2014/main" id="{293A581A-E831-4103-B9B7-4143FC4CD6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389C9D4F-C196-4B87-A496-C9B0E44F29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12">
                <a:extLst>
                  <a:ext uri="{FF2B5EF4-FFF2-40B4-BE49-F238E27FC236}">
                    <a16:creationId xmlns:a16="http://schemas.microsoft.com/office/drawing/2014/main" id="{E2FFB9EE-BA6D-448B-B5C1-2790B7CADE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13">
                <a:extLst>
                  <a:ext uri="{FF2B5EF4-FFF2-40B4-BE49-F238E27FC236}">
                    <a16:creationId xmlns:a16="http://schemas.microsoft.com/office/drawing/2014/main" id="{1BD366BD-60DB-43F1-B8D3-CB0248EF4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E519707E-5F8A-410E-9D77-C0A7C5B09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15">
                <a:extLst>
                  <a:ext uri="{FF2B5EF4-FFF2-40B4-BE49-F238E27FC236}">
                    <a16:creationId xmlns:a16="http://schemas.microsoft.com/office/drawing/2014/main" id="{4FAF17A2-4E3D-4253-8DBA-4FFCEFA5F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6">
                <a:extLst>
                  <a:ext uri="{FF2B5EF4-FFF2-40B4-BE49-F238E27FC236}">
                    <a16:creationId xmlns:a16="http://schemas.microsoft.com/office/drawing/2014/main" id="{E30F5AFF-D7D2-46C7-ABB0-F806862687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7">
                <a:extLst>
                  <a:ext uri="{FF2B5EF4-FFF2-40B4-BE49-F238E27FC236}">
                    <a16:creationId xmlns:a16="http://schemas.microsoft.com/office/drawing/2014/main" id="{0E5867A6-7F38-4DB7-80B1-3042CCB57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8">
                <a:extLst>
                  <a:ext uri="{FF2B5EF4-FFF2-40B4-BE49-F238E27FC236}">
                    <a16:creationId xmlns:a16="http://schemas.microsoft.com/office/drawing/2014/main" id="{4E08BDE6-C14E-4A0B-9752-804BA469E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9">
                <a:extLst>
                  <a:ext uri="{FF2B5EF4-FFF2-40B4-BE49-F238E27FC236}">
                    <a16:creationId xmlns:a16="http://schemas.microsoft.com/office/drawing/2014/main" id="{E9414496-E6BE-4D21-A307-3AF7A3F81A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20">
                <a:extLst>
                  <a:ext uri="{FF2B5EF4-FFF2-40B4-BE49-F238E27FC236}">
                    <a16:creationId xmlns:a16="http://schemas.microsoft.com/office/drawing/2014/main" id="{60D0DECE-E1CC-4BAF-803C-A39914083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21">
                <a:extLst>
                  <a:ext uri="{FF2B5EF4-FFF2-40B4-BE49-F238E27FC236}">
                    <a16:creationId xmlns:a16="http://schemas.microsoft.com/office/drawing/2014/main" id="{719A83BA-6FA4-4157-AD96-FD8436B4A8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22">
                <a:extLst>
                  <a:ext uri="{FF2B5EF4-FFF2-40B4-BE49-F238E27FC236}">
                    <a16:creationId xmlns:a16="http://schemas.microsoft.com/office/drawing/2014/main" id="{B0725B09-D7BF-47B1-BDC4-4B7877A0B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23">
                <a:extLst>
                  <a:ext uri="{FF2B5EF4-FFF2-40B4-BE49-F238E27FC236}">
                    <a16:creationId xmlns:a16="http://schemas.microsoft.com/office/drawing/2014/main" id="{6075A37F-A83B-41D9-8D1A-28A9FF8FD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24">
                <a:extLst>
                  <a:ext uri="{FF2B5EF4-FFF2-40B4-BE49-F238E27FC236}">
                    <a16:creationId xmlns:a16="http://schemas.microsoft.com/office/drawing/2014/main" id="{FB89E365-3054-4014-A655-304B24419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25">
                <a:extLst>
                  <a:ext uri="{FF2B5EF4-FFF2-40B4-BE49-F238E27FC236}">
                    <a16:creationId xmlns:a16="http://schemas.microsoft.com/office/drawing/2014/main" id="{6C9D2D82-3354-4D9B-BA01-B980AA299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26">
                <a:extLst>
                  <a:ext uri="{FF2B5EF4-FFF2-40B4-BE49-F238E27FC236}">
                    <a16:creationId xmlns:a16="http://schemas.microsoft.com/office/drawing/2014/main" id="{F8C6E3F6-466E-4BD9-8ABE-A7BF93612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7">
                <a:extLst>
                  <a:ext uri="{FF2B5EF4-FFF2-40B4-BE49-F238E27FC236}">
                    <a16:creationId xmlns:a16="http://schemas.microsoft.com/office/drawing/2014/main" id="{6B4A08BF-DB82-4045-B9BD-C76B4B224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8">
                <a:extLst>
                  <a:ext uri="{FF2B5EF4-FFF2-40B4-BE49-F238E27FC236}">
                    <a16:creationId xmlns:a16="http://schemas.microsoft.com/office/drawing/2014/main" id="{2C2698D5-4CC8-4096-8388-41F0B1416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29">
                <a:extLst>
                  <a:ext uri="{FF2B5EF4-FFF2-40B4-BE49-F238E27FC236}">
                    <a16:creationId xmlns:a16="http://schemas.microsoft.com/office/drawing/2014/main" id="{3CA7F333-036F-4D3A-8379-954A546AD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30">
                <a:extLst>
                  <a:ext uri="{FF2B5EF4-FFF2-40B4-BE49-F238E27FC236}">
                    <a16:creationId xmlns:a16="http://schemas.microsoft.com/office/drawing/2014/main" id="{6A889E60-E004-44E6-8DC4-80FDAF556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31">
                <a:extLst>
                  <a:ext uri="{FF2B5EF4-FFF2-40B4-BE49-F238E27FC236}">
                    <a16:creationId xmlns:a16="http://schemas.microsoft.com/office/drawing/2014/main" id="{F8EC713C-7F39-4E7F-9124-A6DC086A38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32">
                <a:extLst>
                  <a:ext uri="{FF2B5EF4-FFF2-40B4-BE49-F238E27FC236}">
                    <a16:creationId xmlns:a16="http://schemas.microsoft.com/office/drawing/2014/main" id="{BD05F458-1BF9-4554-BD03-1CC771107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33">
                <a:extLst>
                  <a:ext uri="{FF2B5EF4-FFF2-40B4-BE49-F238E27FC236}">
                    <a16:creationId xmlns:a16="http://schemas.microsoft.com/office/drawing/2014/main" id="{108B5BBC-0148-40A7-B488-874917E52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34">
                <a:extLst>
                  <a:ext uri="{FF2B5EF4-FFF2-40B4-BE49-F238E27FC236}">
                    <a16:creationId xmlns:a16="http://schemas.microsoft.com/office/drawing/2014/main" id="{1616CC80-2016-4951-8901-9EF2653D0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46">
                <a:extLst>
                  <a:ext uri="{FF2B5EF4-FFF2-40B4-BE49-F238E27FC236}">
                    <a16:creationId xmlns:a16="http://schemas.microsoft.com/office/drawing/2014/main" id="{E960C6CD-A6EC-4E56-B561-F5CFDAA1B8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47">
                <a:extLst>
                  <a:ext uri="{FF2B5EF4-FFF2-40B4-BE49-F238E27FC236}">
                    <a16:creationId xmlns:a16="http://schemas.microsoft.com/office/drawing/2014/main" id="{19F4DCC6-2AA1-4311-85A6-802666202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48">
                <a:extLst>
                  <a:ext uri="{FF2B5EF4-FFF2-40B4-BE49-F238E27FC236}">
                    <a16:creationId xmlns:a16="http://schemas.microsoft.com/office/drawing/2014/main" id="{449AF28D-AC2C-4019-9D73-A1D76DC0A2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49">
                <a:extLst>
                  <a:ext uri="{FF2B5EF4-FFF2-40B4-BE49-F238E27FC236}">
                    <a16:creationId xmlns:a16="http://schemas.microsoft.com/office/drawing/2014/main" id="{261E6B36-4EA9-458A-A45A-5C0DCB8AA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50">
                <a:extLst>
                  <a:ext uri="{FF2B5EF4-FFF2-40B4-BE49-F238E27FC236}">
                    <a16:creationId xmlns:a16="http://schemas.microsoft.com/office/drawing/2014/main" id="{398D5C21-3C08-4CE5-8431-DCF060E8E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51">
                <a:extLst>
                  <a:ext uri="{FF2B5EF4-FFF2-40B4-BE49-F238E27FC236}">
                    <a16:creationId xmlns:a16="http://schemas.microsoft.com/office/drawing/2014/main" id="{4192854D-D3F3-47FD-A312-9585E9805D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52">
                <a:extLst>
                  <a:ext uri="{FF2B5EF4-FFF2-40B4-BE49-F238E27FC236}">
                    <a16:creationId xmlns:a16="http://schemas.microsoft.com/office/drawing/2014/main" id="{4A745892-B11A-4AA7-AB7F-9B5992181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53">
                <a:extLst>
                  <a:ext uri="{FF2B5EF4-FFF2-40B4-BE49-F238E27FC236}">
                    <a16:creationId xmlns:a16="http://schemas.microsoft.com/office/drawing/2014/main" id="{C6DAA62A-F51F-458C-A4DE-5FCFC79E76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54">
                <a:extLst>
                  <a:ext uri="{FF2B5EF4-FFF2-40B4-BE49-F238E27FC236}">
                    <a16:creationId xmlns:a16="http://schemas.microsoft.com/office/drawing/2014/main" id="{BEE763DA-3920-4419-8ADF-6DB021D0A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55">
                <a:extLst>
                  <a:ext uri="{FF2B5EF4-FFF2-40B4-BE49-F238E27FC236}">
                    <a16:creationId xmlns:a16="http://schemas.microsoft.com/office/drawing/2014/main" id="{C61D19DF-3339-4382-A40A-732CC59E55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56">
                <a:extLst>
                  <a:ext uri="{FF2B5EF4-FFF2-40B4-BE49-F238E27FC236}">
                    <a16:creationId xmlns:a16="http://schemas.microsoft.com/office/drawing/2014/main" id="{30E3AF9D-0C54-4370-87D3-B855193D7E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57">
                <a:extLst>
                  <a:ext uri="{FF2B5EF4-FFF2-40B4-BE49-F238E27FC236}">
                    <a16:creationId xmlns:a16="http://schemas.microsoft.com/office/drawing/2014/main" id="{376F742D-A326-4786-8510-2DFE12341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58">
                <a:extLst>
                  <a:ext uri="{FF2B5EF4-FFF2-40B4-BE49-F238E27FC236}">
                    <a16:creationId xmlns:a16="http://schemas.microsoft.com/office/drawing/2014/main" id="{1497B6C5-83CF-4DA4-801C-5AFDAB3D5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19" name="文本占位符 65">
            <a:extLst>
              <a:ext uri="{FF2B5EF4-FFF2-40B4-BE49-F238E27FC236}">
                <a16:creationId xmlns:a16="http://schemas.microsoft.com/office/drawing/2014/main" id="{6592DB98-26D7-4C62-AD48-AD0920FC3D5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414906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电脑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92560382-7E68-4B32-92B5-A2C94E7B86BB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E636BE14-C0D2-4D61-BB38-3EE8B26A02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047AD7C1-3AD6-47A0-B194-8FB91C072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0" name="Freeform 22">
              <a:extLst>
                <a:ext uri="{FF2B5EF4-FFF2-40B4-BE49-F238E27FC236}">
                  <a16:creationId xmlns:a16="http://schemas.microsoft.com/office/drawing/2014/main" id="{AC26C9D8-7E95-4A44-8495-C575D7A83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1" name="Freeform 23">
              <a:extLst>
                <a:ext uri="{FF2B5EF4-FFF2-40B4-BE49-F238E27FC236}">
                  <a16:creationId xmlns:a16="http://schemas.microsoft.com/office/drawing/2014/main" id="{43E9C3BF-6E9A-4AB8-B7FD-88012E351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F3CC13E6-75EE-47C5-93E3-4D979EE2D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EC0BD02F-34CC-4BA4-8347-86CB32878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4" name="Freeform 26">
              <a:extLst>
                <a:ext uri="{FF2B5EF4-FFF2-40B4-BE49-F238E27FC236}">
                  <a16:creationId xmlns:a16="http://schemas.microsoft.com/office/drawing/2014/main" id="{81E1755D-3D9F-4D16-B600-8027B8837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5" name="Freeform 31">
              <a:extLst>
                <a:ext uri="{FF2B5EF4-FFF2-40B4-BE49-F238E27FC236}">
                  <a16:creationId xmlns:a16="http://schemas.microsoft.com/office/drawing/2014/main" id="{9E297B44-AF06-42C5-BF81-53DF855899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8AA09C0F-AF5F-4F78-ABEC-E7815728C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7" name="Freeform 35">
              <a:extLst>
                <a:ext uri="{FF2B5EF4-FFF2-40B4-BE49-F238E27FC236}">
                  <a16:creationId xmlns:a16="http://schemas.microsoft.com/office/drawing/2014/main" id="{8890EF4E-57B7-4994-BA3F-F25E177E5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8" name="Freeform 36">
              <a:extLst>
                <a:ext uri="{FF2B5EF4-FFF2-40B4-BE49-F238E27FC236}">
                  <a16:creationId xmlns:a16="http://schemas.microsoft.com/office/drawing/2014/main" id="{1E9F0B4D-1A6A-4C11-BB61-C76C2B29E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38">
              <a:extLst>
                <a:ext uri="{FF2B5EF4-FFF2-40B4-BE49-F238E27FC236}">
                  <a16:creationId xmlns:a16="http://schemas.microsoft.com/office/drawing/2014/main" id="{65EF05F4-A63B-4C09-9302-44D15E908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39">
              <a:extLst>
                <a:ext uri="{FF2B5EF4-FFF2-40B4-BE49-F238E27FC236}">
                  <a16:creationId xmlns:a16="http://schemas.microsoft.com/office/drawing/2014/main" id="{146A1244-CC2B-4313-B3AC-C6DCEC59A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40">
              <a:extLst>
                <a:ext uri="{FF2B5EF4-FFF2-40B4-BE49-F238E27FC236}">
                  <a16:creationId xmlns:a16="http://schemas.microsoft.com/office/drawing/2014/main" id="{691E85B0-0064-4CF9-893C-93565883F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65" name="椭圆 64">
            <a:extLst>
              <a:ext uri="{FF2B5EF4-FFF2-40B4-BE49-F238E27FC236}">
                <a16:creationId xmlns:a16="http://schemas.microsoft.com/office/drawing/2014/main" id="{C91AC609-1C85-4B31-B732-372D2DCB66BD}"/>
              </a:ext>
            </a:extLst>
          </p:cNvPr>
          <p:cNvSpPr/>
          <p:nvPr userDrawn="1"/>
        </p:nvSpPr>
        <p:spPr>
          <a:xfrm>
            <a:off x="6958403" y="5702153"/>
            <a:ext cx="2640760" cy="529481"/>
          </a:xfrm>
          <a:prstGeom prst="ellipse">
            <a:avLst/>
          </a:prstGeom>
          <a:solidFill>
            <a:schemeClr val="bg2">
              <a:lumMod val="50000"/>
              <a:alpha val="32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C69C672-6372-4EEC-81B5-8A467BF980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469" y="1494982"/>
            <a:ext cx="5799137" cy="4525085"/>
          </a:xfrm>
          <a:prstGeom prst="rect">
            <a:avLst/>
          </a:prstGeom>
        </p:spPr>
      </p:pic>
      <p:sp>
        <p:nvSpPr>
          <p:cNvPr id="23" name="图片占位符 22">
            <a:extLst>
              <a:ext uri="{FF2B5EF4-FFF2-40B4-BE49-F238E27FC236}">
                <a16:creationId xmlns:a16="http://schemas.microsoft.com/office/drawing/2014/main" id="{014561A0-BE0B-400B-9310-464A465969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5656" y="1711325"/>
            <a:ext cx="5324475" cy="30146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E9C6B18-D060-444B-A14D-F88EC02D4727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6E523764-D2B2-4F67-8391-EBFE3731D55A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A5F321BF-3156-4054-84B5-C870628FD3AC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434CB82C-1B5C-4726-9121-6C9D13DCFFFA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A40700DD-4DE6-48BA-85E9-F38FD9A29D5B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AB1FFE08-0928-48AE-B886-8151D1637F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9">
                <a:extLst>
                  <a:ext uri="{FF2B5EF4-FFF2-40B4-BE49-F238E27FC236}">
                    <a16:creationId xmlns:a16="http://schemas.microsoft.com/office/drawing/2014/main" id="{BA010DF6-936F-45D4-9005-6989C9EB08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10">
                <a:extLst>
                  <a:ext uri="{FF2B5EF4-FFF2-40B4-BE49-F238E27FC236}">
                    <a16:creationId xmlns:a16="http://schemas.microsoft.com/office/drawing/2014/main" id="{4B8E84F8-D9FB-4D45-A56C-2E2162E2D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11">
                <a:extLst>
                  <a:ext uri="{FF2B5EF4-FFF2-40B4-BE49-F238E27FC236}">
                    <a16:creationId xmlns:a16="http://schemas.microsoft.com/office/drawing/2014/main" id="{DDDAFEB3-913F-4C4D-9445-B34410C1F0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12">
                <a:extLst>
                  <a:ext uri="{FF2B5EF4-FFF2-40B4-BE49-F238E27FC236}">
                    <a16:creationId xmlns:a16="http://schemas.microsoft.com/office/drawing/2014/main" id="{0007D336-361E-473B-87EF-2799716810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13">
                <a:extLst>
                  <a:ext uri="{FF2B5EF4-FFF2-40B4-BE49-F238E27FC236}">
                    <a16:creationId xmlns:a16="http://schemas.microsoft.com/office/drawing/2014/main" id="{97C4FA5B-7C45-4753-9C81-6CC326798E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14">
                <a:extLst>
                  <a:ext uri="{FF2B5EF4-FFF2-40B4-BE49-F238E27FC236}">
                    <a16:creationId xmlns:a16="http://schemas.microsoft.com/office/drawing/2014/main" id="{757CE777-032E-48A0-B724-6B4155573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15">
                <a:extLst>
                  <a:ext uri="{FF2B5EF4-FFF2-40B4-BE49-F238E27FC236}">
                    <a16:creationId xmlns:a16="http://schemas.microsoft.com/office/drawing/2014/main" id="{2589976A-0533-410E-BA22-3076CD2F0E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16">
                <a:extLst>
                  <a:ext uri="{FF2B5EF4-FFF2-40B4-BE49-F238E27FC236}">
                    <a16:creationId xmlns:a16="http://schemas.microsoft.com/office/drawing/2014/main" id="{789A7A9C-5D88-4CFE-949C-4BD50C637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17">
                <a:extLst>
                  <a:ext uri="{FF2B5EF4-FFF2-40B4-BE49-F238E27FC236}">
                    <a16:creationId xmlns:a16="http://schemas.microsoft.com/office/drawing/2014/main" id="{54737033-7EFA-45ED-9A3E-3C513D17F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18">
                <a:extLst>
                  <a:ext uri="{FF2B5EF4-FFF2-40B4-BE49-F238E27FC236}">
                    <a16:creationId xmlns:a16="http://schemas.microsoft.com/office/drawing/2014/main" id="{F84FD3ED-D293-44A3-8B6B-74990915C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19">
                <a:extLst>
                  <a:ext uri="{FF2B5EF4-FFF2-40B4-BE49-F238E27FC236}">
                    <a16:creationId xmlns:a16="http://schemas.microsoft.com/office/drawing/2014/main" id="{EBC32428-8F94-40E6-8315-EC74B7B882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20">
                <a:extLst>
                  <a:ext uri="{FF2B5EF4-FFF2-40B4-BE49-F238E27FC236}">
                    <a16:creationId xmlns:a16="http://schemas.microsoft.com/office/drawing/2014/main" id="{C614F9F3-BD52-4D49-8A44-9307C921A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21">
                <a:extLst>
                  <a:ext uri="{FF2B5EF4-FFF2-40B4-BE49-F238E27FC236}">
                    <a16:creationId xmlns:a16="http://schemas.microsoft.com/office/drawing/2014/main" id="{A098812A-76D1-450F-8C4D-56268F1D2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22">
                <a:extLst>
                  <a:ext uri="{FF2B5EF4-FFF2-40B4-BE49-F238E27FC236}">
                    <a16:creationId xmlns:a16="http://schemas.microsoft.com/office/drawing/2014/main" id="{BC160648-C668-4C43-B618-7940BA9E0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23">
                <a:extLst>
                  <a:ext uri="{FF2B5EF4-FFF2-40B4-BE49-F238E27FC236}">
                    <a16:creationId xmlns:a16="http://schemas.microsoft.com/office/drawing/2014/main" id="{51EC974B-C963-46EE-AF86-EEA8FA573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24">
                <a:extLst>
                  <a:ext uri="{FF2B5EF4-FFF2-40B4-BE49-F238E27FC236}">
                    <a16:creationId xmlns:a16="http://schemas.microsoft.com/office/drawing/2014/main" id="{A0540C07-CC80-4082-9996-C1B431F42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25">
                <a:extLst>
                  <a:ext uri="{FF2B5EF4-FFF2-40B4-BE49-F238E27FC236}">
                    <a16:creationId xmlns:a16="http://schemas.microsoft.com/office/drawing/2014/main" id="{BE208746-0331-4CFC-ACF1-C6A2B6655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26">
                <a:extLst>
                  <a:ext uri="{FF2B5EF4-FFF2-40B4-BE49-F238E27FC236}">
                    <a16:creationId xmlns:a16="http://schemas.microsoft.com/office/drawing/2014/main" id="{4DE0AB4B-5814-4858-A792-4AF54F7DCB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27">
                <a:extLst>
                  <a:ext uri="{FF2B5EF4-FFF2-40B4-BE49-F238E27FC236}">
                    <a16:creationId xmlns:a16="http://schemas.microsoft.com/office/drawing/2014/main" id="{E9C4E9A3-D1F9-40C5-8266-020B72D15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28">
                <a:extLst>
                  <a:ext uri="{FF2B5EF4-FFF2-40B4-BE49-F238E27FC236}">
                    <a16:creationId xmlns:a16="http://schemas.microsoft.com/office/drawing/2014/main" id="{EFD38642-7EC6-47D5-B6E1-F91E39459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29">
                <a:extLst>
                  <a:ext uri="{FF2B5EF4-FFF2-40B4-BE49-F238E27FC236}">
                    <a16:creationId xmlns:a16="http://schemas.microsoft.com/office/drawing/2014/main" id="{425EE517-DF5D-4520-9FBC-F3A905483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30">
                <a:extLst>
                  <a:ext uri="{FF2B5EF4-FFF2-40B4-BE49-F238E27FC236}">
                    <a16:creationId xmlns:a16="http://schemas.microsoft.com/office/drawing/2014/main" id="{03D1E9A4-410B-4758-94EC-8E4C4C1E2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31">
                <a:extLst>
                  <a:ext uri="{FF2B5EF4-FFF2-40B4-BE49-F238E27FC236}">
                    <a16:creationId xmlns:a16="http://schemas.microsoft.com/office/drawing/2014/main" id="{9B6519BC-8899-4A39-B573-ABA97D254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32">
                <a:extLst>
                  <a:ext uri="{FF2B5EF4-FFF2-40B4-BE49-F238E27FC236}">
                    <a16:creationId xmlns:a16="http://schemas.microsoft.com/office/drawing/2014/main" id="{80F81BCC-56FB-423C-8EDB-BBA82585E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33">
                <a:extLst>
                  <a:ext uri="{FF2B5EF4-FFF2-40B4-BE49-F238E27FC236}">
                    <a16:creationId xmlns:a16="http://schemas.microsoft.com/office/drawing/2014/main" id="{7F17D343-7060-4157-AC10-AF51C2D8D1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34">
                <a:extLst>
                  <a:ext uri="{FF2B5EF4-FFF2-40B4-BE49-F238E27FC236}">
                    <a16:creationId xmlns:a16="http://schemas.microsoft.com/office/drawing/2014/main" id="{B86364ED-65A4-47E0-BC1C-163B5F83F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46">
                <a:extLst>
                  <a:ext uri="{FF2B5EF4-FFF2-40B4-BE49-F238E27FC236}">
                    <a16:creationId xmlns:a16="http://schemas.microsoft.com/office/drawing/2014/main" id="{24EDAF91-56AD-4135-A681-5F5914388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47">
                <a:extLst>
                  <a:ext uri="{FF2B5EF4-FFF2-40B4-BE49-F238E27FC236}">
                    <a16:creationId xmlns:a16="http://schemas.microsoft.com/office/drawing/2014/main" id="{8709186E-F0B3-4EDC-9ADA-C3B1A79B6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48">
                <a:extLst>
                  <a:ext uri="{FF2B5EF4-FFF2-40B4-BE49-F238E27FC236}">
                    <a16:creationId xmlns:a16="http://schemas.microsoft.com/office/drawing/2014/main" id="{8B1B148C-AAF9-4A2E-B640-E5777F317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49">
                <a:extLst>
                  <a:ext uri="{FF2B5EF4-FFF2-40B4-BE49-F238E27FC236}">
                    <a16:creationId xmlns:a16="http://schemas.microsoft.com/office/drawing/2014/main" id="{A3054E55-3FBB-497B-9E98-A559A1EDF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50">
                <a:extLst>
                  <a:ext uri="{FF2B5EF4-FFF2-40B4-BE49-F238E27FC236}">
                    <a16:creationId xmlns:a16="http://schemas.microsoft.com/office/drawing/2014/main" id="{2A49CD72-709C-4ECA-9927-9283F67948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51">
                <a:extLst>
                  <a:ext uri="{FF2B5EF4-FFF2-40B4-BE49-F238E27FC236}">
                    <a16:creationId xmlns:a16="http://schemas.microsoft.com/office/drawing/2014/main" id="{45B7F737-6C27-4377-93E8-DCB7F1634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52">
                <a:extLst>
                  <a:ext uri="{FF2B5EF4-FFF2-40B4-BE49-F238E27FC236}">
                    <a16:creationId xmlns:a16="http://schemas.microsoft.com/office/drawing/2014/main" id="{3990D280-F9BC-41C0-B636-5D715AAED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53">
                <a:extLst>
                  <a:ext uri="{FF2B5EF4-FFF2-40B4-BE49-F238E27FC236}">
                    <a16:creationId xmlns:a16="http://schemas.microsoft.com/office/drawing/2014/main" id="{FE695BB3-06B3-432D-AD8A-EE424C662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54">
                <a:extLst>
                  <a:ext uri="{FF2B5EF4-FFF2-40B4-BE49-F238E27FC236}">
                    <a16:creationId xmlns:a16="http://schemas.microsoft.com/office/drawing/2014/main" id="{0B1A949F-5E5C-4D41-887C-874F10073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55">
                <a:extLst>
                  <a:ext uri="{FF2B5EF4-FFF2-40B4-BE49-F238E27FC236}">
                    <a16:creationId xmlns:a16="http://schemas.microsoft.com/office/drawing/2014/main" id="{50D566C5-2FBE-4030-9DD4-D708F2D3CC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56">
                <a:extLst>
                  <a:ext uri="{FF2B5EF4-FFF2-40B4-BE49-F238E27FC236}">
                    <a16:creationId xmlns:a16="http://schemas.microsoft.com/office/drawing/2014/main" id="{34D413B5-D4A3-48D9-AE01-F864115271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57">
                <a:extLst>
                  <a:ext uri="{FF2B5EF4-FFF2-40B4-BE49-F238E27FC236}">
                    <a16:creationId xmlns:a16="http://schemas.microsoft.com/office/drawing/2014/main" id="{05FC6845-0B7E-40E1-915E-200B70D83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58">
                <a:extLst>
                  <a:ext uri="{FF2B5EF4-FFF2-40B4-BE49-F238E27FC236}">
                    <a16:creationId xmlns:a16="http://schemas.microsoft.com/office/drawing/2014/main" id="{A564A46E-173E-4BC7-9D59-5012FA74D8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14" name="文本占位符 65">
            <a:extLst>
              <a:ext uri="{FF2B5EF4-FFF2-40B4-BE49-F238E27FC236}">
                <a16:creationId xmlns:a16="http://schemas.microsoft.com/office/drawing/2014/main" id="{72AB1941-7269-4209-83A0-3BA98E6BB03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1186452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音乐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E25081-82D7-4CD8-9970-11E93304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285B1F-5A95-460D-828B-D675E1BF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443BCB-E748-45DD-BEEE-363F4DBF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260981B6-C1E2-4958-BFA4-F59869388A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89570" y="2431013"/>
            <a:ext cx="2595932" cy="259593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285219E-AE78-4108-B3C4-9B5DB93C2556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6F1B465-2E8F-4534-9119-74DE7373052E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8B1B33F-4A2E-433C-9DBB-0AEF6002E87A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E6327B0-E2A1-496B-9908-99673E3BE623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3" name="Freeform 7">
                <a:extLst>
                  <a:ext uri="{FF2B5EF4-FFF2-40B4-BE49-F238E27FC236}">
                    <a16:creationId xmlns:a16="http://schemas.microsoft.com/office/drawing/2014/main" id="{472AA650-8A21-46AC-A07B-5BA972DFAB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F128E11A-B31F-4D7F-B0DF-D36F21A7B0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0">
                <a:extLst>
                  <a:ext uri="{FF2B5EF4-FFF2-40B4-BE49-F238E27FC236}">
                    <a16:creationId xmlns:a16="http://schemas.microsoft.com/office/drawing/2014/main" id="{230EA30A-FCFF-485A-A1F0-980D4CE0C9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DC270CA0-F50C-4513-B20D-271E10D984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12">
                <a:extLst>
                  <a:ext uri="{FF2B5EF4-FFF2-40B4-BE49-F238E27FC236}">
                    <a16:creationId xmlns:a16="http://schemas.microsoft.com/office/drawing/2014/main" id="{8A88422B-8DCD-4154-9056-B91E7282C33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13">
                <a:extLst>
                  <a:ext uri="{FF2B5EF4-FFF2-40B4-BE49-F238E27FC236}">
                    <a16:creationId xmlns:a16="http://schemas.microsoft.com/office/drawing/2014/main" id="{DBB18FDD-5161-4FAD-BF2B-DC5E8E5B5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9CFD7459-ECE3-4902-953F-C7BB5820D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5">
                <a:extLst>
                  <a:ext uri="{FF2B5EF4-FFF2-40B4-BE49-F238E27FC236}">
                    <a16:creationId xmlns:a16="http://schemas.microsoft.com/office/drawing/2014/main" id="{7D59C1F8-486A-4841-9EA3-B8D734BE9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16">
                <a:extLst>
                  <a:ext uri="{FF2B5EF4-FFF2-40B4-BE49-F238E27FC236}">
                    <a16:creationId xmlns:a16="http://schemas.microsoft.com/office/drawing/2014/main" id="{621EB56C-3E49-4D66-A9B7-856962BEF1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7">
                <a:extLst>
                  <a:ext uri="{FF2B5EF4-FFF2-40B4-BE49-F238E27FC236}">
                    <a16:creationId xmlns:a16="http://schemas.microsoft.com/office/drawing/2014/main" id="{E4087131-3F0F-4514-8B97-70F5405865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8">
                <a:extLst>
                  <a:ext uri="{FF2B5EF4-FFF2-40B4-BE49-F238E27FC236}">
                    <a16:creationId xmlns:a16="http://schemas.microsoft.com/office/drawing/2014/main" id="{B6A358AA-E63A-457D-9E28-13DD9E3B6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9">
                <a:extLst>
                  <a:ext uri="{FF2B5EF4-FFF2-40B4-BE49-F238E27FC236}">
                    <a16:creationId xmlns:a16="http://schemas.microsoft.com/office/drawing/2014/main" id="{AD68BA2F-1DE1-440D-877B-7BB021FDA2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20">
                <a:extLst>
                  <a:ext uri="{FF2B5EF4-FFF2-40B4-BE49-F238E27FC236}">
                    <a16:creationId xmlns:a16="http://schemas.microsoft.com/office/drawing/2014/main" id="{BF69C310-5819-44B8-8F04-ECB3D88E2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21">
                <a:extLst>
                  <a:ext uri="{FF2B5EF4-FFF2-40B4-BE49-F238E27FC236}">
                    <a16:creationId xmlns:a16="http://schemas.microsoft.com/office/drawing/2014/main" id="{28AE5E55-37FD-44FE-9E7F-FC58BCEF85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22">
                <a:extLst>
                  <a:ext uri="{FF2B5EF4-FFF2-40B4-BE49-F238E27FC236}">
                    <a16:creationId xmlns:a16="http://schemas.microsoft.com/office/drawing/2014/main" id="{98CE4181-15BD-4BD9-AA24-4BC483F9A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23">
                <a:extLst>
                  <a:ext uri="{FF2B5EF4-FFF2-40B4-BE49-F238E27FC236}">
                    <a16:creationId xmlns:a16="http://schemas.microsoft.com/office/drawing/2014/main" id="{05EF2088-CAC8-482C-98D2-64DBF2C56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24">
                <a:extLst>
                  <a:ext uri="{FF2B5EF4-FFF2-40B4-BE49-F238E27FC236}">
                    <a16:creationId xmlns:a16="http://schemas.microsoft.com/office/drawing/2014/main" id="{2DC10A14-8C3D-423C-9014-A82F8574D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25">
                <a:extLst>
                  <a:ext uri="{FF2B5EF4-FFF2-40B4-BE49-F238E27FC236}">
                    <a16:creationId xmlns:a16="http://schemas.microsoft.com/office/drawing/2014/main" id="{5AF94D15-9D7D-4FCE-B46D-A2379264F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26">
                <a:extLst>
                  <a:ext uri="{FF2B5EF4-FFF2-40B4-BE49-F238E27FC236}">
                    <a16:creationId xmlns:a16="http://schemas.microsoft.com/office/drawing/2014/main" id="{43DD58D9-E9D0-4E4A-A5A5-97CBABC9A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27">
                <a:extLst>
                  <a:ext uri="{FF2B5EF4-FFF2-40B4-BE49-F238E27FC236}">
                    <a16:creationId xmlns:a16="http://schemas.microsoft.com/office/drawing/2014/main" id="{5E55492F-165F-4717-8D3A-FF0A662E0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28">
                <a:extLst>
                  <a:ext uri="{FF2B5EF4-FFF2-40B4-BE49-F238E27FC236}">
                    <a16:creationId xmlns:a16="http://schemas.microsoft.com/office/drawing/2014/main" id="{2C89B896-AA33-446B-987C-BA81EE604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29">
                <a:extLst>
                  <a:ext uri="{FF2B5EF4-FFF2-40B4-BE49-F238E27FC236}">
                    <a16:creationId xmlns:a16="http://schemas.microsoft.com/office/drawing/2014/main" id="{84E133B0-9220-4519-AA86-ED2146DB1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30">
                <a:extLst>
                  <a:ext uri="{FF2B5EF4-FFF2-40B4-BE49-F238E27FC236}">
                    <a16:creationId xmlns:a16="http://schemas.microsoft.com/office/drawing/2014/main" id="{59980636-F1AC-44C6-9C51-8BE9DD43C6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31">
                <a:extLst>
                  <a:ext uri="{FF2B5EF4-FFF2-40B4-BE49-F238E27FC236}">
                    <a16:creationId xmlns:a16="http://schemas.microsoft.com/office/drawing/2014/main" id="{20BFF3BA-50CF-4F6A-806F-2F596DA78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32">
                <a:extLst>
                  <a:ext uri="{FF2B5EF4-FFF2-40B4-BE49-F238E27FC236}">
                    <a16:creationId xmlns:a16="http://schemas.microsoft.com/office/drawing/2014/main" id="{EA31E573-8534-41D4-9B59-81ED9538F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33">
                <a:extLst>
                  <a:ext uri="{FF2B5EF4-FFF2-40B4-BE49-F238E27FC236}">
                    <a16:creationId xmlns:a16="http://schemas.microsoft.com/office/drawing/2014/main" id="{87A5BEF7-581F-447D-A6A6-DB47DAA1A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34">
                <a:extLst>
                  <a:ext uri="{FF2B5EF4-FFF2-40B4-BE49-F238E27FC236}">
                    <a16:creationId xmlns:a16="http://schemas.microsoft.com/office/drawing/2014/main" id="{A96D8D9C-3A72-4C79-AC3A-5B1EEC1DFF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46">
                <a:extLst>
                  <a:ext uri="{FF2B5EF4-FFF2-40B4-BE49-F238E27FC236}">
                    <a16:creationId xmlns:a16="http://schemas.microsoft.com/office/drawing/2014/main" id="{EEB391CB-8629-4B8C-B1C0-81B5D1A9B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47">
                <a:extLst>
                  <a:ext uri="{FF2B5EF4-FFF2-40B4-BE49-F238E27FC236}">
                    <a16:creationId xmlns:a16="http://schemas.microsoft.com/office/drawing/2014/main" id="{3BC27A46-D97C-486B-A9E8-D226CD85F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48">
                <a:extLst>
                  <a:ext uri="{FF2B5EF4-FFF2-40B4-BE49-F238E27FC236}">
                    <a16:creationId xmlns:a16="http://schemas.microsoft.com/office/drawing/2014/main" id="{ABF9415B-8439-4757-A3E6-B26C7F65F4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49">
                <a:extLst>
                  <a:ext uri="{FF2B5EF4-FFF2-40B4-BE49-F238E27FC236}">
                    <a16:creationId xmlns:a16="http://schemas.microsoft.com/office/drawing/2014/main" id="{08DD2BB5-BC61-4489-B781-CDDE4E32F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50">
                <a:extLst>
                  <a:ext uri="{FF2B5EF4-FFF2-40B4-BE49-F238E27FC236}">
                    <a16:creationId xmlns:a16="http://schemas.microsoft.com/office/drawing/2014/main" id="{0B8C7C3E-990C-4145-82BC-D34893430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51">
                <a:extLst>
                  <a:ext uri="{FF2B5EF4-FFF2-40B4-BE49-F238E27FC236}">
                    <a16:creationId xmlns:a16="http://schemas.microsoft.com/office/drawing/2014/main" id="{9C13ECA3-1723-4BD8-9B46-22A58C0D1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52">
                <a:extLst>
                  <a:ext uri="{FF2B5EF4-FFF2-40B4-BE49-F238E27FC236}">
                    <a16:creationId xmlns:a16="http://schemas.microsoft.com/office/drawing/2014/main" id="{DF887B1A-5588-43F1-8360-42F89DD72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53">
                <a:extLst>
                  <a:ext uri="{FF2B5EF4-FFF2-40B4-BE49-F238E27FC236}">
                    <a16:creationId xmlns:a16="http://schemas.microsoft.com/office/drawing/2014/main" id="{6F31F799-404F-4F80-A0BA-A8DCBD584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54">
                <a:extLst>
                  <a:ext uri="{FF2B5EF4-FFF2-40B4-BE49-F238E27FC236}">
                    <a16:creationId xmlns:a16="http://schemas.microsoft.com/office/drawing/2014/main" id="{0E351B5A-1C5C-4CA1-8499-BCF7D536A3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55">
                <a:extLst>
                  <a:ext uri="{FF2B5EF4-FFF2-40B4-BE49-F238E27FC236}">
                    <a16:creationId xmlns:a16="http://schemas.microsoft.com/office/drawing/2014/main" id="{D97D3AE0-FE61-4365-9484-60E31FA64A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56">
                <a:extLst>
                  <a:ext uri="{FF2B5EF4-FFF2-40B4-BE49-F238E27FC236}">
                    <a16:creationId xmlns:a16="http://schemas.microsoft.com/office/drawing/2014/main" id="{FEC6A65D-8BC7-4F69-A1A9-EFE5506CFE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57">
                <a:extLst>
                  <a:ext uri="{FF2B5EF4-FFF2-40B4-BE49-F238E27FC236}">
                    <a16:creationId xmlns:a16="http://schemas.microsoft.com/office/drawing/2014/main" id="{B91208B4-4D5F-4AA3-8695-9AB510823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58">
                <a:extLst>
                  <a:ext uri="{FF2B5EF4-FFF2-40B4-BE49-F238E27FC236}">
                    <a16:creationId xmlns:a16="http://schemas.microsoft.com/office/drawing/2014/main" id="{FEDC90AA-B488-4290-B3EC-C41FC304E8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3" name="文本占位符 65">
            <a:extLst>
              <a:ext uri="{FF2B5EF4-FFF2-40B4-BE49-F238E27FC236}">
                <a16:creationId xmlns:a16="http://schemas.microsoft.com/office/drawing/2014/main" id="{0F572104-DCE9-40DA-8528-67A75B94F7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66037B8-6142-4544-AA78-C05A2DCD4FBB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C6EEDD08-6CCF-4F57-98AA-8AA616DE3E5E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E464A1A6-5055-4F49-964D-DDB44352C1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4DE87081-ECDF-4A42-BF4C-71BB154CB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E86B8BE2-2031-4112-AF56-762A39B41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172A4CBF-A2D5-4FEB-BE1A-0EDF5A432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FB828910-1439-4AF5-ADAA-9393A5B94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C6F846C3-9F4B-45EC-90DB-32C75ABAC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7ACB59D3-BF43-4B08-9706-1F60FA9F8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03EAD845-CED5-46F4-9362-3BC33DE503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4" name="Freeform 33">
              <a:extLst>
                <a:ext uri="{FF2B5EF4-FFF2-40B4-BE49-F238E27FC236}">
                  <a16:creationId xmlns:a16="http://schemas.microsoft.com/office/drawing/2014/main" id="{9688C8A1-AE5F-465F-AD52-D070B58C1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6B1F1620-BBA0-4CD3-A1A5-8CA5AE70B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6" name="Freeform 36">
              <a:extLst>
                <a:ext uri="{FF2B5EF4-FFF2-40B4-BE49-F238E27FC236}">
                  <a16:creationId xmlns:a16="http://schemas.microsoft.com/office/drawing/2014/main" id="{4D19FB7D-B425-4F1E-A8E6-DAABFFE7D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7" name="Freeform 38">
              <a:extLst>
                <a:ext uri="{FF2B5EF4-FFF2-40B4-BE49-F238E27FC236}">
                  <a16:creationId xmlns:a16="http://schemas.microsoft.com/office/drawing/2014/main" id="{4AE21276-42CA-4FEB-86A0-3D5C2454A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8" name="Freeform 39">
              <a:extLst>
                <a:ext uri="{FF2B5EF4-FFF2-40B4-BE49-F238E27FC236}">
                  <a16:creationId xmlns:a16="http://schemas.microsoft.com/office/drawing/2014/main" id="{3720F5C3-056C-4D6A-9127-DCDD94568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9" name="Freeform 40">
              <a:extLst>
                <a:ext uri="{FF2B5EF4-FFF2-40B4-BE49-F238E27FC236}">
                  <a16:creationId xmlns:a16="http://schemas.microsoft.com/office/drawing/2014/main" id="{1C3F05F8-78EB-4B48-BE0E-0075C706D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8483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755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Up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5D42C1-672B-41C4-B4E9-673D9DE3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D3232E-A8FC-4C21-B17B-5F11069A0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F791A1-3FDB-4E88-B1C9-0671C719E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6C455-D181-459A-8014-67AAEFFCA7C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31EDBF-36C7-4BBF-BA33-77E817EB3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F83A4-DB69-4D88-BD0A-68E403AE7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48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yota-global.com/company/history_of_toyota/75years/data/automotive_business/production/production/overseas/advancement/index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hyperlink" Target="https://www.marklines.com/en/statistics/product/jp_pro2023" TargetMode="Externa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oldings.panasonic/global/corporate/investors/pdf/annual/2024/sec1_e.pdf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mufg.jp/dam/ir/presentation/2021/pdf/databook2203.pdf" TargetMode="Externa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nso.com/global/en/-/media/global/about-us/investors/annual-report/2023/annual-report-doc-2023-en-07.pdf" TargetMode="Externa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roup.softbank/media/Project/sbg/sbg/pdf/ir/financials/annual_reports/annual-report_fy2025_en.pdf" TargetMode="Externa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pag-lloyd.com/en/company/press/releases/2025/03/hapag-lloyd-publishes-2024-annual-report-and-announces-outlook-f.html" TargetMode="External"/><Relationship Id="rId2" Type="http://schemas.openxmlformats.org/officeDocument/2006/relationships/hyperlink" Target="https://www.marketscreener.com/quote/stock/HAPAG-LLOYD-AG-24857717/news/Hapag-Lloyd-publishes-2024-annual-report-and-announces-outlook-for-current-financial-year-49382082/" TargetMode="Externa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www.weltmarktfuehrerindex.de/profil/dr-johannes-heidenhain" TargetMode="External"/><Relationship Id="rId4" Type="http://schemas.openxmlformats.org/officeDocument/2006/relationships/hyperlink" Target="https://www.heidenhain.co.jp/%E4%BC%81%E6%A5%AD%E6%83%85%E5%A0%B1/%E4%BC%9A%E7%A4%BE%E7%B4%B9%E4%BB%8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706B0920-0437-4EED-A32D-8EBB48689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03" y="1118079"/>
            <a:ext cx="6438095" cy="6450793"/>
          </a:xfrm>
          <a:prstGeom prst="rect">
            <a:avLst/>
          </a:prstGeom>
        </p:spPr>
      </p:pic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DD977392-C052-4392-92F0-D8043A4FC7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4026477"/>
          </a:xfr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E15C77F-1158-4A8C-A75B-4B1645B8FDE5}"/>
              </a:ext>
            </a:extLst>
          </p:cNvPr>
          <p:cNvCxnSpPr>
            <a:cxnSpLocks/>
          </p:cNvCxnSpPr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164F27-EF21-4489-9E54-95816513DBE1}"/>
              </a:ext>
            </a:extLst>
          </p:cNvPr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rgbClr val="0326A0"/>
          </a:solidFill>
          <a:ln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85C2C3-40B9-4664-8E7C-1FDC70F54C92}"/>
              </a:ext>
            </a:extLst>
          </p:cNvPr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PART 01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822DD7F-A9CD-499C-93AE-9AE36686B7B8}"/>
              </a:ext>
            </a:extLst>
          </p:cNvPr>
          <p:cNvCxnSpPr>
            <a:cxnSpLocks/>
          </p:cNvCxnSpPr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0436719-911B-42E8-82EC-F5EFA546CBD9}"/>
              </a:ext>
            </a:extLst>
          </p:cNvPr>
          <p:cNvSpPr txBox="1"/>
          <p:nvPr/>
        </p:nvSpPr>
        <p:spPr>
          <a:xfrm>
            <a:off x="1775520" y="4772125"/>
            <a:ext cx="8712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日本企业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出海的经验</a:t>
            </a: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7FBA1D07-41D0-4A5C-AC70-4236C9DBCEDF}"/>
              </a:ext>
            </a:extLst>
          </p:cNvPr>
          <p:cNvSpPr/>
          <p:nvPr/>
        </p:nvSpPr>
        <p:spPr>
          <a:xfrm>
            <a:off x="5922380" y="6572723"/>
            <a:ext cx="347240" cy="299345"/>
          </a:xfrm>
          <a:prstGeom prst="triangle">
            <a:avLst/>
          </a:prstGeom>
          <a:solidFill>
            <a:srgbClr val="032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41760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017C5CB-B917-4295-AF03-A76B2D5F5EE0}"/>
              </a:ext>
            </a:extLst>
          </p:cNvPr>
          <p:cNvGrpSpPr/>
          <p:nvPr/>
        </p:nvGrpSpPr>
        <p:grpSpPr>
          <a:xfrm>
            <a:off x="-240704" y="246620"/>
            <a:ext cx="5472608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5A436C1-C15F-4395-B0DB-F5ABB84C2E2A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562D85A3-18CD-4C57-B4E2-E9D64F0F98B0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日本企业出海背景与动因</a:t>
              </a:r>
            </a:p>
          </p:txBody>
        </p:sp>
      </p:grp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B096738-9BD0-47CF-BC00-DF6137EDC189}"/>
              </a:ext>
            </a:extLst>
          </p:cNvPr>
          <p:cNvSpPr/>
          <p:nvPr/>
        </p:nvSpPr>
        <p:spPr>
          <a:xfrm>
            <a:off x="622824" y="1279113"/>
            <a:ext cx="10850991" cy="3348255"/>
          </a:xfrm>
          <a:prstGeom prst="roundRect">
            <a:avLst>
              <a:gd name="adj" fmla="val 2751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BE0C936-60F6-4EDD-8F3F-583A5869E065}"/>
              </a:ext>
            </a:extLst>
          </p:cNvPr>
          <p:cNvSpPr/>
          <p:nvPr/>
        </p:nvSpPr>
        <p:spPr>
          <a:xfrm>
            <a:off x="622824" y="4760400"/>
            <a:ext cx="2619304" cy="1517750"/>
          </a:xfrm>
          <a:prstGeom prst="roundRect">
            <a:avLst>
              <a:gd name="adj" fmla="val 482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A14F004-A05C-4197-9DC6-67F01DC99525}"/>
              </a:ext>
            </a:extLst>
          </p:cNvPr>
          <p:cNvSpPr/>
          <p:nvPr/>
        </p:nvSpPr>
        <p:spPr>
          <a:xfrm>
            <a:off x="3395010" y="4765162"/>
            <a:ext cx="2619304" cy="1517750"/>
          </a:xfrm>
          <a:prstGeom prst="roundRect">
            <a:avLst>
              <a:gd name="adj" fmla="val 482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5507850-7DFC-4AC8-9847-71EFA6BCD1C1}"/>
              </a:ext>
            </a:extLst>
          </p:cNvPr>
          <p:cNvSpPr/>
          <p:nvPr/>
        </p:nvSpPr>
        <p:spPr>
          <a:xfrm>
            <a:off x="8939383" y="4765162"/>
            <a:ext cx="2531835" cy="1517750"/>
          </a:xfrm>
          <a:prstGeom prst="roundRect">
            <a:avLst>
              <a:gd name="adj" fmla="val 482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C4129C-0A85-4B62-8949-7E6EF2D326B8}"/>
              </a:ext>
            </a:extLst>
          </p:cNvPr>
          <p:cNvSpPr txBox="1"/>
          <p:nvPr/>
        </p:nvSpPr>
        <p:spPr>
          <a:xfrm>
            <a:off x="4905021" y="1417202"/>
            <a:ext cx="2291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123293B-A93D-4ECD-9E0E-09FC5BE5824A}"/>
              </a:ext>
            </a:extLst>
          </p:cNvPr>
          <p:cNvCxnSpPr>
            <a:cxnSpLocks/>
          </p:cNvCxnSpPr>
          <p:nvPr/>
        </p:nvCxnSpPr>
        <p:spPr>
          <a:xfrm>
            <a:off x="5864066" y="2073454"/>
            <a:ext cx="373697" cy="0"/>
          </a:xfrm>
          <a:prstGeom prst="line">
            <a:avLst/>
          </a:prstGeom>
          <a:ln w="381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C48AA47C-0C54-4FA9-9CB3-B898F321E51B}"/>
              </a:ext>
            </a:extLst>
          </p:cNvPr>
          <p:cNvSpPr/>
          <p:nvPr/>
        </p:nvSpPr>
        <p:spPr>
          <a:xfrm>
            <a:off x="1042268" y="2230859"/>
            <a:ext cx="1001210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二战后日本经济经历恢复</a:t>
            </a:r>
            <a:r>
              <a:rPr lang="en-US" altLang="zh-CN" sz="2400" dirty="0"/>
              <a:t>—</a:t>
            </a:r>
            <a:r>
              <a:rPr lang="zh-CN" altLang="en-US" sz="2400" dirty="0"/>
              <a:t>繁荣</a:t>
            </a:r>
            <a:r>
              <a:rPr lang="en-US" altLang="zh-CN" sz="2400" dirty="0"/>
              <a:t>—</a:t>
            </a:r>
            <a:r>
              <a:rPr lang="zh-CN" altLang="en-US" sz="2400" dirty="0"/>
              <a:t>泡沫</a:t>
            </a:r>
            <a:r>
              <a:rPr lang="en-US" altLang="zh-CN" sz="2400" dirty="0"/>
              <a:t>—</a:t>
            </a:r>
            <a:r>
              <a:rPr lang="zh-CN" altLang="en-US" sz="2400" dirty="0"/>
              <a:t>停滞的周期。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20</a:t>
            </a:r>
            <a:r>
              <a:rPr lang="zh-CN" altLang="en-US" sz="2400" dirty="0"/>
              <a:t>世纪</a:t>
            </a:r>
            <a:r>
              <a:rPr lang="en-US" altLang="zh-CN" sz="2400" dirty="0"/>
              <a:t>90</a:t>
            </a:r>
            <a:r>
              <a:rPr lang="zh-CN" altLang="en-US" sz="2400" dirty="0"/>
              <a:t>年代泡沫破裂后，国内长期增长乏力、市场饱和、通缩严重。</a:t>
            </a:r>
            <a:endParaRPr lang="en-US" altLang="zh-CN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全球化与自由贸易快速推进，区域经济合作（</a:t>
            </a:r>
            <a:r>
              <a:rPr lang="en-US" altLang="zh-CN" sz="2400" dirty="0"/>
              <a:t>EPA</a:t>
            </a:r>
            <a:r>
              <a:rPr lang="zh-CN" altLang="en-US" sz="2400" dirty="0"/>
              <a:t>、</a:t>
            </a:r>
            <a:r>
              <a:rPr lang="en-US" altLang="zh-CN" sz="2400" dirty="0"/>
              <a:t>FTA</a:t>
            </a:r>
            <a:r>
              <a:rPr lang="zh-CN" altLang="en-US" sz="2400" dirty="0"/>
              <a:t>、</a:t>
            </a:r>
            <a:r>
              <a:rPr lang="en-US" altLang="zh-CN" sz="2400" dirty="0"/>
              <a:t>RCEP</a:t>
            </a:r>
            <a:r>
              <a:rPr lang="zh-CN" altLang="en-US" sz="2400" dirty="0"/>
              <a:t>等）为企业出海创造良好制度条件。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美日贸易摩擦、日元升值促使产业链外移。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A95CAF-0A63-4637-88DB-6ADBB47F88D7}"/>
              </a:ext>
            </a:extLst>
          </p:cNvPr>
          <p:cNvSpPr txBox="1"/>
          <p:nvPr/>
        </p:nvSpPr>
        <p:spPr>
          <a:xfrm>
            <a:off x="637606" y="4739660"/>
            <a:ext cx="26711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srgbClr val="034C9C">
                    <a:alpha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01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034C9C">
                  <a:alpha val="1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D07623-4DCC-471A-9727-4709EE909AED}"/>
              </a:ext>
            </a:extLst>
          </p:cNvPr>
          <p:cNvSpPr txBox="1"/>
          <p:nvPr/>
        </p:nvSpPr>
        <p:spPr>
          <a:xfrm>
            <a:off x="784192" y="5229581"/>
            <a:ext cx="2291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需求驱动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C96CC46-CC04-4BA1-940C-329DEF7D5509}"/>
              </a:ext>
            </a:extLst>
          </p:cNvPr>
          <p:cNvSpPr/>
          <p:nvPr/>
        </p:nvSpPr>
        <p:spPr>
          <a:xfrm>
            <a:off x="6167196" y="4765162"/>
            <a:ext cx="2619304" cy="1517750"/>
          </a:xfrm>
          <a:prstGeom prst="roundRect">
            <a:avLst>
              <a:gd name="adj" fmla="val 482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E702AE-55B0-4C6F-AD47-78903415992F}"/>
              </a:ext>
            </a:extLst>
          </p:cNvPr>
          <p:cNvSpPr txBox="1"/>
          <p:nvPr/>
        </p:nvSpPr>
        <p:spPr>
          <a:xfrm>
            <a:off x="3388467" y="4739660"/>
            <a:ext cx="27022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srgbClr val="034C9C">
                    <a:alpha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02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034C9C">
                  <a:alpha val="1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27D3B8-A69D-429A-9686-496D202EDF3C}"/>
              </a:ext>
            </a:extLst>
          </p:cNvPr>
          <p:cNvSpPr txBox="1"/>
          <p:nvPr/>
        </p:nvSpPr>
        <p:spPr>
          <a:xfrm>
            <a:off x="3566159" y="5229581"/>
            <a:ext cx="2291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成本驱动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720427B-99E3-4F5D-97CC-77940EAC4837}"/>
              </a:ext>
            </a:extLst>
          </p:cNvPr>
          <p:cNvSpPr txBox="1"/>
          <p:nvPr/>
        </p:nvSpPr>
        <p:spPr>
          <a:xfrm>
            <a:off x="6167196" y="4784772"/>
            <a:ext cx="26193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srgbClr val="034C9C">
                    <a:alpha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03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034C9C">
                  <a:alpha val="1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BD8650-D144-47ED-BB66-32E8D53978CC}"/>
              </a:ext>
            </a:extLst>
          </p:cNvPr>
          <p:cNvSpPr txBox="1"/>
          <p:nvPr/>
        </p:nvSpPr>
        <p:spPr>
          <a:xfrm>
            <a:off x="6320326" y="5229581"/>
            <a:ext cx="2291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技术驱动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B92785-60E2-4E9B-8A89-22F7E1873EDD}"/>
              </a:ext>
            </a:extLst>
          </p:cNvPr>
          <p:cNvSpPr txBox="1"/>
          <p:nvPr/>
        </p:nvSpPr>
        <p:spPr>
          <a:xfrm>
            <a:off x="8900038" y="4739660"/>
            <a:ext cx="27022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srgbClr val="034C9C">
                    <a:alpha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04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034C9C">
                  <a:alpha val="1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E27479-27FB-464E-B035-520F46BC8BB4}"/>
              </a:ext>
            </a:extLst>
          </p:cNvPr>
          <p:cNvSpPr txBox="1"/>
          <p:nvPr/>
        </p:nvSpPr>
        <p:spPr>
          <a:xfrm>
            <a:off x="9077730" y="5229581"/>
            <a:ext cx="2291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制度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政策推动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0B0DB70-C99E-4CF2-B6B5-77E1E204D86C}"/>
              </a:ext>
            </a:extLst>
          </p:cNvPr>
          <p:cNvSpPr txBox="1"/>
          <p:nvPr/>
        </p:nvSpPr>
        <p:spPr>
          <a:xfrm>
            <a:off x="10635827" y="6413266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6A0FBD3-F373-4913-8128-42530A5B41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03ED9365-F891-4160-9B93-701009C9BD21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50489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017C5CB-B917-4295-AF03-A76B2D5F5EE0}"/>
              </a:ext>
            </a:extLst>
          </p:cNvPr>
          <p:cNvGrpSpPr/>
          <p:nvPr/>
        </p:nvGrpSpPr>
        <p:grpSpPr>
          <a:xfrm>
            <a:off x="-240704" y="246620"/>
            <a:ext cx="4464496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5A436C1-C15F-4395-B0DB-F5ABB84C2E2A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562D85A3-18CD-4C57-B4E2-E9D64F0F98B0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日企出海阶段演变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60B0DB70-C99E-4CF2-B6B5-77E1E204D86C}"/>
              </a:ext>
            </a:extLst>
          </p:cNvPr>
          <p:cNvSpPr txBox="1"/>
          <p:nvPr/>
        </p:nvSpPr>
        <p:spPr>
          <a:xfrm>
            <a:off x="10635827" y="6413266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6A0FBD3-F373-4913-8128-42530A5B41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03ED9365-F891-4160-9B93-701009C9BD21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944BFDB-EA3B-475C-AD9F-18B0160F3A3F}"/>
              </a:ext>
            </a:extLst>
          </p:cNvPr>
          <p:cNvSpPr/>
          <p:nvPr/>
        </p:nvSpPr>
        <p:spPr>
          <a:xfrm>
            <a:off x="1292827" y="1855134"/>
            <a:ext cx="9606347" cy="3964130"/>
          </a:xfrm>
          <a:prstGeom prst="roundRect">
            <a:avLst>
              <a:gd name="adj" fmla="val 277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631750-554B-45B7-90EF-01D378F56888}"/>
              </a:ext>
            </a:extLst>
          </p:cNvPr>
          <p:cNvSpPr txBox="1"/>
          <p:nvPr/>
        </p:nvSpPr>
        <p:spPr>
          <a:xfrm>
            <a:off x="4731700" y="2064319"/>
            <a:ext cx="2762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具体演变阶段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quotation-mark_32371">
            <a:extLst>
              <a:ext uri="{FF2B5EF4-FFF2-40B4-BE49-F238E27FC236}">
                <a16:creationId xmlns:a16="http://schemas.microsoft.com/office/drawing/2014/main" id="{DC03CF0E-63F1-473F-B9F9-88AFF5B97EA3}"/>
              </a:ext>
            </a:extLst>
          </p:cNvPr>
          <p:cNvSpPr>
            <a:spLocks noChangeAspect="1"/>
          </p:cNvSpPr>
          <p:nvPr/>
        </p:nvSpPr>
        <p:spPr bwMode="auto">
          <a:xfrm>
            <a:off x="1083512" y="1508778"/>
            <a:ext cx="1248905" cy="1159135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rgbClr val="0326A0">
              <a:alpha val="10000"/>
            </a:srgbClr>
          </a:solidFill>
          <a:ln>
            <a:noFill/>
          </a:ln>
        </p:spPr>
      </p:sp>
      <p:sp>
        <p:nvSpPr>
          <p:cNvPr id="31" name="right-quote-sign_56826">
            <a:extLst>
              <a:ext uri="{FF2B5EF4-FFF2-40B4-BE49-F238E27FC236}">
                <a16:creationId xmlns:a16="http://schemas.microsoft.com/office/drawing/2014/main" id="{DAB1E55E-326E-4A45-BBE4-08477CC844F5}"/>
              </a:ext>
            </a:extLst>
          </p:cNvPr>
          <p:cNvSpPr>
            <a:spLocks noChangeAspect="1"/>
          </p:cNvSpPr>
          <p:nvPr/>
        </p:nvSpPr>
        <p:spPr bwMode="auto">
          <a:xfrm>
            <a:off x="9819841" y="4835456"/>
            <a:ext cx="1345501" cy="1185832"/>
          </a:xfrm>
          <a:custGeom>
            <a:avLst/>
            <a:gdLst>
              <a:gd name="connsiteX0" fmla="*/ 387182 w 607899"/>
              <a:gd name="connsiteY0" fmla="*/ 0 h 535760"/>
              <a:gd name="connsiteX1" fmla="*/ 576756 w 607899"/>
              <a:gd name="connsiteY1" fmla="*/ 0 h 535760"/>
              <a:gd name="connsiteX2" fmla="*/ 607899 w 607899"/>
              <a:gd name="connsiteY2" fmla="*/ 31095 h 535760"/>
              <a:gd name="connsiteX3" fmla="*/ 607899 w 607899"/>
              <a:gd name="connsiteY3" fmla="*/ 179895 h 535760"/>
              <a:gd name="connsiteX4" fmla="*/ 588633 w 607899"/>
              <a:gd name="connsiteY4" fmla="*/ 352227 h 535760"/>
              <a:gd name="connsiteX5" fmla="*/ 517368 w 607899"/>
              <a:gd name="connsiteY5" fmla="*/ 465449 h 535760"/>
              <a:gd name="connsiteX6" fmla="*/ 412808 w 607899"/>
              <a:gd name="connsiteY6" fmla="*/ 533196 h 535760"/>
              <a:gd name="connsiteX7" fmla="*/ 372219 w 607899"/>
              <a:gd name="connsiteY7" fmla="*/ 517975 h 535760"/>
              <a:gd name="connsiteX8" fmla="*/ 349773 w 607899"/>
              <a:gd name="connsiteY8" fmla="*/ 470679 h 535760"/>
              <a:gd name="connsiteX9" fmla="*/ 365251 w 607899"/>
              <a:gd name="connsiteY9" fmla="*/ 428891 h 535760"/>
              <a:gd name="connsiteX10" fmla="*/ 443390 w 607899"/>
              <a:gd name="connsiteY10" fmla="*/ 370529 h 535760"/>
              <a:gd name="connsiteX11" fmla="*/ 477901 w 607899"/>
              <a:gd name="connsiteY11" fmla="*/ 251471 h 535760"/>
              <a:gd name="connsiteX12" fmla="*/ 387182 w 607899"/>
              <a:gd name="connsiteY12" fmla="*/ 251471 h 535760"/>
              <a:gd name="connsiteX13" fmla="*/ 356039 w 607899"/>
              <a:gd name="connsiteY13" fmla="*/ 220375 h 535760"/>
              <a:gd name="connsiteX14" fmla="*/ 356039 w 607899"/>
              <a:gd name="connsiteY14" fmla="*/ 31095 h 535760"/>
              <a:gd name="connsiteX15" fmla="*/ 387182 w 607899"/>
              <a:gd name="connsiteY15" fmla="*/ 0 h 535760"/>
              <a:gd name="connsiteX16" fmla="*/ 40424 w 607899"/>
              <a:gd name="connsiteY16" fmla="*/ 0 h 535760"/>
              <a:gd name="connsiteX17" fmla="*/ 229998 w 607899"/>
              <a:gd name="connsiteY17" fmla="*/ 0 h 535760"/>
              <a:gd name="connsiteX18" fmla="*/ 261141 w 607899"/>
              <a:gd name="connsiteY18" fmla="*/ 31094 h 535760"/>
              <a:gd name="connsiteX19" fmla="*/ 261141 w 607899"/>
              <a:gd name="connsiteY19" fmla="*/ 179887 h 535760"/>
              <a:gd name="connsiteX20" fmla="*/ 241875 w 607899"/>
              <a:gd name="connsiteY20" fmla="*/ 352631 h 535760"/>
              <a:gd name="connsiteX21" fmla="*/ 170189 w 607899"/>
              <a:gd name="connsiteY21" fmla="*/ 465428 h 535760"/>
              <a:gd name="connsiteX22" fmla="*/ 66144 w 607899"/>
              <a:gd name="connsiteY22" fmla="*/ 533032 h 535760"/>
              <a:gd name="connsiteX23" fmla="*/ 25414 w 607899"/>
              <a:gd name="connsiteY23" fmla="*/ 517859 h 535760"/>
              <a:gd name="connsiteX24" fmla="*/ 3015 w 607899"/>
              <a:gd name="connsiteY24" fmla="*/ 470657 h 535760"/>
              <a:gd name="connsiteX25" fmla="*/ 18493 w 607899"/>
              <a:gd name="connsiteY25" fmla="*/ 428872 h 535760"/>
              <a:gd name="connsiteX26" fmla="*/ 96632 w 607899"/>
              <a:gd name="connsiteY26" fmla="*/ 370513 h 535760"/>
              <a:gd name="connsiteX27" fmla="*/ 131143 w 607899"/>
              <a:gd name="connsiteY27" fmla="*/ 251459 h 535760"/>
              <a:gd name="connsiteX28" fmla="*/ 40424 w 607899"/>
              <a:gd name="connsiteY28" fmla="*/ 251459 h 535760"/>
              <a:gd name="connsiteX29" fmla="*/ 9281 w 607899"/>
              <a:gd name="connsiteY29" fmla="*/ 220365 h 535760"/>
              <a:gd name="connsiteX30" fmla="*/ 9281 w 607899"/>
              <a:gd name="connsiteY30" fmla="*/ 31094 h 535760"/>
              <a:gd name="connsiteX31" fmla="*/ 40424 w 607899"/>
              <a:gd name="connsiteY31" fmla="*/ 0 h 53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7899" h="535760">
                <a:moveTo>
                  <a:pt x="387182" y="0"/>
                </a:moveTo>
                <a:lnTo>
                  <a:pt x="576756" y="0"/>
                </a:lnTo>
                <a:cubicBezTo>
                  <a:pt x="593964" y="0"/>
                  <a:pt x="607899" y="13914"/>
                  <a:pt x="607899" y="31095"/>
                </a:cubicBezTo>
                <a:lnTo>
                  <a:pt x="607899" y="179895"/>
                </a:lnTo>
                <a:cubicBezTo>
                  <a:pt x="607899" y="252731"/>
                  <a:pt x="601493" y="310113"/>
                  <a:pt x="588633" y="352227"/>
                </a:cubicBezTo>
                <a:cubicBezTo>
                  <a:pt x="575820" y="394294"/>
                  <a:pt x="552065" y="432020"/>
                  <a:pt x="517368" y="465449"/>
                </a:cubicBezTo>
                <a:cubicBezTo>
                  <a:pt x="488937" y="492856"/>
                  <a:pt x="454099" y="515361"/>
                  <a:pt x="412808" y="533196"/>
                </a:cubicBezTo>
                <a:cubicBezTo>
                  <a:pt x="397377" y="539826"/>
                  <a:pt x="379467" y="533196"/>
                  <a:pt x="372219" y="517975"/>
                </a:cubicBezTo>
                <a:lnTo>
                  <a:pt x="349773" y="470679"/>
                </a:lnTo>
                <a:cubicBezTo>
                  <a:pt x="342291" y="454851"/>
                  <a:pt x="349212" y="435941"/>
                  <a:pt x="365251" y="428891"/>
                </a:cubicBezTo>
                <a:cubicBezTo>
                  <a:pt x="400089" y="413530"/>
                  <a:pt x="426182" y="394061"/>
                  <a:pt x="443390" y="370529"/>
                </a:cubicBezTo>
                <a:cubicBezTo>
                  <a:pt x="465181" y="340695"/>
                  <a:pt x="476732" y="301055"/>
                  <a:pt x="477901" y="251471"/>
                </a:cubicBezTo>
                <a:lnTo>
                  <a:pt x="387182" y="251471"/>
                </a:lnTo>
                <a:cubicBezTo>
                  <a:pt x="369974" y="251471"/>
                  <a:pt x="356039" y="237557"/>
                  <a:pt x="356039" y="220375"/>
                </a:cubicBezTo>
                <a:lnTo>
                  <a:pt x="356039" y="31095"/>
                </a:lnTo>
                <a:cubicBezTo>
                  <a:pt x="356039" y="13914"/>
                  <a:pt x="369974" y="0"/>
                  <a:pt x="387182" y="0"/>
                </a:cubicBezTo>
                <a:close/>
                <a:moveTo>
                  <a:pt x="40424" y="0"/>
                </a:moveTo>
                <a:lnTo>
                  <a:pt x="229998" y="0"/>
                </a:lnTo>
                <a:cubicBezTo>
                  <a:pt x="247206" y="0"/>
                  <a:pt x="261141" y="13913"/>
                  <a:pt x="261141" y="31094"/>
                </a:cubicBezTo>
                <a:lnTo>
                  <a:pt x="261141" y="179887"/>
                </a:lnTo>
                <a:cubicBezTo>
                  <a:pt x="261141" y="253280"/>
                  <a:pt x="254735" y="310846"/>
                  <a:pt x="241875" y="352631"/>
                </a:cubicBezTo>
                <a:cubicBezTo>
                  <a:pt x="229062" y="394417"/>
                  <a:pt x="205167" y="432000"/>
                  <a:pt x="170189" y="465428"/>
                </a:cubicBezTo>
                <a:cubicBezTo>
                  <a:pt x="141571" y="492741"/>
                  <a:pt x="106920" y="515291"/>
                  <a:pt x="66144" y="533032"/>
                </a:cubicBezTo>
                <a:cubicBezTo>
                  <a:pt x="50665" y="539755"/>
                  <a:pt x="32662" y="533032"/>
                  <a:pt x="25414" y="517859"/>
                </a:cubicBezTo>
                <a:lnTo>
                  <a:pt x="3015" y="470657"/>
                </a:lnTo>
                <a:cubicBezTo>
                  <a:pt x="-4467" y="454830"/>
                  <a:pt x="2454" y="435922"/>
                  <a:pt x="18493" y="428872"/>
                </a:cubicBezTo>
                <a:cubicBezTo>
                  <a:pt x="53331" y="413512"/>
                  <a:pt x="79424" y="394043"/>
                  <a:pt x="96632" y="370513"/>
                </a:cubicBezTo>
                <a:cubicBezTo>
                  <a:pt x="118423" y="340679"/>
                  <a:pt x="129974" y="301041"/>
                  <a:pt x="131143" y="251459"/>
                </a:cubicBezTo>
                <a:lnTo>
                  <a:pt x="40424" y="251459"/>
                </a:lnTo>
                <a:cubicBezTo>
                  <a:pt x="23216" y="251459"/>
                  <a:pt x="9281" y="237546"/>
                  <a:pt x="9281" y="220365"/>
                </a:cubicBezTo>
                <a:lnTo>
                  <a:pt x="9281" y="31094"/>
                </a:lnTo>
                <a:cubicBezTo>
                  <a:pt x="9281" y="13913"/>
                  <a:pt x="23216" y="0"/>
                  <a:pt x="40424" y="0"/>
                </a:cubicBezTo>
                <a:close/>
              </a:path>
            </a:pathLst>
          </a:custGeom>
          <a:solidFill>
            <a:srgbClr val="0326A0">
              <a:alpha val="10000"/>
            </a:srgbClr>
          </a:solidFill>
          <a:ln>
            <a:noFill/>
          </a:ln>
        </p:spPr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14DCF9A8-9EA4-4E18-A805-A5BFEA6C57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651EC66-08F3-F5FB-13DB-8B82693D1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821682"/>
              </p:ext>
            </p:extLst>
          </p:nvPr>
        </p:nvGraphicFramePr>
        <p:xfrm>
          <a:off x="1775520" y="2727048"/>
          <a:ext cx="8203263" cy="2926080"/>
        </p:xfrm>
        <a:graphic>
          <a:graphicData uri="http://schemas.openxmlformats.org/drawingml/2006/table">
            <a:tbl>
              <a:tblPr/>
              <a:tblGrid>
                <a:gridCol w="2734421">
                  <a:extLst>
                    <a:ext uri="{9D8B030D-6E8A-4147-A177-3AD203B41FA5}">
                      <a16:colId xmlns:a16="http://schemas.microsoft.com/office/drawing/2014/main" val="4179280498"/>
                    </a:ext>
                  </a:extLst>
                </a:gridCol>
                <a:gridCol w="2734421">
                  <a:extLst>
                    <a:ext uri="{9D8B030D-6E8A-4147-A177-3AD203B41FA5}">
                      <a16:colId xmlns:a16="http://schemas.microsoft.com/office/drawing/2014/main" val="3898773029"/>
                    </a:ext>
                  </a:extLst>
                </a:gridCol>
                <a:gridCol w="2734421">
                  <a:extLst>
                    <a:ext uri="{9D8B030D-6E8A-4147-A177-3AD203B41FA5}">
                      <a16:colId xmlns:a16="http://schemas.microsoft.com/office/drawing/2014/main" val="727888718"/>
                    </a:ext>
                  </a:extLst>
                </a:gridCol>
              </a:tblGrid>
              <a:tr h="344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阶段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时间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特征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290351"/>
                  </a:ext>
                </a:extLst>
              </a:tr>
              <a:tr h="602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初探期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1950s–1970s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战后“贸易立国”，部分企业海外建厂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856635"/>
                  </a:ext>
                </a:extLst>
              </a:tr>
              <a:tr h="602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投资期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1970s–1980s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日元升值、石油危机，制造业大规模外移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642476"/>
                  </a:ext>
                </a:extLst>
              </a:tr>
              <a:tr h="51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全球化期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1980s–2000s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生产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研发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销售全链条本地化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363345"/>
                  </a:ext>
                </a:extLst>
              </a:tr>
              <a:tr h="602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/>
                        <a:t>结构转型期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2010s–</a:t>
                      </a:r>
                      <a:r>
                        <a:rPr lang="zh-CN" altLang="en-US" dirty="0"/>
                        <a:t>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出海多元化，服务业与中小企业成主力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713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307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00C96-BC1E-FDD1-828C-872CEF489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CCDACE9-B55D-F2A8-896B-A0DA4B3389F7}"/>
              </a:ext>
            </a:extLst>
          </p:cNvPr>
          <p:cNvGrpSpPr/>
          <p:nvPr/>
        </p:nvGrpSpPr>
        <p:grpSpPr>
          <a:xfrm>
            <a:off x="-240704" y="246620"/>
            <a:ext cx="4464496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3D740414-3931-3DCA-EB15-BA5BF04E9F00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4B235B9F-283D-657E-D6DC-11774AA2CB38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日本出海企业特征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CEA761F3-B24F-DD62-033B-5FFF4456B3F4}"/>
              </a:ext>
            </a:extLst>
          </p:cNvPr>
          <p:cNvSpPr txBox="1"/>
          <p:nvPr/>
        </p:nvSpPr>
        <p:spPr>
          <a:xfrm>
            <a:off x="10635827" y="6413266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JUNE 18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D2D2D2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C40ED557-3804-5887-6C8D-6BC613A171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E15EE90-C8C4-056E-4350-003D24807942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29" name="quotation-mark_32371">
            <a:extLst>
              <a:ext uri="{FF2B5EF4-FFF2-40B4-BE49-F238E27FC236}">
                <a16:creationId xmlns:a16="http://schemas.microsoft.com/office/drawing/2014/main" id="{5BCE05C6-98DF-4A25-6C59-F0D53BC2BE22}"/>
              </a:ext>
            </a:extLst>
          </p:cNvPr>
          <p:cNvSpPr>
            <a:spLocks noChangeAspect="1"/>
          </p:cNvSpPr>
          <p:nvPr/>
        </p:nvSpPr>
        <p:spPr bwMode="auto">
          <a:xfrm>
            <a:off x="1083512" y="1508778"/>
            <a:ext cx="1248905" cy="1159135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rgbClr val="0326A0">
              <a:alpha val="10000"/>
            </a:srgbClr>
          </a:solidFill>
          <a:ln>
            <a:noFill/>
          </a:ln>
        </p:spPr>
      </p:sp>
      <p:sp>
        <p:nvSpPr>
          <p:cNvPr id="31" name="right-quote-sign_56826">
            <a:extLst>
              <a:ext uri="{FF2B5EF4-FFF2-40B4-BE49-F238E27FC236}">
                <a16:creationId xmlns:a16="http://schemas.microsoft.com/office/drawing/2014/main" id="{693F090B-8763-0DDC-7DFF-BC0F6E1559FD}"/>
              </a:ext>
            </a:extLst>
          </p:cNvPr>
          <p:cNvSpPr>
            <a:spLocks noChangeAspect="1"/>
          </p:cNvSpPr>
          <p:nvPr/>
        </p:nvSpPr>
        <p:spPr bwMode="auto">
          <a:xfrm>
            <a:off x="9819841" y="4835456"/>
            <a:ext cx="1345501" cy="1185832"/>
          </a:xfrm>
          <a:custGeom>
            <a:avLst/>
            <a:gdLst>
              <a:gd name="connsiteX0" fmla="*/ 387182 w 607899"/>
              <a:gd name="connsiteY0" fmla="*/ 0 h 535760"/>
              <a:gd name="connsiteX1" fmla="*/ 576756 w 607899"/>
              <a:gd name="connsiteY1" fmla="*/ 0 h 535760"/>
              <a:gd name="connsiteX2" fmla="*/ 607899 w 607899"/>
              <a:gd name="connsiteY2" fmla="*/ 31095 h 535760"/>
              <a:gd name="connsiteX3" fmla="*/ 607899 w 607899"/>
              <a:gd name="connsiteY3" fmla="*/ 179895 h 535760"/>
              <a:gd name="connsiteX4" fmla="*/ 588633 w 607899"/>
              <a:gd name="connsiteY4" fmla="*/ 352227 h 535760"/>
              <a:gd name="connsiteX5" fmla="*/ 517368 w 607899"/>
              <a:gd name="connsiteY5" fmla="*/ 465449 h 535760"/>
              <a:gd name="connsiteX6" fmla="*/ 412808 w 607899"/>
              <a:gd name="connsiteY6" fmla="*/ 533196 h 535760"/>
              <a:gd name="connsiteX7" fmla="*/ 372219 w 607899"/>
              <a:gd name="connsiteY7" fmla="*/ 517975 h 535760"/>
              <a:gd name="connsiteX8" fmla="*/ 349773 w 607899"/>
              <a:gd name="connsiteY8" fmla="*/ 470679 h 535760"/>
              <a:gd name="connsiteX9" fmla="*/ 365251 w 607899"/>
              <a:gd name="connsiteY9" fmla="*/ 428891 h 535760"/>
              <a:gd name="connsiteX10" fmla="*/ 443390 w 607899"/>
              <a:gd name="connsiteY10" fmla="*/ 370529 h 535760"/>
              <a:gd name="connsiteX11" fmla="*/ 477901 w 607899"/>
              <a:gd name="connsiteY11" fmla="*/ 251471 h 535760"/>
              <a:gd name="connsiteX12" fmla="*/ 387182 w 607899"/>
              <a:gd name="connsiteY12" fmla="*/ 251471 h 535760"/>
              <a:gd name="connsiteX13" fmla="*/ 356039 w 607899"/>
              <a:gd name="connsiteY13" fmla="*/ 220375 h 535760"/>
              <a:gd name="connsiteX14" fmla="*/ 356039 w 607899"/>
              <a:gd name="connsiteY14" fmla="*/ 31095 h 535760"/>
              <a:gd name="connsiteX15" fmla="*/ 387182 w 607899"/>
              <a:gd name="connsiteY15" fmla="*/ 0 h 535760"/>
              <a:gd name="connsiteX16" fmla="*/ 40424 w 607899"/>
              <a:gd name="connsiteY16" fmla="*/ 0 h 535760"/>
              <a:gd name="connsiteX17" fmla="*/ 229998 w 607899"/>
              <a:gd name="connsiteY17" fmla="*/ 0 h 535760"/>
              <a:gd name="connsiteX18" fmla="*/ 261141 w 607899"/>
              <a:gd name="connsiteY18" fmla="*/ 31094 h 535760"/>
              <a:gd name="connsiteX19" fmla="*/ 261141 w 607899"/>
              <a:gd name="connsiteY19" fmla="*/ 179887 h 535760"/>
              <a:gd name="connsiteX20" fmla="*/ 241875 w 607899"/>
              <a:gd name="connsiteY20" fmla="*/ 352631 h 535760"/>
              <a:gd name="connsiteX21" fmla="*/ 170189 w 607899"/>
              <a:gd name="connsiteY21" fmla="*/ 465428 h 535760"/>
              <a:gd name="connsiteX22" fmla="*/ 66144 w 607899"/>
              <a:gd name="connsiteY22" fmla="*/ 533032 h 535760"/>
              <a:gd name="connsiteX23" fmla="*/ 25414 w 607899"/>
              <a:gd name="connsiteY23" fmla="*/ 517859 h 535760"/>
              <a:gd name="connsiteX24" fmla="*/ 3015 w 607899"/>
              <a:gd name="connsiteY24" fmla="*/ 470657 h 535760"/>
              <a:gd name="connsiteX25" fmla="*/ 18493 w 607899"/>
              <a:gd name="connsiteY25" fmla="*/ 428872 h 535760"/>
              <a:gd name="connsiteX26" fmla="*/ 96632 w 607899"/>
              <a:gd name="connsiteY26" fmla="*/ 370513 h 535760"/>
              <a:gd name="connsiteX27" fmla="*/ 131143 w 607899"/>
              <a:gd name="connsiteY27" fmla="*/ 251459 h 535760"/>
              <a:gd name="connsiteX28" fmla="*/ 40424 w 607899"/>
              <a:gd name="connsiteY28" fmla="*/ 251459 h 535760"/>
              <a:gd name="connsiteX29" fmla="*/ 9281 w 607899"/>
              <a:gd name="connsiteY29" fmla="*/ 220365 h 535760"/>
              <a:gd name="connsiteX30" fmla="*/ 9281 w 607899"/>
              <a:gd name="connsiteY30" fmla="*/ 31094 h 535760"/>
              <a:gd name="connsiteX31" fmla="*/ 40424 w 607899"/>
              <a:gd name="connsiteY31" fmla="*/ 0 h 53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7899" h="535760">
                <a:moveTo>
                  <a:pt x="387182" y="0"/>
                </a:moveTo>
                <a:lnTo>
                  <a:pt x="576756" y="0"/>
                </a:lnTo>
                <a:cubicBezTo>
                  <a:pt x="593964" y="0"/>
                  <a:pt x="607899" y="13914"/>
                  <a:pt x="607899" y="31095"/>
                </a:cubicBezTo>
                <a:lnTo>
                  <a:pt x="607899" y="179895"/>
                </a:lnTo>
                <a:cubicBezTo>
                  <a:pt x="607899" y="252731"/>
                  <a:pt x="601493" y="310113"/>
                  <a:pt x="588633" y="352227"/>
                </a:cubicBezTo>
                <a:cubicBezTo>
                  <a:pt x="575820" y="394294"/>
                  <a:pt x="552065" y="432020"/>
                  <a:pt x="517368" y="465449"/>
                </a:cubicBezTo>
                <a:cubicBezTo>
                  <a:pt x="488937" y="492856"/>
                  <a:pt x="454099" y="515361"/>
                  <a:pt x="412808" y="533196"/>
                </a:cubicBezTo>
                <a:cubicBezTo>
                  <a:pt x="397377" y="539826"/>
                  <a:pt x="379467" y="533196"/>
                  <a:pt x="372219" y="517975"/>
                </a:cubicBezTo>
                <a:lnTo>
                  <a:pt x="349773" y="470679"/>
                </a:lnTo>
                <a:cubicBezTo>
                  <a:pt x="342291" y="454851"/>
                  <a:pt x="349212" y="435941"/>
                  <a:pt x="365251" y="428891"/>
                </a:cubicBezTo>
                <a:cubicBezTo>
                  <a:pt x="400089" y="413530"/>
                  <a:pt x="426182" y="394061"/>
                  <a:pt x="443390" y="370529"/>
                </a:cubicBezTo>
                <a:cubicBezTo>
                  <a:pt x="465181" y="340695"/>
                  <a:pt x="476732" y="301055"/>
                  <a:pt x="477901" y="251471"/>
                </a:cubicBezTo>
                <a:lnTo>
                  <a:pt x="387182" y="251471"/>
                </a:lnTo>
                <a:cubicBezTo>
                  <a:pt x="369974" y="251471"/>
                  <a:pt x="356039" y="237557"/>
                  <a:pt x="356039" y="220375"/>
                </a:cubicBezTo>
                <a:lnTo>
                  <a:pt x="356039" y="31095"/>
                </a:lnTo>
                <a:cubicBezTo>
                  <a:pt x="356039" y="13914"/>
                  <a:pt x="369974" y="0"/>
                  <a:pt x="387182" y="0"/>
                </a:cubicBezTo>
                <a:close/>
                <a:moveTo>
                  <a:pt x="40424" y="0"/>
                </a:moveTo>
                <a:lnTo>
                  <a:pt x="229998" y="0"/>
                </a:lnTo>
                <a:cubicBezTo>
                  <a:pt x="247206" y="0"/>
                  <a:pt x="261141" y="13913"/>
                  <a:pt x="261141" y="31094"/>
                </a:cubicBezTo>
                <a:lnTo>
                  <a:pt x="261141" y="179887"/>
                </a:lnTo>
                <a:cubicBezTo>
                  <a:pt x="261141" y="253280"/>
                  <a:pt x="254735" y="310846"/>
                  <a:pt x="241875" y="352631"/>
                </a:cubicBezTo>
                <a:cubicBezTo>
                  <a:pt x="229062" y="394417"/>
                  <a:pt x="205167" y="432000"/>
                  <a:pt x="170189" y="465428"/>
                </a:cubicBezTo>
                <a:cubicBezTo>
                  <a:pt x="141571" y="492741"/>
                  <a:pt x="106920" y="515291"/>
                  <a:pt x="66144" y="533032"/>
                </a:cubicBezTo>
                <a:cubicBezTo>
                  <a:pt x="50665" y="539755"/>
                  <a:pt x="32662" y="533032"/>
                  <a:pt x="25414" y="517859"/>
                </a:cubicBezTo>
                <a:lnTo>
                  <a:pt x="3015" y="470657"/>
                </a:lnTo>
                <a:cubicBezTo>
                  <a:pt x="-4467" y="454830"/>
                  <a:pt x="2454" y="435922"/>
                  <a:pt x="18493" y="428872"/>
                </a:cubicBezTo>
                <a:cubicBezTo>
                  <a:pt x="53331" y="413512"/>
                  <a:pt x="79424" y="394043"/>
                  <a:pt x="96632" y="370513"/>
                </a:cubicBezTo>
                <a:cubicBezTo>
                  <a:pt x="118423" y="340679"/>
                  <a:pt x="129974" y="301041"/>
                  <a:pt x="131143" y="251459"/>
                </a:cubicBezTo>
                <a:lnTo>
                  <a:pt x="40424" y="251459"/>
                </a:lnTo>
                <a:cubicBezTo>
                  <a:pt x="23216" y="251459"/>
                  <a:pt x="9281" y="237546"/>
                  <a:pt x="9281" y="220365"/>
                </a:cubicBezTo>
                <a:lnTo>
                  <a:pt x="9281" y="31094"/>
                </a:lnTo>
                <a:cubicBezTo>
                  <a:pt x="9281" y="13913"/>
                  <a:pt x="23216" y="0"/>
                  <a:pt x="40424" y="0"/>
                </a:cubicBezTo>
                <a:close/>
              </a:path>
            </a:pathLst>
          </a:custGeom>
          <a:solidFill>
            <a:srgbClr val="0326A0">
              <a:alpha val="10000"/>
            </a:srgbClr>
          </a:solidFill>
          <a:ln>
            <a:noFill/>
          </a:ln>
        </p:spPr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45BBCFF-A014-EF20-88C0-39A33452B9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546DC56-6B7F-2E37-6FBF-092007855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146" y="1811272"/>
            <a:ext cx="1055955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主力军变化：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2800" dirty="0">
                <a:latin typeface="Arial" panose="020B0604020202020204" pitchFamily="34" charset="0"/>
              </a:rPr>
              <a:t>	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从大型制造企业 → 中小企业。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行业转型：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从制造业 → 服务业（金融、零售、信息、住宿）。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布局方向：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东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亚、东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南亚：中国、越南、泰国等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彼时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低成本国家。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欧美：规避壁垒与获取高端技术市场。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战略模式：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“全球生产 + 全球销售”；“地产地消”模式兴起。</a:t>
            </a:r>
          </a:p>
        </p:txBody>
      </p:sp>
    </p:spTree>
    <p:extLst>
      <p:ext uri="{BB962C8B-B14F-4D97-AF65-F5344CB8AC3E}">
        <p14:creationId xmlns:p14="http://schemas.microsoft.com/office/powerpoint/2010/main" val="27429873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5C7A7-3501-0589-F102-E885CB40C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632"/>
            <a:ext cx="10515600" cy="1325563"/>
          </a:xfrm>
        </p:spPr>
        <p:txBody>
          <a:bodyPr/>
          <a:lstStyle/>
          <a:p>
            <a:r>
              <a:rPr lang="zh-CN" altLang="en-US" dirty="0"/>
              <a:t>制造业外迁型 </a:t>
            </a:r>
            <a:r>
              <a:rPr lang="en-US" altLang="zh-CN" dirty="0"/>
              <a:t>—— </a:t>
            </a:r>
            <a:r>
              <a:rPr lang="zh-CN" altLang="en-US" dirty="0"/>
              <a:t>成本导向的“雁行模式”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86A466-0BDD-7288-C79E-63ECB868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D019F9-DD4C-762E-457C-9F2C91BC1D47}"/>
              </a:ext>
            </a:extLst>
          </p:cNvPr>
          <p:cNvSpPr txBox="1"/>
          <p:nvPr/>
        </p:nvSpPr>
        <p:spPr>
          <a:xfrm>
            <a:off x="502246" y="1502839"/>
            <a:ext cx="4384676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丰田汽车（</a:t>
            </a:r>
            <a:r>
              <a:rPr lang="en-US" altLang="zh-CN" sz="2000" b="1" dirty="0"/>
              <a:t>Toyota Motor Corporation</a:t>
            </a:r>
            <a:r>
              <a:rPr lang="zh-CN" altLang="en-US" sz="2000" b="1" dirty="0"/>
              <a:t>）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模式特点：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以制造环节“走出去”为主，核心零部件和技术保留在本土；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通过在东南亚、中国、墨西哥等地建厂降低生产成本；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带动零部件供应链共同出海，形成“日式产业集群”。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背景过程：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战后日本经济复苏，国内资源和劳动力有限，需要出口降本</a:t>
            </a:r>
            <a:endParaRPr lang="en-US" altLang="zh-C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1985</a:t>
            </a:r>
            <a:r>
              <a:rPr lang="zh-CN" altLang="en-US" sz="2000" dirty="0"/>
              <a:t>年</a:t>
            </a:r>
            <a:r>
              <a:rPr lang="en-US" altLang="zh-CN" sz="2000" dirty="0"/>
              <a:t>《</a:t>
            </a:r>
            <a:r>
              <a:rPr lang="zh-CN" altLang="en-US" sz="2000" dirty="0"/>
              <a:t>广场协议</a:t>
            </a:r>
            <a:r>
              <a:rPr lang="en-US" altLang="zh-CN" sz="2000" dirty="0"/>
              <a:t>》</a:t>
            </a:r>
            <a:r>
              <a:rPr lang="zh-CN" altLang="en-US" sz="2000" dirty="0"/>
              <a:t>后，日元升值使出口成本居高不下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3BE2B05-1D7D-A849-6E5F-16C827CDE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922" y="1292510"/>
            <a:ext cx="7023319" cy="4684143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FC09B78-E7DD-6EF4-FFC0-82E873B0B6DD}"/>
              </a:ext>
            </a:extLst>
          </p:cNvPr>
          <p:cNvCxnSpPr/>
          <p:nvPr/>
        </p:nvCxnSpPr>
        <p:spPr>
          <a:xfrm>
            <a:off x="0" y="653882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80C2569-A69B-DA61-B28B-5ACBDB9940CB}"/>
              </a:ext>
            </a:extLst>
          </p:cNvPr>
          <p:cNvSpPr txBox="1"/>
          <p:nvPr/>
        </p:nvSpPr>
        <p:spPr>
          <a:xfrm>
            <a:off x="120768" y="6538821"/>
            <a:ext cx="114903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hlinkClick r:id="rId3"/>
              </a:rPr>
              <a:t>https://www.toyota-global.com/company/history_of_toyota/75years/data/automotive_business/production/production/overseas/advancement/index.html</a:t>
            </a:r>
            <a:endParaRPr lang="en-US" altLang="zh-CN" sz="1200" dirty="0"/>
          </a:p>
          <a:p>
            <a:endParaRPr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7F4C63-BB2A-F1AB-7677-6BBB4C0D9BD3}"/>
              </a:ext>
            </a:extLst>
          </p:cNvPr>
          <p:cNvSpPr txBox="1"/>
          <p:nvPr/>
        </p:nvSpPr>
        <p:spPr>
          <a:xfrm>
            <a:off x="5037826" y="5986732"/>
            <a:ext cx="6745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图</a:t>
            </a:r>
            <a:r>
              <a:rPr lang="en-US" altLang="zh-CN" sz="1200" dirty="0"/>
              <a:t>1</a:t>
            </a:r>
            <a:r>
              <a:rPr lang="zh-CN" altLang="en-US" sz="1200" dirty="0"/>
              <a:t>：丰田汽车出海历史</a:t>
            </a:r>
          </a:p>
        </p:txBody>
      </p:sp>
    </p:spTree>
    <p:extLst>
      <p:ext uri="{BB962C8B-B14F-4D97-AF65-F5344CB8AC3E}">
        <p14:creationId xmlns:p14="http://schemas.microsoft.com/office/powerpoint/2010/main" val="389981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ADEC1-3A86-F018-DDAF-FF9B68C0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680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成效与经验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D465C4-12C1-B432-9DD2-0AF3BA7B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ABB92B-85C3-E024-FD62-E5F0B82D0172}"/>
              </a:ext>
            </a:extLst>
          </p:cNvPr>
          <p:cNvSpPr txBox="1"/>
          <p:nvPr/>
        </p:nvSpPr>
        <p:spPr>
          <a:xfrm>
            <a:off x="669923" y="1028700"/>
            <a:ext cx="61753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实现产业链生产环节全球分布、分散风险；保持核心技术优势与品牌形象</a:t>
            </a:r>
            <a:br>
              <a:rPr lang="en-US" altLang="zh-CN" sz="2000" dirty="0"/>
            </a:br>
            <a:r>
              <a:rPr lang="zh-CN" altLang="en-US" sz="2000" dirty="0"/>
              <a:t>启示：中国制造企业可借鉴其“核心留本土</a:t>
            </a:r>
            <a:r>
              <a:rPr lang="en-US" altLang="zh-CN" sz="2000" dirty="0"/>
              <a:t>—</a:t>
            </a:r>
            <a:r>
              <a:rPr lang="zh-CN" altLang="en-US" sz="2000" dirty="0"/>
              <a:t>生产走海外</a:t>
            </a:r>
            <a:r>
              <a:rPr lang="en-US" altLang="zh-CN" sz="2000" dirty="0"/>
              <a:t>—</a:t>
            </a:r>
            <a:r>
              <a:rPr lang="zh-CN" altLang="en-US" sz="2000" dirty="0"/>
              <a:t>品牌控全球”的结构。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402A5D-FE4A-CAC1-A43F-7504BA3E4122}"/>
              </a:ext>
            </a:extLst>
          </p:cNvPr>
          <p:cNvCxnSpPr/>
          <p:nvPr/>
        </p:nvCxnSpPr>
        <p:spPr>
          <a:xfrm>
            <a:off x="0" y="653882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602BE99-BCC6-455C-860E-21BF18C38788}"/>
              </a:ext>
            </a:extLst>
          </p:cNvPr>
          <p:cNvSpPr txBox="1"/>
          <p:nvPr/>
        </p:nvSpPr>
        <p:spPr>
          <a:xfrm>
            <a:off x="80210" y="6522779"/>
            <a:ext cx="79689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hlinkClick r:id="rId2"/>
              </a:rPr>
              <a:t>https://www.marklines.com/en/statistics/product/jp_pro2023</a:t>
            </a:r>
            <a:endParaRPr lang="en-US" altLang="zh-CN" sz="1600" dirty="0"/>
          </a:p>
          <a:p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F33DF7-FDE4-3469-B9EA-B454C7B285B7}"/>
              </a:ext>
            </a:extLst>
          </p:cNvPr>
          <p:cNvSpPr txBox="1"/>
          <p:nvPr/>
        </p:nvSpPr>
        <p:spPr>
          <a:xfrm>
            <a:off x="889006" y="2801624"/>
            <a:ext cx="55768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如今，丰田汽车的本土生产量维持在总生产量的</a:t>
            </a:r>
            <a:r>
              <a:rPr lang="en-US" altLang="zh-CN" sz="2000" dirty="0"/>
              <a:t>30%</a:t>
            </a:r>
            <a:r>
              <a:rPr lang="zh-CN" altLang="en-US" sz="2000" dirty="0"/>
              <a:t>左右，具体数据如下表。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18FFC0B-B71C-13BD-C609-EC3141AFA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521904"/>
              </p:ext>
            </p:extLst>
          </p:nvPr>
        </p:nvGraphicFramePr>
        <p:xfrm>
          <a:off x="290514" y="3658855"/>
          <a:ext cx="6912000" cy="245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787991554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15586074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778625015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726673197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695017776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67600142"/>
                    </a:ext>
                  </a:extLst>
                </a:gridCol>
              </a:tblGrid>
              <a:tr h="45363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产量统计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辆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870776"/>
                  </a:ext>
                </a:extLst>
              </a:tr>
              <a:tr h="453632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日本生产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341,5864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287,7962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265,6009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337,0752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312,7951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337279"/>
                  </a:ext>
                </a:extLst>
              </a:tr>
              <a:tr h="453632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37.7%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33.5%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29.4%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33.6%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32.9%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258991"/>
                  </a:ext>
                </a:extLst>
              </a:tr>
              <a:tr h="453632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海外生产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563,7653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570,6023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637,0704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666,2419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639,3525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88440"/>
                  </a:ext>
                </a:extLst>
              </a:tr>
              <a:tr h="453632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62.3%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66.5%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70.6%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66.4%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67.1%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68367"/>
                  </a:ext>
                </a:extLst>
              </a:tr>
            </a:tbl>
          </a:graphicData>
        </a:graphic>
      </p:graphicFrame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46C918BA-F709-46A8-E31F-54CF48703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0228329"/>
              </p:ext>
            </p:extLst>
          </p:nvPr>
        </p:nvGraphicFramePr>
        <p:xfrm>
          <a:off x="7202514" y="1136508"/>
          <a:ext cx="4800600" cy="4909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483399BF-B29C-1F78-B313-292F4C36CFF2}"/>
              </a:ext>
            </a:extLst>
          </p:cNvPr>
          <p:cNvSpPr txBox="1"/>
          <p:nvPr/>
        </p:nvSpPr>
        <p:spPr>
          <a:xfrm>
            <a:off x="7427040" y="6107975"/>
            <a:ext cx="1807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图</a:t>
            </a:r>
            <a:r>
              <a:rPr lang="en-US" altLang="zh-CN" sz="1200" dirty="0"/>
              <a:t>2</a:t>
            </a:r>
            <a:r>
              <a:rPr lang="zh-CN" altLang="en-US" sz="1200" dirty="0"/>
              <a:t>：丰田汽车</a:t>
            </a:r>
            <a:r>
              <a:rPr lang="en-US" altLang="zh-CN" sz="1200" dirty="0"/>
              <a:t>2020-2025</a:t>
            </a:r>
            <a:r>
              <a:rPr lang="zh-CN" altLang="en-US" sz="1200" dirty="0"/>
              <a:t>产量统计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1218EB-ABD9-9117-6579-9B46592FC9B7}"/>
              </a:ext>
            </a:extLst>
          </p:cNvPr>
          <p:cNvSpPr txBox="1"/>
          <p:nvPr/>
        </p:nvSpPr>
        <p:spPr>
          <a:xfrm>
            <a:off x="275354" y="6113854"/>
            <a:ext cx="6745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表</a:t>
            </a:r>
            <a:r>
              <a:rPr lang="en-US" altLang="zh-CN" sz="1200" dirty="0"/>
              <a:t>1</a:t>
            </a:r>
            <a:r>
              <a:rPr lang="zh-CN" altLang="en-US" sz="1200" dirty="0"/>
              <a:t>：丰田汽车</a:t>
            </a:r>
            <a:r>
              <a:rPr lang="en-US" altLang="zh-CN" sz="1200" dirty="0"/>
              <a:t>2020-2025</a:t>
            </a:r>
            <a:r>
              <a:rPr lang="zh-CN" altLang="en-US" sz="1200" dirty="0"/>
              <a:t>产量统计</a:t>
            </a:r>
          </a:p>
        </p:txBody>
      </p:sp>
    </p:spTree>
    <p:extLst>
      <p:ext uri="{BB962C8B-B14F-4D97-AF65-F5344CB8AC3E}">
        <p14:creationId xmlns:p14="http://schemas.microsoft.com/office/powerpoint/2010/main" val="1807162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E8143-F39F-79E4-858A-66C3DFA4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本地化深耕型 </a:t>
            </a:r>
            <a:r>
              <a:rPr lang="en-US" altLang="zh-CN" dirty="0"/>
              <a:t>—— </a:t>
            </a:r>
            <a:r>
              <a:rPr lang="zh-CN" altLang="en-US" dirty="0"/>
              <a:t>市场导向的“在地融合”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D47FF3-2F02-214F-A1D2-930C46AAD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759D3C-DE65-F0B1-7698-AD466ED3D93A}"/>
              </a:ext>
            </a:extLst>
          </p:cNvPr>
          <p:cNvSpPr txBox="1"/>
          <p:nvPr/>
        </p:nvSpPr>
        <p:spPr>
          <a:xfrm>
            <a:off x="669924" y="1749324"/>
            <a:ext cx="10850563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松下电器（</a:t>
            </a:r>
            <a:r>
              <a:rPr lang="en-US" altLang="zh-CN" sz="2000" b="1" dirty="0"/>
              <a:t>Panasonic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>
              <a:buNone/>
            </a:pP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模式特点：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从“出口导向”转为“本地化运营”；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强调“地产地消”（</a:t>
            </a:r>
            <a:r>
              <a:rPr lang="en-US" altLang="zh-CN" sz="2000" dirty="0"/>
              <a:t>local production for local consumption</a:t>
            </a:r>
            <a:r>
              <a:rPr lang="zh-CN" altLang="en-US" sz="2000" dirty="0"/>
              <a:t>）；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在海外建立研发、销售与售后网络，实现全链条布局。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历史背景：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20</a:t>
            </a:r>
            <a:r>
              <a:rPr lang="zh-CN" altLang="en-US" sz="2000" dirty="0"/>
              <a:t>世纪</a:t>
            </a:r>
            <a:r>
              <a:rPr lang="en-US" altLang="zh-CN" sz="2000" dirty="0"/>
              <a:t>90</a:t>
            </a:r>
            <a:r>
              <a:rPr lang="zh-CN" altLang="en-US" sz="2000" dirty="0"/>
              <a:t>年代后期，松下在中国、东南亚、美洲全面实施本地化战略。</a:t>
            </a:r>
            <a:endParaRPr lang="en-US" altLang="zh-CN" sz="2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D254D7-6D5D-4EAC-15FF-94741A4BA919}"/>
              </a:ext>
            </a:extLst>
          </p:cNvPr>
          <p:cNvSpPr txBox="1"/>
          <p:nvPr/>
        </p:nvSpPr>
        <p:spPr>
          <a:xfrm>
            <a:off x="669923" y="4758243"/>
            <a:ext cx="112561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特别强调：</a:t>
            </a:r>
            <a:endParaRPr lang="en-US" altLang="zh-CN" sz="2400" b="1" dirty="0"/>
          </a:p>
          <a:p>
            <a:r>
              <a:rPr lang="zh-CN" altLang="en-US" sz="2400" b="1" dirty="0"/>
              <a:t>品牌驱动型企业常选择本地化深耕型；低附加值和规模经济企业常选择雁行模式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3674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C1472-451F-3E2F-7AAB-FFC6D0FBC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成效与经验：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A7BCA8-E233-D865-9AED-25DF3421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C767D1-8BFB-41A0-9AFD-08C2C7AF6F78}"/>
              </a:ext>
            </a:extLst>
          </p:cNvPr>
          <p:cNvSpPr txBox="1"/>
          <p:nvPr/>
        </p:nvSpPr>
        <p:spPr>
          <a:xfrm>
            <a:off x="669924" y="1192937"/>
            <a:ext cx="10023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形成“第二增长曲线”，抵御本土市场疲软；加深品牌与当地消费者情感连接</a:t>
            </a:r>
            <a:br>
              <a:rPr lang="zh-CN" altLang="en-US" sz="2000" dirty="0"/>
            </a:br>
            <a:r>
              <a:rPr lang="zh-CN" altLang="en-US" sz="2000" dirty="0"/>
              <a:t>启示：中国企业出海不能仅追求出口额增长，而要建立“海外本地市场的根系”。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B07645E-6F21-4215-0E50-17373AB51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91" y="3357378"/>
            <a:ext cx="5743576" cy="257987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1D8FFF9-AE78-D17C-22DA-E351306CA60B}"/>
              </a:ext>
            </a:extLst>
          </p:cNvPr>
          <p:cNvSpPr txBox="1"/>
          <p:nvPr/>
        </p:nvSpPr>
        <p:spPr>
          <a:xfrm>
            <a:off x="669923" y="2258686"/>
            <a:ext cx="4899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2024</a:t>
            </a:r>
            <a:r>
              <a:rPr lang="zh-CN" altLang="en-US" sz="1800" dirty="0"/>
              <a:t>财年，松下电器销售额分布如下图：</a:t>
            </a:r>
            <a:endParaRPr lang="en-US" altLang="zh-CN" sz="1800" dirty="0"/>
          </a:p>
          <a:p>
            <a:r>
              <a:rPr lang="zh-CN" altLang="en-US" sz="1800" dirty="0"/>
              <a:t>共</a:t>
            </a:r>
            <a:r>
              <a:rPr lang="en-US" altLang="zh-CN" sz="1800" dirty="0"/>
              <a:t>84964</a:t>
            </a:r>
            <a:r>
              <a:rPr lang="zh-CN" altLang="en-US" sz="1800" dirty="0"/>
              <a:t>亿日元</a:t>
            </a:r>
            <a:endParaRPr lang="en-US" altLang="zh-CN" sz="1800" dirty="0"/>
          </a:p>
          <a:p>
            <a:r>
              <a:rPr lang="zh-CN" altLang="en-US" sz="1800" dirty="0"/>
              <a:t>其中</a:t>
            </a:r>
            <a:r>
              <a:rPr lang="en-US" altLang="zh-CN" sz="1800" dirty="0"/>
              <a:t>60%</a:t>
            </a:r>
            <a:r>
              <a:rPr lang="zh-CN" altLang="en-US" sz="1800" dirty="0"/>
              <a:t>均为海外销售</a:t>
            </a:r>
            <a:r>
              <a:rPr lang="zh-CN" altLang="en-US" dirty="0"/>
              <a:t>，可见营收重心全球化</a:t>
            </a:r>
            <a:endParaRPr lang="en-US" altLang="zh-CN" sz="1800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12D8B0D-D828-6D32-871B-C20165BE9867}"/>
              </a:ext>
            </a:extLst>
          </p:cNvPr>
          <p:cNvCxnSpPr/>
          <p:nvPr/>
        </p:nvCxnSpPr>
        <p:spPr>
          <a:xfrm>
            <a:off x="0" y="657013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2F8EB44-09EC-2F41-3B20-13D6ED07D4AC}"/>
              </a:ext>
            </a:extLst>
          </p:cNvPr>
          <p:cNvGraphicFramePr>
            <a:graphicFrameLocks noGrp="1"/>
          </p:cNvGraphicFramePr>
          <p:nvPr/>
        </p:nvGraphicFramePr>
        <p:xfrm>
          <a:off x="6622094" y="2272457"/>
          <a:ext cx="5043915" cy="396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3915">
                  <a:extLst>
                    <a:ext uri="{9D8B030D-6E8A-4147-A177-3AD203B41FA5}">
                      <a16:colId xmlns:a16="http://schemas.microsoft.com/office/drawing/2014/main" val="2772762455"/>
                    </a:ext>
                  </a:extLst>
                </a:gridCol>
              </a:tblGrid>
              <a:tr h="445637">
                <a:tc>
                  <a:txBody>
                    <a:bodyPr/>
                    <a:lstStyle/>
                    <a:p>
                      <a:r>
                        <a:rPr lang="zh-CN" altLang="en-US" dirty="0"/>
                        <a:t>松下电器的本土化措施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958631"/>
                  </a:ext>
                </a:extLst>
              </a:tr>
              <a:tr h="769182">
                <a:tc>
                  <a:txBody>
                    <a:bodyPr/>
                    <a:lstStyle/>
                    <a:p>
                      <a:r>
                        <a:rPr lang="zh-CN" altLang="en-US" dirty="0"/>
                        <a:t>本地化研发：如印度设立的</a:t>
                      </a:r>
                      <a:r>
                        <a:rPr lang="en-US" altLang="zh-CN" dirty="0"/>
                        <a:t>India </a:t>
                      </a:r>
                      <a:r>
                        <a:rPr lang="en-US" altLang="zh-CN" dirty="0" err="1"/>
                        <a:t>Inonovation</a:t>
                      </a:r>
                      <a:r>
                        <a:rPr lang="en-US" altLang="zh-CN" dirty="0"/>
                        <a:t> Center</a:t>
                      </a:r>
                      <a:r>
                        <a:rPr lang="zh-CN" altLang="en-US" dirty="0"/>
                        <a:t>，联合做研发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025784"/>
                  </a:ext>
                </a:extLst>
              </a:tr>
              <a:tr h="769182">
                <a:tc>
                  <a:txBody>
                    <a:bodyPr/>
                    <a:lstStyle/>
                    <a:p>
                      <a:r>
                        <a:rPr lang="zh-CN" altLang="en-US" dirty="0"/>
                        <a:t>本地化渠道：收购当地标的公司取得渠道覆盖，如收购印度</a:t>
                      </a:r>
                      <a:r>
                        <a:rPr lang="en-US" altLang="zh-CN" dirty="0"/>
                        <a:t>Anchor</a:t>
                      </a:r>
                      <a:r>
                        <a:rPr lang="zh-CN" altLang="en-US" dirty="0"/>
                        <a:t>公司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488647"/>
                  </a:ext>
                </a:extLst>
              </a:tr>
              <a:tr h="445637">
                <a:tc>
                  <a:txBody>
                    <a:bodyPr/>
                    <a:lstStyle/>
                    <a:p>
                      <a:r>
                        <a:rPr lang="zh-CN" altLang="en-US" dirty="0"/>
                        <a:t>本地化体验：在东南亚多地设立展厅和体验中心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100197"/>
                  </a:ext>
                </a:extLst>
              </a:tr>
              <a:tr h="769182">
                <a:tc>
                  <a:txBody>
                    <a:bodyPr/>
                    <a:lstStyle/>
                    <a:p>
                      <a:r>
                        <a:rPr lang="zh-CN" altLang="en-US" dirty="0"/>
                        <a:t>本地化售后：建立本地化售后、服务与经销网络。公司年报显示海外员工比例超过</a:t>
                      </a:r>
                      <a:r>
                        <a:rPr lang="en-US" altLang="zh-CN" dirty="0"/>
                        <a:t>60%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464312"/>
                  </a:ext>
                </a:extLst>
              </a:tr>
              <a:tr h="769182">
                <a:tc>
                  <a:txBody>
                    <a:bodyPr/>
                    <a:lstStyle/>
                    <a:p>
                      <a:r>
                        <a:rPr lang="zh-CN" altLang="en-US" dirty="0"/>
                        <a:t>本地化营销：与</a:t>
                      </a:r>
                      <a:r>
                        <a:rPr lang="en-US" altLang="zh-CN" dirty="0"/>
                        <a:t>local KOL</a:t>
                      </a:r>
                      <a:r>
                        <a:rPr lang="zh-CN" altLang="en-US" dirty="0"/>
                        <a:t>合作，如</a:t>
                      </a:r>
                      <a:r>
                        <a:rPr lang="en-US" altLang="zh-CN" dirty="0"/>
                        <a:t>MEA</a:t>
                      </a:r>
                      <a:r>
                        <a:rPr lang="zh-CN" altLang="en-US" dirty="0"/>
                        <a:t>区域的</a:t>
                      </a:r>
                      <a:r>
                        <a:rPr lang="en-US" altLang="zh-CN" dirty="0"/>
                        <a:t>Influencer Affiliate Program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799732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7FBD693E-1CCC-467D-6D7A-38C181D44F88}"/>
              </a:ext>
            </a:extLst>
          </p:cNvPr>
          <p:cNvSpPr txBox="1"/>
          <p:nvPr/>
        </p:nvSpPr>
        <p:spPr>
          <a:xfrm>
            <a:off x="67110" y="6534834"/>
            <a:ext cx="10626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hlinkClick r:id="rId3"/>
              </a:rPr>
              <a:t>https://holdings.panasonic/global/corporate/investors/pdf/annual/2024/sec1_e.pdf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3FB88D-9C8F-4874-7CF9-4B9567B64A5D}"/>
              </a:ext>
            </a:extLst>
          </p:cNvPr>
          <p:cNvSpPr txBox="1"/>
          <p:nvPr/>
        </p:nvSpPr>
        <p:spPr>
          <a:xfrm>
            <a:off x="525991" y="6174352"/>
            <a:ext cx="6745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图</a:t>
            </a:r>
            <a:r>
              <a:rPr lang="en-US" altLang="zh-CN" sz="1200" dirty="0"/>
              <a:t>3</a:t>
            </a:r>
            <a:r>
              <a:rPr lang="zh-CN" altLang="en-US" sz="1200" dirty="0"/>
              <a:t>：松下电器</a:t>
            </a:r>
            <a:r>
              <a:rPr lang="en-US" altLang="zh-CN" sz="1200" dirty="0"/>
              <a:t>2024</a:t>
            </a:r>
            <a:r>
              <a:rPr lang="zh-CN" altLang="en-US" sz="1200" dirty="0"/>
              <a:t>财年销售额分布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8C9E08-EBD8-B3CB-6F66-9DD2F32B5275}"/>
              </a:ext>
            </a:extLst>
          </p:cNvPr>
          <p:cNvSpPr txBox="1"/>
          <p:nvPr/>
        </p:nvSpPr>
        <p:spPr>
          <a:xfrm>
            <a:off x="6523726" y="6213840"/>
            <a:ext cx="6745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表</a:t>
            </a:r>
            <a:r>
              <a:rPr lang="en-US" altLang="zh-CN" sz="1200" dirty="0"/>
              <a:t>2</a:t>
            </a:r>
            <a:r>
              <a:rPr lang="zh-CN" altLang="en-US" sz="1200" dirty="0"/>
              <a:t>：松下电器本土化措施</a:t>
            </a:r>
          </a:p>
        </p:txBody>
      </p:sp>
    </p:spTree>
    <p:extLst>
      <p:ext uri="{BB962C8B-B14F-4D97-AF65-F5344CB8AC3E}">
        <p14:creationId xmlns:p14="http://schemas.microsoft.com/office/powerpoint/2010/main" val="4014961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E4E50-6694-CDED-2B3B-281E7514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服务业全球化型 </a:t>
            </a:r>
            <a:r>
              <a:rPr lang="en-US" altLang="zh-CN" dirty="0"/>
              <a:t>—— </a:t>
            </a:r>
            <a:r>
              <a:rPr lang="zh-CN" altLang="en-US" dirty="0"/>
              <a:t>由制造延伸至服务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3A5BA0-5F0E-9A0F-CBC5-40B1A3DD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7CABBE-42BB-2636-8E23-E7E95AA269C8}"/>
              </a:ext>
            </a:extLst>
          </p:cNvPr>
          <p:cNvSpPr txBox="1"/>
          <p:nvPr/>
        </p:nvSpPr>
        <p:spPr>
          <a:xfrm>
            <a:off x="669922" y="1842864"/>
            <a:ext cx="108505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三菱</a:t>
            </a:r>
            <a:r>
              <a:rPr lang="en-US" altLang="zh-CN" sz="2000" b="1" dirty="0"/>
              <a:t>UFJ</a:t>
            </a:r>
            <a:r>
              <a:rPr lang="zh-CN" altLang="en-US" sz="2000" b="1" dirty="0"/>
              <a:t>金融集团（</a:t>
            </a:r>
            <a:r>
              <a:rPr lang="en-US" altLang="zh-CN" sz="2000" b="1" dirty="0"/>
              <a:t>MUFG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>
              <a:buNone/>
            </a:pPr>
            <a:endParaRPr lang="zh-CN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模式特点：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从服务日本跨国客户出发，逐步实现海外独立运营；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以金融服务为纽带，伴随制造业和跨国企业出海而出海。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历史背景：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1990</a:t>
            </a:r>
            <a:r>
              <a:rPr lang="zh-CN" altLang="en-US" sz="2000" dirty="0"/>
              <a:t>年代日本金融自由化后，大型银行推动国际业务扩展；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面向东南亚、欧美市场提供融资、投资与企业服务。</a:t>
            </a:r>
            <a:endParaRPr lang="en-US" altLang="zh-C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多年连续收购多家商业银行股份，如持股摩根斯坦利约</a:t>
            </a:r>
            <a:r>
              <a:rPr lang="en-US" altLang="zh-CN" sz="2000" dirty="0"/>
              <a:t>25%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C55286-1434-847E-A516-500F86BF30BB}"/>
              </a:ext>
            </a:extLst>
          </p:cNvPr>
          <p:cNvSpPr txBox="1"/>
          <p:nvPr/>
        </p:nvSpPr>
        <p:spPr>
          <a:xfrm>
            <a:off x="669922" y="4707620"/>
            <a:ext cx="10850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至</a:t>
            </a:r>
            <a:r>
              <a:rPr lang="en-US" altLang="zh-CN" sz="2000" b="1" dirty="0"/>
              <a:t>2022</a:t>
            </a:r>
            <a:r>
              <a:rPr lang="zh-CN" altLang="en-US" sz="2000" b="1" dirty="0"/>
              <a:t>年，</a:t>
            </a:r>
            <a:r>
              <a:rPr lang="en-US" altLang="zh-CN" sz="2000" b="1" dirty="0"/>
              <a:t>MUFG</a:t>
            </a:r>
            <a:r>
              <a:rPr lang="zh-CN" altLang="en-US" sz="2000" b="1" dirty="0"/>
              <a:t>集团总资产位居全球金融集团第五位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566093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6BC77-ECDB-C0C5-FAA8-CAC12109A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932" y="-55034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成效与经验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45FABE-D1DE-E450-C3A9-A10199F8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152F2E-0CE3-24EE-710D-7C7EB558C976}"/>
              </a:ext>
            </a:extLst>
          </p:cNvPr>
          <p:cNvSpPr txBox="1"/>
          <p:nvPr/>
        </p:nvSpPr>
        <p:spPr>
          <a:xfrm>
            <a:off x="745456" y="1028700"/>
            <a:ext cx="108505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成为亚洲资产规模最大的银行集团，利用日本企业在海外布局的网络形成金融支持体系</a:t>
            </a:r>
            <a:br>
              <a:rPr lang="zh-CN" altLang="en-US" sz="2000" dirty="0"/>
            </a:br>
            <a:r>
              <a:rPr lang="zh-CN" altLang="en-US" sz="2000" dirty="0"/>
              <a:t>启示：中国的银行、证券、保险等可借鉴“服务随产业走”的协同出海路径。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440F20-369E-EA90-B0FA-3915B671B203}"/>
              </a:ext>
            </a:extLst>
          </p:cNvPr>
          <p:cNvSpPr txBox="1"/>
          <p:nvPr/>
        </p:nvSpPr>
        <p:spPr>
          <a:xfrm>
            <a:off x="0" y="6488667"/>
            <a:ext cx="8472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https://www.mufg.jp/dam/ir/presentation/2021/pdf/databook2203.pdf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BC6E2F8-6404-6E21-AE37-840D813A5F51}"/>
              </a:ext>
            </a:extLst>
          </p:cNvPr>
          <p:cNvCxnSpPr/>
          <p:nvPr/>
        </p:nvCxnSpPr>
        <p:spPr>
          <a:xfrm>
            <a:off x="0" y="6446844"/>
            <a:ext cx="12192000" cy="41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4BFE895-1490-49E5-F398-626760FD2224}"/>
              </a:ext>
            </a:extLst>
          </p:cNvPr>
          <p:cNvSpPr txBox="1"/>
          <p:nvPr/>
        </p:nvSpPr>
        <p:spPr>
          <a:xfrm>
            <a:off x="617120" y="2737497"/>
            <a:ext cx="61280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观察近几年</a:t>
            </a:r>
            <a:r>
              <a:rPr lang="en-US" altLang="zh-CN" sz="1800" dirty="0"/>
              <a:t>MUFG</a:t>
            </a:r>
            <a:r>
              <a:rPr lang="zh-CN" altLang="en-US" sz="1800" dirty="0"/>
              <a:t>资产规模统计，可以发现海外资产稳定占比</a:t>
            </a:r>
            <a:r>
              <a:rPr lang="en-US" altLang="zh-CN" sz="1800" dirty="0"/>
              <a:t>17%-20%</a:t>
            </a:r>
            <a:r>
              <a:rPr lang="zh-CN" altLang="en-US" sz="1800" dirty="0"/>
              <a:t>左右，证明其稳定海外业务规模👇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0C30F8F-DEE0-7D62-2998-B111A2595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072" y="2085444"/>
            <a:ext cx="4486883" cy="3429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175CE70-3FEB-A0EB-2C70-34EE238E2D38}"/>
              </a:ext>
            </a:extLst>
          </p:cNvPr>
          <p:cNvSpPr txBox="1"/>
          <p:nvPr/>
        </p:nvSpPr>
        <p:spPr>
          <a:xfrm>
            <a:off x="669924" y="1990258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维基百科上统计了</a:t>
            </a:r>
            <a:r>
              <a:rPr lang="en-US" altLang="zh-CN" sz="1800" dirty="0"/>
              <a:t>MUFG</a:t>
            </a:r>
            <a:r>
              <a:rPr lang="zh-CN" altLang="en-US" sz="1800" dirty="0"/>
              <a:t>的主要客户，多为制造业日企👉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C190631-430A-0877-837E-804D9DA4E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610137"/>
              </p:ext>
            </p:extLst>
          </p:nvPr>
        </p:nvGraphicFramePr>
        <p:xfrm>
          <a:off x="617120" y="3637500"/>
          <a:ext cx="5879935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987">
                  <a:extLst>
                    <a:ext uri="{9D8B030D-6E8A-4147-A177-3AD203B41FA5}">
                      <a16:colId xmlns:a16="http://schemas.microsoft.com/office/drawing/2014/main" val="2556040264"/>
                    </a:ext>
                  </a:extLst>
                </a:gridCol>
                <a:gridCol w="1175987">
                  <a:extLst>
                    <a:ext uri="{9D8B030D-6E8A-4147-A177-3AD203B41FA5}">
                      <a16:colId xmlns:a16="http://schemas.microsoft.com/office/drawing/2014/main" val="2701598100"/>
                    </a:ext>
                  </a:extLst>
                </a:gridCol>
                <a:gridCol w="1175987">
                  <a:extLst>
                    <a:ext uri="{9D8B030D-6E8A-4147-A177-3AD203B41FA5}">
                      <a16:colId xmlns:a16="http://schemas.microsoft.com/office/drawing/2014/main" val="464090358"/>
                    </a:ext>
                  </a:extLst>
                </a:gridCol>
                <a:gridCol w="1175987">
                  <a:extLst>
                    <a:ext uri="{9D8B030D-6E8A-4147-A177-3AD203B41FA5}">
                      <a16:colId xmlns:a16="http://schemas.microsoft.com/office/drawing/2014/main" val="565002121"/>
                    </a:ext>
                  </a:extLst>
                </a:gridCol>
                <a:gridCol w="1175987">
                  <a:extLst>
                    <a:ext uri="{9D8B030D-6E8A-4147-A177-3AD203B41FA5}">
                      <a16:colId xmlns:a16="http://schemas.microsoft.com/office/drawing/2014/main" val="2432914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资产规模</a:t>
                      </a:r>
                      <a:endParaRPr lang="en-US" altLang="zh-CN" dirty="0"/>
                    </a:p>
                    <a:p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万亿日元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29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海外资产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70.5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70.4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78.2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77.3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61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总资产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386.8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403.7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397.8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405.9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61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18.2%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17.4%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19.7%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19.0%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77670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54EF078-850C-7151-7187-FEFAE44F04F1}"/>
              </a:ext>
            </a:extLst>
          </p:cNvPr>
          <p:cNvSpPr txBox="1"/>
          <p:nvPr/>
        </p:nvSpPr>
        <p:spPr>
          <a:xfrm>
            <a:off x="521215" y="5491117"/>
            <a:ext cx="6745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表</a:t>
            </a:r>
            <a:r>
              <a:rPr lang="en-US" altLang="zh-CN" sz="1200" dirty="0"/>
              <a:t>3</a:t>
            </a:r>
            <a:r>
              <a:rPr lang="zh-CN" altLang="en-US" sz="1200" dirty="0"/>
              <a:t>：</a:t>
            </a:r>
            <a:r>
              <a:rPr lang="en-US" altLang="zh-CN" sz="1200" dirty="0"/>
              <a:t>MUFG2022-2025</a:t>
            </a:r>
            <a:r>
              <a:rPr lang="zh-CN" altLang="en-US" sz="1200" dirty="0"/>
              <a:t>资产规模分布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404311-8FB9-2FA0-2D2C-BD72D993230F}"/>
              </a:ext>
            </a:extLst>
          </p:cNvPr>
          <p:cNvSpPr txBox="1"/>
          <p:nvPr/>
        </p:nvSpPr>
        <p:spPr>
          <a:xfrm>
            <a:off x="7267072" y="5532940"/>
            <a:ext cx="2404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图</a:t>
            </a:r>
            <a:r>
              <a:rPr lang="en-US" altLang="zh-CN" sz="1200" dirty="0"/>
              <a:t>4</a:t>
            </a:r>
            <a:r>
              <a:rPr lang="zh-CN" altLang="en-US" sz="1200" dirty="0"/>
              <a:t>：</a:t>
            </a:r>
            <a:r>
              <a:rPr lang="en-US" altLang="zh-CN" sz="1200" dirty="0"/>
              <a:t>MUFG</a:t>
            </a:r>
            <a:r>
              <a:rPr lang="zh-CN" altLang="en-US" sz="1200" dirty="0"/>
              <a:t>主要</a:t>
            </a:r>
            <a:r>
              <a:rPr lang="zh-CN" altLang="en-US" sz="1200"/>
              <a:t>客户统计</a:t>
            </a:r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495098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97D50-AF22-54D1-D0B9-CB6E840D4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中小企业链式出海型 </a:t>
            </a:r>
            <a:r>
              <a:rPr lang="en-US" altLang="zh-CN" dirty="0"/>
              <a:t>—— </a:t>
            </a:r>
            <a:r>
              <a:rPr lang="zh-CN" altLang="en-US" dirty="0"/>
              <a:t>跟随主导企业的“协作模式”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2D8112-0428-D0FE-2A78-E62AACA7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A3B560-B18A-D8E6-B1DB-3F6E29824E27}"/>
              </a:ext>
            </a:extLst>
          </p:cNvPr>
          <p:cNvSpPr txBox="1"/>
          <p:nvPr/>
        </p:nvSpPr>
        <p:spPr>
          <a:xfrm>
            <a:off x="818998" y="2204864"/>
            <a:ext cx="108505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电装株式会社（</a:t>
            </a:r>
            <a:r>
              <a:rPr lang="en-US" altLang="zh-CN" sz="2000" b="1" dirty="0"/>
              <a:t>Denso</a:t>
            </a:r>
            <a:r>
              <a:rPr lang="zh-CN" altLang="en-US" sz="2000" b="1" dirty="0"/>
              <a:t>）与其供应链集群</a:t>
            </a:r>
            <a:endParaRPr lang="en-US" altLang="zh-CN" sz="2000" b="1" dirty="0"/>
          </a:p>
          <a:p>
            <a:pPr>
              <a:buNone/>
            </a:pPr>
            <a:endParaRPr lang="zh-CN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模式特点：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上游核心企业带动中小零部件厂商集体出海；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形成“企业生态圈”</a:t>
            </a:r>
            <a:r>
              <a:rPr lang="en-US" altLang="zh-CN" sz="2000" dirty="0"/>
              <a:t>——</a:t>
            </a:r>
            <a:r>
              <a:rPr lang="zh-CN" altLang="en-US" sz="2000" dirty="0"/>
              <a:t>主机厂（如丰田）与其配套商共同在海外设厂；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利用“抱团”模式共享资源、分摊风险。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历史背景：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1980–90</a:t>
            </a:r>
            <a:r>
              <a:rPr lang="zh-CN" altLang="en-US" sz="2000" dirty="0"/>
              <a:t>年代，日本汽车产业链整体向东南亚迁移；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Denso</a:t>
            </a:r>
            <a:r>
              <a:rPr lang="zh-CN" altLang="en-US" sz="2000" dirty="0"/>
              <a:t>等企业在泰国、马来西亚形成零部件产业带。</a:t>
            </a:r>
          </a:p>
        </p:txBody>
      </p:sp>
    </p:spTree>
    <p:extLst>
      <p:ext uri="{BB962C8B-B14F-4D97-AF65-F5344CB8AC3E}">
        <p14:creationId xmlns:p14="http://schemas.microsoft.com/office/powerpoint/2010/main" val="332592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96872-D0BF-3ACE-0671-BB38CD1F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46" y="45337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成效与经验：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881ACB-8FD0-12DF-A629-0AF9A1BD4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1CD094-E5D5-0C52-6F19-3561280F2078}"/>
              </a:ext>
            </a:extLst>
          </p:cNvPr>
          <p:cNvSpPr txBox="1"/>
          <p:nvPr/>
        </p:nvSpPr>
        <p:spPr>
          <a:xfrm>
            <a:off x="669924" y="1192268"/>
            <a:ext cx="103792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降低单个企业的市场进入风险，构建紧密供应链生态，增强海外竞争力；</a:t>
            </a:r>
            <a:br>
              <a:rPr lang="zh-CN" altLang="en-US" sz="2000" dirty="0"/>
            </a:br>
            <a:r>
              <a:rPr lang="zh-CN" altLang="en-US" sz="2000" dirty="0"/>
              <a:t>启示：中国中小企业可通过产业集群、龙头带动实现“抱团出海”。</a:t>
            </a:r>
            <a:br>
              <a:rPr lang="zh-CN" altLang="en-US" sz="2000" dirty="0"/>
            </a:br>
            <a:endParaRPr lang="zh-CN" altLang="en-US" sz="20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29F8F3A-3433-FCC8-F516-F05577205B9F}"/>
              </a:ext>
            </a:extLst>
          </p:cNvPr>
          <p:cNvGraphicFramePr>
            <a:graphicFrameLocks noGrp="1"/>
          </p:cNvGraphicFramePr>
          <p:nvPr/>
        </p:nvGraphicFramePr>
        <p:xfrm>
          <a:off x="1647824" y="3069187"/>
          <a:ext cx="81280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189428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3947691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186433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2246896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098521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88727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营业收入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2025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043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日本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3177.0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3151.1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4703.8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4166.4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4216.4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463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海外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1759.7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2000.4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2695.5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2978.3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2945.4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927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总营收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4936.7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5515.5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6401.3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7144.7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7161.8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562751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842541F-1604-F8DC-DF9C-BFBACAD6C76C}"/>
              </a:ext>
            </a:extLst>
          </p:cNvPr>
          <p:cNvSpPr txBox="1"/>
          <p:nvPr/>
        </p:nvSpPr>
        <p:spPr>
          <a:xfrm>
            <a:off x="669924" y="2268786"/>
            <a:ext cx="103792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下表是</a:t>
            </a:r>
            <a:r>
              <a:rPr lang="en-US" altLang="zh-CN" sz="2000" dirty="0"/>
              <a:t>Denso</a:t>
            </a:r>
            <a:r>
              <a:rPr lang="zh-CN" altLang="en-US" sz="2000" dirty="0"/>
              <a:t>的营收统计</a:t>
            </a:r>
            <a:endParaRPr lang="en-US" altLang="zh-CN" sz="2000" dirty="0"/>
          </a:p>
          <a:p>
            <a:r>
              <a:rPr lang="zh-CN" altLang="en-US" sz="2000" dirty="0"/>
              <a:t>尽管海外应收占比约</a:t>
            </a:r>
            <a:r>
              <a:rPr lang="en-US" altLang="zh-CN" sz="2000" dirty="0"/>
              <a:t>1/3</a:t>
            </a:r>
            <a:r>
              <a:rPr lang="zh-CN" altLang="en-US" sz="2000" dirty="0"/>
              <a:t>，但仍然可以观察到其总营收的逐年快速增长</a:t>
            </a:r>
            <a:br>
              <a:rPr lang="zh-CN" altLang="en-US" sz="2000" dirty="0"/>
            </a:b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F93AA5-DA23-A5B8-737B-1D99575E073B}"/>
              </a:ext>
            </a:extLst>
          </p:cNvPr>
          <p:cNvSpPr txBox="1"/>
          <p:nvPr/>
        </p:nvSpPr>
        <p:spPr>
          <a:xfrm>
            <a:off x="355602" y="4845116"/>
            <a:ext cx="117347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DENSO </a:t>
            </a:r>
            <a:r>
              <a:rPr lang="zh-CN" altLang="en-US" dirty="0"/>
              <a:t>在对客户的收入构成中长期显示对</a:t>
            </a:r>
            <a:r>
              <a:rPr lang="en-US" altLang="zh-CN" dirty="0"/>
              <a:t>Toyota</a:t>
            </a:r>
            <a:r>
              <a:rPr lang="zh-CN" altLang="en-US" dirty="0"/>
              <a:t>的高度依赖（公司信息披露</a:t>
            </a:r>
            <a:r>
              <a:rPr lang="en-US" altLang="zh-CN" dirty="0"/>
              <a:t>Toyota-group </a:t>
            </a:r>
            <a:r>
              <a:rPr lang="zh-CN" altLang="en-US" dirty="0"/>
              <a:t>对 </a:t>
            </a:r>
            <a:r>
              <a:rPr lang="en-US" altLang="zh-CN" dirty="0"/>
              <a:t>DENSO </a:t>
            </a:r>
            <a:r>
              <a:rPr lang="zh-CN" altLang="en-US" dirty="0"/>
              <a:t>营收占比在 </a:t>
            </a:r>
            <a:r>
              <a:rPr lang="en-US" altLang="zh-CN" dirty="0"/>
              <a:t>50% </a:t>
            </a:r>
            <a:r>
              <a:rPr lang="zh-CN" altLang="en-US" dirty="0"/>
              <a:t>附近）。这说明 </a:t>
            </a:r>
            <a:r>
              <a:rPr lang="en-US" altLang="zh-CN" dirty="0"/>
              <a:t>DENSO </a:t>
            </a:r>
            <a:r>
              <a:rPr lang="zh-CN" altLang="en-US" dirty="0"/>
              <a:t>的客户与 </a:t>
            </a:r>
            <a:r>
              <a:rPr lang="en-US" altLang="zh-CN" dirty="0"/>
              <a:t>Toyota </a:t>
            </a:r>
            <a:r>
              <a:rPr lang="zh-CN" altLang="en-US" dirty="0"/>
              <a:t>紧密绑定，其海外业务经常与 </a:t>
            </a:r>
            <a:r>
              <a:rPr lang="en-US" altLang="zh-CN" dirty="0"/>
              <a:t>Toyota </a:t>
            </a:r>
            <a:r>
              <a:rPr lang="zh-CN" altLang="en-US" dirty="0"/>
              <a:t>的海外生产</a:t>
            </a:r>
            <a:r>
              <a:rPr lang="en-US" altLang="zh-CN" dirty="0"/>
              <a:t>/</a:t>
            </a:r>
            <a:r>
              <a:rPr lang="zh-CN" altLang="en-US" dirty="0"/>
              <a:t>销售节点重合。</a:t>
            </a:r>
            <a:endParaRPr lang="en-US" altLang="zh-CN" dirty="0"/>
          </a:p>
          <a:p>
            <a:r>
              <a:rPr lang="zh-CN" altLang="en-US" dirty="0"/>
              <a:t>近年</a:t>
            </a:r>
            <a:r>
              <a:rPr lang="en-US" altLang="zh-CN" dirty="0"/>
              <a:t>DENSO</a:t>
            </a:r>
            <a:r>
              <a:rPr lang="zh-CN" altLang="en-US" dirty="0"/>
              <a:t>与</a:t>
            </a:r>
            <a:r>
              <a:rPr lang="en-US" altLang="zh-CN" dirty="0"/>
              <a:t>Toyota</a:t>
            </a:r>
            <a:r>
              <a:rPr lang="zh-CN" altLang="en-US" dirty="0"/>
              <a:t>成立了电子元件联合研发结构</a:t>
            </a:r>
            <a:endParaRPr lang="en-US" altLang="zh-CN" dirty="0"/>
          </a:p>
          <a:p>
            <a:r>
              <a:rPr lang="zh-CN" altLang="en-US" dirty="0"/>
              <a:t>官网信息也表明</a:t>
            </a:r>
            <a:r>
              <a:rPr lang="en-US" altLang="zh-CN" dirty="0"/>
              <a:t>Denso</a:t>
            </a:r>
            <a:r>
              <a:rPr lang="zh-CN" altLang="en-US" dirty="0"/>
              <a:t>“在北美、欧洲、亚洲、中国、日本等六大区构建以靠近客户为原则的生产结构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AFAF14B-F232-A821-0210-78602BC826BE}"/>
              </a:ext>
            </a:extLst>
          </p:cNvPr>
          <p:cNvCxnSpPr/>
          <p:nvPr/>
        </p:nvCxnSpPr>
        <p:spPr>
          <a:xfrm>
            <a:off x="0" y="6446844"/>
            <a:ext cx="12192000" cy="41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05F2235-9931-BC38-32D5-3468ED7DF5B5}"/>
              </a:ext>
            </a:extLst>
          </p:cNvPr>
          <p:cNvSpPr txBox="1"/>
          <p:nvPr/>
        </p:nvSpPr>
        <p:spPr>
          <a:xfrm>
            <a:off x="0" y="6488667"/>
            <a:ext cx="12484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hlinkClick r:id="rId2"/>
              </a:rPr>
              <a:t>https://www.denso.com/global/en/-/media/global/about-us/investors/annual-report/2023/annual-report-doc-2023-en-07.pdf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6E21BA-33B6-4014-D264-7D050BB8C8D6}"/>
              </a:ext>
            </a:extLst>
          </p:cNvPr>
          <p:cNvSpPr txBox="1"/>
          <p:nvPr/>
        </p:nvSpPr>
        <p:spPr>
          <a:xfrm>
            <a:off x="1647824" y="4603426"/>
            <a:ext cx="6745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表</a:t>
            </a:r>
            <a:r>
              <a:rPr lang="en-US" altLang="zh-CN" sz="1200" dirty="0"/>
              <a:t>4</a:t>
            </a:r>
            <a:r>
              <a:rPr lang="zh-CN" altLang="en-US" sz="1200" dirty="0"/>
              <a:t>：</a:t>
            </a:r>
            <a:r>
              <a:rPr lang="en-US" altLang="zh-CN" sz="1200" dirty="0"/>
              <a:t>DENSO2021-2025</a:t>
            </a:r>
            <a:r>
              <a:rPr lang="zh-CN" altLang="en-US" sz="1200" dirty="0"/>
              <a:t>营收统计</a:t>
            </a:r>
          </a:p>
        </p:txBody>
      </p:sp>
    </p:spTree>
    <p:extLst>
      <p:ext uri="{BB962C8B-B14F-4D97-AF65-F5344CB8AC3E}">
        <p14:creationId xmlns:p14="http://schemas.microsoft.com/office/powerpoint/2010/main" val="1676304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88E7B-28A4-F86A-A8E9-78EC1C0E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战略并购型 </a:t>
            </a:r>
            <a:r>
              <a:rPr lang="en-US" altLang="zh-CN" dirty="0"/>
              <a:t>—— </a:t>
            </a:r>
            <a:r>
              <a:rPr lang="zh-CN" altLang="en-US" dirty="0"/>
              <a:t>技术与品牌的国际收购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29F384-E738-6315-52C7-BEB890FE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F14EA6-719B-E38D-87BA-DA0C9E562B4D}"/>
              </a:ext>
            </a:extLst>
          </p:cNvPr>
          <p:cNvSpPr txBox="1"/>
          <p:nvPr/>
        </p:nvSpPr>
        <p:spPr>
          <a:xfrm>
            <a:off x="670719" y="1997839"/>
            <a:ext cx="108505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软银集团（</a:t>
            </a:r>
            <a:r>
              <a:rPr lang="en-US" altLang="zh-CN" sz="2000" b="1" dirty="0"/>
              <a:t>SoftBank Group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>
              <a:buNone/>
            </a:pPr>
            <a:endParaRPr lang="zh-CN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模式特点：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以资本为核心，通过收购和投资掌握全球高科技资产；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投资对象涵盖电信、</a:t>
            </a:r>
            <a:r>
              <a:rPr lang="en-US" altLang="zh-CN" sz="2000" dirty="0"/>
              <a:t>AI</a:t>
            </a:r>
            <a:r>
              <a:rPr lang="zh-CN" altLang="en-US" sz="2000" dirty="0"/>
              <a:t>、芯片、机器人等领域（如收购</a:t>
            </a:r>
            <a:r>
              <a:rPr lang="en-US" altLang="zh-CN" sz="2000" dirty="0"/>
              <a:t>ARM</a:t>
            </a:r>
            <a:r>
              <a:rPr lang="zh-CN" altLang="en-US" sz="2000" dirty="0"/>
              <a:t>、投资阿里巴巴）。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历史背景：</a:t>
            </a:r>
            <a:endParaRPr lang="zh-CN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21</a:t>
            </a:r>
            <a:r>
              <a:rPr lang="zh-CN" altLang="en-US" sz="2000" dirty="0"/>
              <a:t>世纪以来，日本经济增长缓慢，国内创新受限，软银以投资全球创新企业为战略出路。</a:t>
            </a:r>
            <a:endParaRPr lang="en-US" altLang="zh-C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软银集团通过其 “</a:t>
            </a:r>
            <a:r>
              <a:rPr lang="en-US" altLang="zh-CN" sz="2000" dirty="0"/>
              <a:t>SoftBank Vision Fund” </a:t>
            </a:r>
            <a:r>
              <a:rPr lang="zh-CN" altLang="en-US" sz="2000" dirty="0"/>
              <a:t>系列基金进行科技投资，其投资组合涵盖大量全球高科技初创</a:t>
            </a:r>
            <a:r>
              <a:rPr lang="en-US" altLang="zh-CN" sz="2000" dirty="0"/>
              <a:t>or</a:t>
            </a:r>
            <a:r>
              <a:rPr lang="zh-CN" altLang="en-US" sz="2000" dirty="0"/>
              <a:t>成长型公司</a:t>
            </a:r>
          </a:p>
        </p:txBody>
      </p:sp>
    </p:spTree>
    <p:extLst>
      <p:ext uri="{BB962C8B-B14F-4D97-AF65-F5344CB8AC3E}">
        <p14:creationId xmlns:p14="http://schemas.microsoft.com/office/powerpoint/2010/main" val="3347665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B46DA-FEFC-664C-9CEF-3C8039A32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3" y="-7301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成效与经验：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359404-013A-B4BE-A88B-1166356A5441}"/>
              </a:ext>
            </a:extLst>
          </p:cNvPr>
          <p:cNvSpPr txBox="1"/>
          <p:nvPr/>
        </p:nvSpPr>
        <p:spPr>
          <a:xfrm>
            <a:off x="669923" y="1028700"/>
            <a:ext cx="10850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形成“资本驱动型国际化”模式，成功获得技术与品牌溢价；</a:t>
            </a:r>
            <a:br>
              <a:rPr lang="zh-CN" altLang="en-US" dirty="0"/>
            </a:br>
            <a:r>
              <a:rPr lang="zh-CN" altLang="en-US" dirty="0"/>
              <a:t>启示：中国龙头企业（尤其是数字与高科技领域）可利用资本全球化实现“弯道超车”。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DA3B96-C853-89ED-2EBD-66CAA57DA88F}"/>
              </a:ext>
            </a:extLst>
          </p:cNvPr>
          <p:cNvSpPr txBox="1"/>
          <p:nvPr/>
        </p:nvSpPr>
        <p:spPr>
          <a:xfrm>
            <a:off x="669923" y="2429662"/>
            <a:ext cx="20572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截至</a:t>
            </a:r>
            <a:r>
              <a:rPr lang="en-US" altLang="zh-CN" dirty="0"/>
              <a:t>2025.6.30</a:t>
            </a:r>
            <a:r>
              <a:rPr lang="zh-CN" altLang="en-US" dirty="0"/>
              <a:t>，软银披露资产净值约为</a:t>
            </a:r>
            <a:r>
              <a:rPr lang="en-US" altLang="zh-CN" dirty="0"/>
              <a:t>32.4</a:t>
            </a:r>
            <a:r>
              <a:rPr lang="zh-CN" altLang="en-US" dirty="0"/>
              <a:t>万亿日元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· </a:t>
            </a:r>
            <a:r>
              <a:rPr lang="zh-CN" altLang="en-US" dirty="0"/>
              <a:t>截至</a:t>
            </a:r>
            <a:r>
              <a:rPr lang="en-US" altLang="zh-CN" dirty="0"/>
              <a:t>2024</a:t>
            </a:r>
            <a:r>
              <a:rPr lang="zh-CN" altLang="en-US" dirty="0"/>
              <a:t>财年，软银总资产约</a:t>
            </a:r>
            <a:r>
              <a:rPr lang="en-US" altLang="zh-CN" dirty="0"/>
              <a:t>46.72</a:t>
            </a:r>
            <a:r>
              <a:rPr lang="zh-CN" altLang="en-US" dirty="0"/>
              <a:t>万亿日元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右图是软银对海外高新科技企业的收购</a:t>
            </a:r>
            <a:r>
              <a:rPr lang="en-US" altLang="zh-CN" dirty="0"/>
              <a:t>/</a:t>
            </a:r>
            <a:r>
              <a:rPr lang="zh-CN" altLang="en-US" dirty="0"/>
              <a:t>投资表👉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8AC569-7801-6A4B-8413-194D4DD3F67D}"/>
              </a:ext>
            </a:extLst>
          </p:cNvPr>
          <p:cNvSpPr txBox="1"/>
          <p:nvPr/>
        </p:nvSpPr>
        <p:spPr>
          <a:xfrm>
            <a:off x="110067" y="6489711"/>
            <a:ext cx="863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hlinkClick r:id="rId2"/>
              </a:rPr>
              <a:t>https://group.softbank/media/Project/sbg/sbg/pdf/ir/financials/annual_reports/annual-report_fy2025_en.pdf</a:t>
            </a:r>
            <a:endParaRPr lang="en-US" altLang="zh-CN" sz="1400" dirty="0"/>
          </a:p>
          <a:p>
            <a:endParaRPr lang="zh-CN" altLang="en-US" sz="1400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C7F42BB-EF3F-48D6-904C-30CA026C5EBD}"/>
              </a:ext>
            </a:extLst>
          </p:cNvPr>
          <p:cNvCxnSpPr/>
          <p:nvPr/>
        </p:nvCxnSpPr>
        <p:spPr>
          <a:xfrm>
            <a:off x="0" y="6446844"/>
            <a:ext cx="12192000" cy="41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AE7949F-318D-4AB9-5EA6-41CA43D86861}"/>
              </a:ext>
            </a:extLst>
          </p:cNvPr>
          <p:cNvGraphicFramePr>
            <a:graphicFrameLocks noGrp="1"/>
          </p:cNvGraphicFramePr>
          <p:nvPr/>
        </p:nvGraphicFramePr>
        <p:xfrm>
          <a:off x="3014579" y="1772961"/>
          <a:ext cx="8691466" cy="44305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41638">
                  <a:extLst>
                    <a:ext uri="{9D8B030D-6E8A-4147-A177-3AD203B41FA5}">
                      <a16:colId xmlns:a16="http://schemas.microsoft.com/office/drawing/2014/main" val="2717891852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1051823370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4183763630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244557131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417843515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3076983068"/>
                    </a:ext>
                  </a:extLst>
                </a:gridCol>
                <a:gridCol w="1241638">
                  <a:extLst>
                    <a:ext uri="{9D8B030D-6E8A-4147-A177-3AD203B41FA5}">
                      <a16:colId xmlns:a16="http://schemas.microsoft.com/office/drawing/2014/main" val="2162572097"/>
                    </a:ext>
                  </a:extLst>
                </a:gridCol>
              </a:tblGrid>
              <a:tr h="27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年份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投资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收购标的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国家</a:t>
                      </a:r>
                      <a:r>
                        <a:rPr lang="en-US" altLang="zh-CN" sz="1100" b="1" dirty="0"/>
                        <a:t>/</a:t>
                      </a:r>
                      <a:r>
                        <a:rPr lang="zh-CN" altLang="en-US" sz="1100" b="1" dirty="0"/>
                        <a:t>地区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行业领域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投资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收购金额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投资方式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主要来源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418170004"/>
                  </a:ext>
                </a:extLst>
              </a:tr>
              <a:tr h="387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2015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Coupang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韩国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电商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10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直接投资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Reuters, SoftBank </a:t>
                      </a:r>
                      <a:r>
                        <a:rPr lang="zh-CN" altLang="en-US" sz="1100" b="1"/>
                        <a:t>公告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3698053402"/>
                  </a:ext>
                </a:extLst>
              </a:tr>
              <a:tr h="36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2016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ARM Holdings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英国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半导体</a:t>
                      </a:r>
                      <a:r>
                        <a:rPr lang="en-US" altLang="zh-CN" sz="1100" b="1"/>
                        <a:t>/</a:t>
                      </a:r>
                      <a:r>
                        <a:rPr lang="en-US" sz="1100" b="1"/>
                        <a:t>IP </a:t>
                      </a:r>
                      <a:r>
                        <a:rPr lang="zh-CN" altLang="en-US" sz="1100" b="1"/>
                        <a:t>设计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320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全资收购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SoftBank </a:t>
                      </a:r>
                      <a:r>
                        <a:rPr lang="zh-CN" altLang="en-US" sz="1100" b="1"/>
                        <a:t>年报</a:t>
                      </a:r>
                      <a:r>
                        <a:rPr lang="en-US" altLang="zh-CN" sz="1100" b="1"/>
                        <a:t>, </a:t>
                      </a:r>
                      <a:r>
                        <a:rPr lang="en-US" sz="1100" b="1"/>
                        <a:t>FT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1289418052"/>
                  </a:ext>
                </a:extLst>
              </a:tr>
              <a:tr h="36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2017–2019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WeWork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美国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共享办公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约 </a:t>
                      </a:r>
                      <a:r>
                        <a:rPr lang="en-US" altLang="zh-CN" sz="1100" b="1"/>
                        <a:t>104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多轮投资与控股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Bloomberg, Reuters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1334732171"/>
                  </a:ext>
                </a:extLst>
              </a:tr>
              <a:tr h="36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Uber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美国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出行平台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约 </a:t>
                      </a:r>
                      <a:r>
                        <a:rPr lang="en-US" altLang="zh-CN" sz="1100" b="1"/>
                        <a:t>77 </a:t>
                      </a:r>
                      <a:r>
                        <a:rPr lang="zh-CN" altLang="en-US" sz="1100" b="1"/>
                        <a:t>亿（持股估值）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股权收购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Bloomberg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1463194659"/>
                  </a:ext>
                </a:extLst>
              </a:tr>
              <a:tr h="387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2018–2020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DoorDash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美国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外卖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平台经济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2.8 </a:t>
                      </a:r>
                      <a:r>
                        <a:rPr lang="zh-CN" altLang="en-US" sz="1100" b="1"/>
                        <a:t>亿首投，后多轮追加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基金投资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CNBC, Vision Fund </a:t>
                      </a:r>
                      <a:r>
                        <a:rPr lang="zh-CN" altLang="en-US" sz="1100" b="1"/>
                        <a:t>披露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414152167"/>
                  </a:ext>
                </a:extLst>
              </a:tr>
              <a:tr h="27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2018–2021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Coupang（</a:t>
                      </a:r>
                      <a:r>
                        <a:rPr lang="zh-CN" altLang="en-US" sz="1100" b="1"/>
                        <a:t>追加）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韩国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电商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 dirty="0"/>
                        <a:t>20 </a:t>
                      </a:r>
                      <a:r>
                        <a:rPr lang="zh-CN" altLang="en-US" sz="1100" b="1" dirty="0"/>
                        <a:t>亿追加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Vision Fund </a:t>
                      </a:r>
                      <a:r>
                        <a:rPr lang="zh-CN" altLang="en-US" sz="1100" b="1"/>
                        <a:t>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Nikkei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4284556658"/>
                  </a:ext>
                </a:extLst>
              </a:tr>
              <a:tr h="27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2016–2020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Didi Chuxing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中国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出行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自动驾驶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约 </a:t>
                      </a:r>
                      <a:r>
                        <a:rPr lang="en-US" altLang="zh-CN" sz="1100" b="1" dirty="0"/>
                        <a:t>50 </a:t>
                      </a:r>
                      <a:r>
                        <a:rPr lang="zh-CN" altLang="en-US" sz="1100" b="1" dirty="0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多轮投资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Reuters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2281636138"/>
                  </a:ext>
                </a:extLst>
              </a:tr>
              <a:tr h="27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2018–2019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Grab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东南亚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出行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超级 </a:t>
                      </a:r>
                      <a:r>
                        <a:rPr lang="en-US" sz="1100" b="1"/>
                        <a:t>App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14.6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Vision Fund </a:t>
                      </a:r>
                      <a:r>
                        <a:rPr lang="zh-CN" altLang="en-US" sz="1100" b="1"/>
                        <a:t>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Nikkei, Reuters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1549466231"/>
                  </a:ext>
                </a:extLst>
              </a:tr>
              <a:tr h="203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GM Cruise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美国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自动驾驶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22.5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战略投资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Bloomberg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4164368324"/>
                  </a:ext>
                </a:extLst>
              </a:tr>
              <a:tr h="203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2018–2020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OYO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印度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酒店平台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数亿美元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 dirty="0"/>
                        <a:t>多轮投资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Reuters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2364258424"/>
                  </a:ext>
                </a:extLst>
              </a:tr>
              <a:tr h="621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 dirty="0"/>
                        <a:t>2017–2023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 err="1"/>
                        <a:t>Databricks、Graphcore、Nuro</a:t>
                      </a:r>
                      <a:r>
                        <a:rPr lang="en-US" sz="1100" b="1" dirty="0"/>
                        <a:t> </a:t>
                      </a:r>
                      <a:endParaRPr lang="zh-CN" altLang="en-US" sz="1100" b="1" dirty="0"/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多国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高科技</a:t>
                      </a:r>
                      <a:r>
                        <a:rPr lang="en-US" altLang="zh-CN" sz="1100" b="1"/>
                        <a:t>/</a:t>
                      </a:r>
                      <a:r>
                        <a:rPr lang="en-US" sz="1100" b="1"/>
                        <a:t>AI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累计逾百亿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Vision Fund </a:t>
                      </a:r>
                      <a:r>
                        <a:rPr lang="zh-CN" altLang="en-US" sz="1100" b="1" dirty="0"/>
                        <a:t>系列投资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SoftBank Vision Fund </a:t>
                      </a:r>
                      <a:r>
                        <a:rPr lang="zh-CN" altLang="en-US" sz="1100" b="1" dirty="0"/>
                        <a:t>年报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3124204189"/>
                  </a:ext>
                </a:extLst>
              </a:tr>
              <a:tr h="387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2025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Ampere Computing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美国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数据中心</a:t>
                      </a:r>
                      <a:r>
                        <a:rPr lang="en-US" altLang="zh-CN" sz="1100" b="1"/>
                        <a:t>/</a:t>
                      </a:r>
                      <a:r>
                        <a:rPr lang="zh-CN" altLang="en-US" sz="1100" b="1"/>
                        <a:t>半导体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b="1"/>
                        <a:t>65 </a:t>
                      </a:r>
                      <a:r>
                        <a:rPr lang="zh-CN" altLang="en-US" sz="1100" b="1"/>
                        <a:t>亿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b="1"/>
                        <a:t>全资收购</a:t>
                      </a:r>
                    </a:p>
                  </a:txBody>
                  <a:tcPr marL="48735" marR="48735" marT="24367" marB="243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SoftBank </a:t>
                      </a:r>
                      <a:r>
                        <a:rPr lang="zh-CN" altLang="en-US" sz="1100" b="1" dirty="0"/>
                        <a:t>公告</a:t>
                      </a:r>
                      <a:r>
                        <a:rPr lang="en-US" altLang="zh-CN" sz="1100" b="1" dirty="0"/>
                        <a:t>, </a:t>
                      </a:r>
                      <a:r>
                        <a:rPr lang="en-US" sz="1100" b="1" dirty="0"/>
                        <a:t>Bloomberg</a:t>
                      </a:r>
                    </a:p>
                  </a:txBody>
                  <a:tcPr marL="48735" marR="48735" marT="24367" marB="24367" anchor="ctr"/>
                </a:tc>
                <a:extLst>
                  <a:ext uri="{0D108BD9-81ED-4DB2-BD59-A6C34878D82A}">
                    <a16:rowId xmlns:a16="http://schemas.microsoft.com/office/drawing/2014/main" val="3868413569"/>
                  </a:ext>
                </a:extLst>
              </a:tr>
            </a:tbl>
          </a:graphicData>
        </a:graphic>
      </p:graphicFrame>
      <p:sp>
        <p:nvSpPr>
          <p:cNvPr id="13" name="灯片编号占位符 3">
            <a:extLst>
              <a:ext uri="{FF2B5EF4-FFF2-40B4-BE49-F238E27FC236}">
                <a16:creationId xmlns:a16="http://schemas.microsoft.com/office/drawing/2014/main" id="{1476C04F-AFD2-B48C-1CA8-DEB77AA6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5692" y="6544940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7F9A34-314E-7A9D-F895-5F6995AF65F2}"/>
              </a:ext>
            </a:extLst>
          </p:cNvPr>
          <p:cNvSpPr txBox="1"/>
          <p:nvPr/>
        </p:nvSpPr>
        <p:spPr>
          <a:xfrm>
            <a:off x="3014579" y="6197766"/>
            <a:ext cx="6745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表</a:t>
            </a:r>
            <a:r>
              <a:rPr lang="en-US" altLang="zh-CN" sz="1200" dirty="0"/>
              <a:t>5</a:t>
            </a:r>
            <a:r>
              <a:rPr lang="zh-CN" altLang="en-US" sz="1200" dirty="0"/>
              <a:t>：软银集团收购</a:t>
            </a:r>
            <a:r>
              <a:rPr lang="en-US" altLang="zh-CN" sz="1200" dirty="0"/>
              <a:t>/</a:t>
            </a:r>
            <a:r>
              <a:rPr lang="zh-CN" altLang="en-US" sz="1200" dirty="0"/>
              <a:t>投资表</a:t>
            </a:r>
          </a:p>
        </p:txBody>
      </p:sp>
    </p:spTree>
    <p:extLst>
      <p:ext uri="{BB962C8B-B14F-4D97-AF65-F5344CB8AC3E}">
        <p14:creationId xmlns:p14="http://schemas.microsoft.com/office/powerpoint/2010/main" val="575106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4779-5CC6-C320-B9A9-ECE18BDC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2D1971-4B5D-18FF-F78D-86C72767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CF3FE7-C3DE-4BB2-F2C3-D6FDB69FCBFB}"/>
              </a:ext>
            </a:extLst>
          </p:cNvPr>
          <p:cNvSpPr txBox="1"/>
          <p:nvPr/>
        </p:nvSpPr>
        <p:spPr>
          <a:xfrm>
            <a:off x="669925" y="1549043"/>
            <a:ext cx="1085056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/>
              <a:t>模式概述：</a:t>
            </a:r>
            <a:endParaRPr lang="zh-CN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德国中小型制造企业长期深耕细分市场，通过持续创新、专注核心技术成为行业“隐形冠军”。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这些企业普遍规模不大，但在全球市场拥有极高份额，如海德汉（</a:t>
            </a:r>
            <a:r>
              <a:rPr lang="en-US" altLang="zh-CN" sz="2000" dirty="0" err="1"/>
              <a:t>Heidenhain</a:t>
            </a:r>
            <a:r>
              <a:rPr lang="zh-CN" altLang="en-US" sz="2000" dirty="0"/>
              <a:t>，精密测量设备）、赫伯罗特（</a:t>
            </a:r>
            <a:r>
              <a:rPr lang="en-US" altLang="zh-CN" sz="2000" dirty="0"/>
              <a:t>Hapag-Lloyd</a:t>
            </a:r>
            <a:r>
              <a:rPr lang="zh-CN" altLang="en-US" sz="2000" dirty="0"/>
              <a:t>，航运）等。</a:t>
            </a:r>
            <a:endParaRPr lang="en-US" altLang="zh-CN" sz="2000" dirty="0"/>
          </a:p>
          <a:p>
            <a:endParaRPr lang="zh-CN" altLang="en-US" sz="2000" dirty="0"/>
          </a:p>
          <a:p>
            <a:pPr>
              <a:buNone/>
            </a:pPr>
            <a:r>
              <a:rPr lang="zh-CN" altLang="en-US" sz="2000" b="1" dirty="0"/>
              <a:t>关键经验：</a:t>
            </a:r>
            <a:endParaRPr lang="zh-CN" altLang="en-US" sz="2000" dirty="0"/>
          </a:p>
          <a:p>
            <a:pPr>
              <a:buFont typeface="+mj-lt"/>
              <a:buAutoNum type="arabicPeriod"/>
            </a:pPr>
            <a:r>
              <a:rPr lang="zh-CN" altLang="en-US" sz="2000" b="1" dirty="0"/>
              <a:t>长期主义与技术专精</a:t>
            </a:r>
            <a:r>
              <a:rPr lang="zh-CN" altLang="en-US" sz="2000" dirty="0"/>
              <a:t>：持续投入研发，掌握独门技术，不盲目扩张。</a:t>
            </a:r>
          </a:p>
          <a:p>
            <a:pPr>
              <a:buFont typeface="+mj-lt"/>
              <a:buAutoNum type="arabicPeriod"/>
            </a:pPr>
            <a:r>
              <a:rPr lang="zh-CN" altLang="en-US" sz="2000" b="1" dirty="0"/>
              <a:t>本地化</a:t>
            </a:r>
            <a:r>
              <a:rPr lang="en-US" altLang="zh-CN" sz="2000" b="1" dirty="0"/>
              <a:t>+</a:t>
            </a:r>
            <a:r>
              <a:rPr lang="zh-CN" altLang="en-US" sz="2000" b="1" dirty="0"/>
              <a:t>全球网络</a:t>
            </a:r>
            <a:r>
              <a:rPr lang="zh-CN" altLang="en-US" sz="2000" dirty="0"/>
              <a:t>：在海外建立技术服务中心和销售子公司，而非简单建厂。</a:t>
            </a:r>
          </a:p>
          <a:p>
            <a:pPr>
              <a:buFont typeface="+mj-lt"/>
              <a:buAutoNum type="arabicPeriod"/>
            </a:pPr>
            <a:r>
              <a:rPr lang="zh-CN" altLang="en-US" sz="2000" b="1" dirty="0"/>
              <a:t>职业教育与产业协同</a:t>
            </a:r>
            <a:r>
              <a:rPr lang="zh-CN" altLang="en-US" sz="2000" dirty="0"/>
              <a:t>：德国完善的“双元制”体系保障企业拥有稳定的技能型人才供给。</a:t>
            </a:r>
          </a:p>
          <a:p>
            <a:pPr>
              <a:buNone/>
            </a:pPr>
            <a:endParaRPr lang="en-US" altLang="zh-CN" sz="2000" b="1" dirty="0"/>
          </a:p>
          <a:p>
            <a:pPr>
              <a:buNone/>
            </a:pPr>
            <a:r>
              <a:rPr lang="zh-CN" altLang="en-US" sz="2000" b="1" dirty="0"/>
              <a:t>对中国企业启示：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出海不仅是市场或成本行为，更要以技术和产品壁垒为核心；</a:t>
            </a:r>
            <a:br>
              <a:rPr lang="zh-CN" altLang="en-US" sz="2000" dirty="0"/>
            </a:br>
            <a:r>
              <a:rPr lang="zh-CN" altLang="en-US" sz="2000" dirty="0"/>
              <a:t>打造“专精特新”的全球化中小企业，而非追求规模扩张。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6A77933-1E5F-8339-5C07-F25A146CAA19}"/>
              </a:ext>
            </a:extLst>
          </p:cNvPr>
          <p:cNvGrpSpPr/>
          <p:nvPr/>
        </p:nvGrpSpPr>
        <p:grpSpPr>
          <a:xfrm>
            <a:off x="-240704" y="246620"/>
            <a:ext cx="5472608" cy="734108"/>
            <a:chOff x="-240704" y="246620"/>
            <a:chExt cx="3456384" cy="73410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A42A387-7148-9195-6492-D0D3BB95AECC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7" name="文本占位符 3">
              <a:extLst>
                <a:ext uri="{FF2B5EF4-FFF2-40B4-BE49-F238E27FC236}">
                  <a16:creationId xmlns:a16="http://schemas.microsoft.com/office/drawing/2014/main" id="{B191FB83-B218-31F2-2470-D8EE4D55F3AC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德国“隐形冠军”经验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9601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560917-F913-830E-7492-76E00D25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成果和经验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522803-88FC-DF07-2CFB-EC49862B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9469B3-42D2-1EA1-2C36-95A2A99B90BC}"/>
              </a:ext>
            </a:extLst>
          </p:cNvPr>
          <p:cNvSpPr txBox="1"/>
          <p:nvPr/>
        </p:nvSpPr>
        <p:spPr>
          <a:xfrm>
            <a:off x="669924" y="13714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Hapag-Lloyd </a:t>
            </a:r>
            <a:r>
              <a:rPr lang="zh-CN" altLang="en-US" sz="2400" b="1" dirty="0"/>
              <a:t>赫伯罗特出海成效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509621-D915-66CC-7760-0CB6BFB4F12D}"/>
              </a:ext>
            </a:extLst>
          </p:cNvPr>
          <p:cNvSpPr txBox="1"/>
          <p:nvPr/>
        </p:nvSpPr>
        <p:spPr>
          <a:xfrm>
            <a:off x="6448928" y="13534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Heidenhain</a:t>
            </a:r>
            <a:r>
              <a:rPr lang="zh-CN" altLang="en-US" sz="2400" b="1" dirty="0"/>
              <a:t>海德汉特出海成效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93D9CA-217C-EFA7-5571-DF0BAD9F717F}"/>
              </a:ext>
            </a:extLst>
          </p:cNvPr>
          <p:cNvCxnSpPr/>
          <p:nvPr/>
        </p:nvCxnSpPr>
        <p:spPr>
          <a:xfrm>
            <a:off x="5999749" y="1407783"/>
            <a:ext cx="0" cy="483268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90468E0-8A3B-D241-8B8A-4F2A625D1D3E}"/>
              </a:ext>
            </a:extLst>
          </p:cNvPr>
          <p:cNvSpPr txBox="1"/>
          <p:nvPr/>
        </p:nvSpPr>
        <p:spPr>
          <a:xfrm>
            <a:off x="669923" y="2256010"/>
            <a:ext cx="518543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公司公报披露：“</a:t>
            </a:r>
            <a:r>
              <a:rPr lang="en-US" altLang="zh-CN" dirty="0"/>
              <a:t>397 offices in 139 countries” </a:t>
            </a:r>
            <a:r>
              <a:rPr lang="zh-CN" altLang="en-US" dirty="0"/>
              <a:t>和 “</a:t>
            </a:r>
            <a:r>
              <a:rPr lang="en-US" altLang="zh-CN" dirty="0"/>
              <a:t>113 liner services worldwide … more than 600 ports on all the continents”. (</a:t>
            </a:r>
            <a:r>
              <a:rPr lang="en-US" altLang="zh-CN" dirty="0">
                <a:hlinkClick r:id="rId2"/>
              </a:rPr>
              <a:t>https://www.marketscreener.com/quote/stock/HAPAG-LLOYD-AG-24857717/news/Hapag-Lloyd-publishes-2024-annual-report-and-announces-outlook-for-current-financial-year-49382082/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· 2024</a:t>
            </a:r>
            <a:r>
              <a:rPr lang="zh-CN" altLang="en-US" dirty="0"/>
              <a:t>财年，集团营收约</a:t>
            </a:r>
            <a:r>
              <a:rPr lang="en-US" altLang="zh-CN" dirty="0"/>
              <a:t>191.12</a:t>
            </a:r>
            <a:r>
              <a:rPr lang="zh-CN" altLang="en-US" dirty="0"/>
              <a:t>亿欧元</a:t>
            </a:r>
            <a:endParaRPr lang="en-US" altLang="zh-CN" dirty="0"/>
          </a:p>
          <a:p>
            <a:r>
              <a:rPr lang="en-US" altLang="zh-CN" dirty="0"/>
              <a:t>(</a:t>
            </a:r>
            <a:r>
              <a:rPr lang="en-US" altLang="zh-CN" dirty="0">
                <a:hlinkClick r:id="rId3"/>
              </a:rPr>
              <a:t>https://www.hapag-lloyd.com/en/company/press/releases/2025/03/hapag-lloyd-publishes-2024-annual-report-and-announces-outlook-f.html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DE3A79-EEB3-23FA-B245-6428EEF545BC}"/>
              </a:ext>
            </a:extLst>
          </p:cNvPr>
          <p:cNvSpPr txBox="1"/>
          <p:nvPr/>
        </p:nvSpPr>
        <p:spPr>
          <a:xfrm>
            <a:off x="6448133" y="2304135"/>
            <a:ext cx="39509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公司官网披露，全球设有约 “</a:t>
            </a:r>
            <a:r>
              <a:rPr lang="en-US" altLang="zh-CN" dirty="0"/>
              <a:t>30 sales and service subsidiaries” + “~40 distributors” (</a:t>
            </a:r>
            <a:r>
              <a:rPr lang="en-US" altLang="zh-CN" dirty="0">
                <a:hlinkClick r:id="rId4"/>
              </a:rPr>
              <a:t>https://www.heidenhain.co.jp/%E4%BC%81%E6%A5%AD%E6%83%85%E5%A0%B1/%E4%BC%9A%E7%A4%BE%E7%B4%B9%E4%BB%8B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· 2023</a:t>
            </a:r>
            <a:r>
              <a:rPr lang="zh-CN" altLang="en-US" dirty="0"/>
              <a:t>集团营业额约</a:t>
            </a:r>
            <a:r>
              <a:rPr lang="en-US" altLang="zh-CN" dirty="0"/>
              <a:t>13</a:t>
            </a:r>
            <a:r>
              <a:rPr lang="zh-CN" altLang="en-US" dirty="0"/>
              <a:t>亿欧元；管理层访谈披露：海外销售占比超过</a:t>
            </a:r>
            <a:r>
              <a:rPr lang="en-US" altLang="zh-CN" dirty="0"/>
              <a:t>50%  (</a:t>
            </a:r>
            <a:r>
              <a:rPr lang="en-US" altLang="zh-CN" dirty="0">
                <a:hlinkClick r:id="rId5"/>
              </a:rPr>
              <a:t>https://www.weltmarktfuehrerindex.de/profil/dr-johannes-heidenhain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0914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西大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4C9C"/>
      </a:accent1>
      <a:accent2>
        <a:srgbClr val="FFA405"/>
      </a:accent2>
      <a:accent3>
        <a:srgbClr val="B5B5B5"/>
      </a:accent3>
      <a:accent4>
        <a:srgbClr val="D4D9DD"/>
      </a:accent4>
      <a:accent5>
        <a:srgbClr val="66BE96"/>
      </a:accent5>
      <a:accent6>
        <a:srgbClr val="104685"/>
      </a:accent6>
      <a:hlink>
        <a:srgbClr val="0563C1"/>
      </a:hlink>
      <a:folHlink>
        <a:srgbClr val="954F72"/>
      </a:folHlink>
    </a:clrScheme>
    <a:fontScheme name="西大模板">
      <a:majorFont>
        <a:latin typeface="Segoe UI Black"/>
        <a:ea typeface="思源宋体 CN Heavy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20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2262</Words>
  <Application>Microsoft Office PowerPoint</Application>
  <PresentationFormat>宽屏</PresentationFormat>
  <Paragraphs>352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管峻楷书简体</vt:lpstr>
      <vt:lpstr>思源宋体 CN Heavy</vt:lpstr>
      <vt:lpstr>微软雅黑</vt:lpstr>
      <vt:lpstr>Arial</vt:lpstr>
      <vt:lpstr>Calibri</vt:lpstr>
      <vt:lpstr>Segoe UI</vt:lpstr>
      <vt:lpstr>Segoe UI Black</vt:lpstr>
      <vt:lpstr>Segoe UI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制造业外迁型 —— 成本导向的“雁行模式”</vt:lpstr>
      <vt:lpstr>成效与经验</vt:lpstr>
      <vt:lpstr>本地化深耕型 —— 市场导向的“在地融合”</vt:lpstr>
      <vt:lpstr>成效与经验：</vt:lpstr>
      <vt:lpstr>服务业全球化型 —— 由制造延伸至服务</vt:lpstr>
      <vt:lpstr>成效与经验</vt:lpstr>
      <vt:lpstr>中小企业链式出海型 —— 跟随主导企业的“协作模式”</vt:lpstr>
      <vt:lpstr>成效与经验：</vt:lpstr>
      <vt:lpstr>战略并购型 —— 技术与品牌的国际收购</vt:lpstr>
      <vt:lpstr>成效与经验：</vt:lpstr>
      <vt:lpstr>PowerPoint 演示文稿</vt:lpstr>
      <vt:lpstr>成果和经验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锅炉爷爷</dc:creator>
  <cp:lastModifiedBy>Tina Zhang</cp:lastModifiedBy>
  <cp:revision>20</cp:revision>
  <dcterms:created xsi:type="dcterms:W3CDTF">2020-05-19T03:32:43Z</dcterms:created>
  <dcterms:modified xsi:type="dcterms:W3CDTF">2025-11-26T08:58:34Z</dcterms:modified>
</cp:coreProperties>
</file>